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83"/>
  </p:notesMasterIdLst>
  <p:handoutMasterIdLst>
    <p:handoutMasterId r:id="rId84"/>
  </p:handoutMasterIdLst>
  <p:sldIdLst>
    <p:sldId id="349" r:id="rId2"/>
    <p:sldId id="477" r:id="rId3"/>
    <p:sldId id="257" r:id="rId4"/>
    <p:sldId id="466" r:id="rId5"/>
    <p:sldId id="385" r:id="rId6"/>
    <p:sldId id="387" r:id="rId7"/>
    <p:sldId id="388" r:id="rId8"/>
    <p:sldId id="389" r:id="rId9"/>
    <p:sldId id="386" r:id="rId10"/>
    <p:sldId id="390" r:id="rId11"/>
    <p:sldId id="391" r:id="rId12"/>
    <p:sldId id="392" r:id="rId13"/>
    <p:sldId id="393" r:id="rId14"/>
    <p:sldId id="394" r:id="rId15"/>
    <p:sldId id="395" r:id="rId16"/>
    <p:sldId id="397" r:id="rId17"/>
    <p:sldId id="398" r:id="rId18"/>
    <p:sldId id="399" r:id="rId19"/>
    <p:sldId id="400" r:id="rId20"/>
    <p:sldId id="401" r:id="rId21"/>
    <p:sldId id="403" r:id="rId22"/>
    <p:sldId id="402" r:id="rId23"/>
    <p:sldId id="405" r:id="rId24"/>
    <p:sldId id="406" r:id="rId25"/>
    <p:sldId id="407" r:id="rId26"/>
    <p:sldId id="408" r:id="rId27"/>
    <p:sldId id="409" r:id="rId28"/>
    <p:sldId id="410" r:id="rId29"/>
    <p:sldId id="411" r:id="rId30"/>
    <p:sldId id="412" r:id="rId31"/>
    <p:sldId id="413" r:id="rId32"/>
    <p:sldId id="414" r:id="rId33"/>
    <p:sldId id="415" r:id="rId34"/>
    <p:sldId id="416" r:id="rId35"/>
    <p:sldId id="417" r:id="rId36"/>
    <p:sldId id="418" r:id="rId37"/>
    <p:sldId id="419" r:id="rId38"/>
    <p:sldId id="420" r:id="rId39"/>
    <p:sldId id="421" r:id="rId40"/>
    <p:sldId id="422" r:id="rId41"/>
    <p:sldId id="423" r:id="rId42"/>
    <p:sldId id="424" r:id="rId43"/>
    <p:sldId id="425" r:id="rId44"/>
    <p:sldId id="426" r:id="rId45"/>
    <p:sldId id="428" r:id="rId46"/>
    <p:sldId id="429" r:id="rId47"/>
    <p:sldId id="430" r:id="rId48"/>
    <p:sldId id="431" r:id="rId49"/>
    <p:sldId id="432" r:id="rId50"/>
    <p:sldId id="433" r:id="rId51"/>
    <p:sldId id="434" r:id="rId52"/>
    <p:sldId id="435" r:id="rId53"/>
    <p:sldId id="436" r:id="rId54"/>
    <p:sldId id="437" r:id="rId55"/>
    <p:sldId id="438" r:id="rId56"/>
    <p:sldId id="439" r:id="rId57"/>
    <p:sldId id="440" r:id="rId58"/>
    <p:sldId id="441" r:id="rId59"/>
    <p:sldId id="442" r:id="rId60"/>
    <p:sldId id="444" r:id="rId61"/>
    <p:sldId id="445" r:id="rId62"/>
    <p:sldId id="446" r:id="rId63"/>
    <p:sldId id="447" r:id="rId64"/>
    <p:sldId id="449" r:id="rId65"/>
    <p:sldId id="450" r:id="rId66"/>
    <p:sldId id="451" r:id="rId67"/>
    <p:sldId id="453" r:id="rId68"/>
    <p:sldId id="454" r:id="rId69"/>
    <p:sldId id="452" r:id="rId70"/>
    <p:sldId id="455" r:id="rId71"/>
    <p:sldId id="456" r:id="rId72"/>
    <p:sldId id="457" r:id="rId73"/>
    <p:sldId id="443" r:id="rId74"/>
    <p:sldId id="458" r:id="rId75"/>
    <p:sldId id="459" r:id="rId76"/>
    <p:sldId id="460" r:id="rId77"/>
    <p:sldId id="461" r:id="rId78"/>
    <p:sldId id="462" r:id="rId79"/>
    <p:sldId id="463" r:id="rId80"/>
    <p:sldId id="464" r:id="rId81"/>
    <p:sldId id="465" r:id="rId82"/>
  </p:sldIdLst>
  <p:sldSz cx="12192000" cy="6858000"/>
  <p:notesSz cx="7102475" cy="9388475"/>
  <p:defaultTextStyle>
    <a:defPPr>
      <a:defRPr lang="en-US"/>
    </a:defPPr>
    <a:lvl1pPr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798" y="7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96D549CF-6DFD-CFDB-4965-58194CF4F2D7}"/>
              </a:ext>
            </a:extLst>
          </p:cNvPr>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1" name="Rectangle 3">
            <a:extLst>
              <a:ext uri="{FF2B5EF4-FFF2-40B4-BE49-F238E27FC236}">
                <a16:creationId xmlns:a16="http://schemas.microsoft.com/office/drawing/2014/main" id="{8E19A229-EAF8-2AAF-E6EC-E0366ADCBC21}"/>
              </a:ext>
            </a:extLst>
          </p:cNvPr>
          <p:cNvSpPr>
            <a:spLocks noGrp="1" noChangeArrowheads="1"/>
          </p:cNvSpPr>
          <p:nvPr>
            <p:ph type="dt" sz="quarter" idx="1"/>
          </p:nvPr>
        </p:nvSpPr>
        <p:spPr bwMode="auto">
          <a:xfrm>
            <a:off x="4022725" y="0"/>
            <a:ext cx="3078163"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sz="1200" dirty="0">
                <a:latin typeface="Arial" charset="0"/>
                <a:ea typeface="+mn-ea"/>
              </a:defRPr>
            </a:lvl1pPr>
          </a:lstStyle>
          <a:p>
            <a:pPr>
              <a:defRPr/>
            </a:pPr>
            <a:endParaRPr lang="en-US"/>
          </a:p>
        </p:txBody>
      </p:sp>
      <p:sp>
        <p:nvSpPr>
          <p:cNvPr id="176132" name="Rectangle 4">
            <a:extLst>
              <a:ext uri="{FF2B5EF4-FFF2-40B4-BE49-F238E27FC236}">
                <a16:creationId xmlns:a16="http://schemas.microsoft.com/office/drawing/2014/main" id="{F0195859-3B9C-EA5A-DAC2-F772721978B9}"/>
              </a:ext>
            </a:extLst>
          </p:cNvPr>
          <p:cNvSpPr>
            <a:spLocks noGrp="1" noChangeArrowheads="1"/>
          </p:cNvSpPr>
          <p:nvPr>
            <p:ph type="ftr" sz="quarter" idx="2"/>
          </p:nvPr>
        </p:nvSpPr>
        <p:spPr bwMode="auto">
          <a:xfrm>
            <a:off x="0" y="8916988"/>
            <a:ext cx="3078163"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3" name="Rectangle 5">
            <a:extLst>
              <a:ext uri="{FF2B5EF4-FFF2-40B4-BE49-F238E27FC236}">
                <a16:creationId xmlns:a16="http://schemas.microsoft.com/office/drawing/2014/main" id="{B8E62657-3ACA-464B-2D2E-4F1C967F22F3}"/>
              </a:ext>
            </a:extLst>
          </p:cNvPr>
          <p:cNvSpPr>
            <a:spLocks noGrp="1" noChangeArrowheads="1"/>
          </p:cNvSpPr>
          <p:nvPr>
            <p:ph type="sldNum" sz="quarter" idx="3"/>
          </p:nvPr>
        </p:nvSpPr>
        <p:spPr bwMode="auto">
          <a:xfrm>
            <a:off x="4022725" y="8916988"/>
            <a:ext cx="3078163"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SzTx/>
              <a:buFontTx/>
              <a:buNone/>
              <a:defRPr sz="1200"/>
            </a:lvl1pPr>
          </a:lstStyle>
          <a:p>
            <a:fld id="{1AA94293-E3C3-4E54-B9F5-BDD568EB9DE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7B0EA7D-2BA2-8120-5ABC-58CDE72589F4}"/>
              </a:ext>
            </a:extLst>
          </p:cNvPr>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defTabSz="942975" eaLnBrk="1" hangingPunct="1">
              <a:spcBef>
                <a:spcPct val="0"/>
              </a:spcBef>
              <a:buClrTx/>
              <a:buSzTx/>
              <a:buFontTx/>
              <a:buNone/>
              <a:defRPr sz="1200" dirty="0">
                <a:latin typeface="Arial" charset="0"/>
                <a:ea typeface="+mn-ea"/>
              </a:defRPr>
            </a:lvl1pPr>
          </a:lstStyle>
          <a:p>
            <a:pPr>
              <a:defRPr/>
            </a:pPr>
            <a:endParaRPr lang="en-US"/>
          </a:p>
        </p:txBody>
      </p:sp>
      <p:sp>
        <p:nvSpPr>
          <p:cNvPr id="52227" name="Rectangle 3">
            <a:extLst>
              <a:ext uri="{FF2B5EF4-FFF2-40B4-BE49-F238E27FC236}">
                <a16:creationId xmlns:a16="http://schemas.microsoft.com/office/drawing/2014/main" id="{9C10E525-0B9B-E215-412D-1BFB60849A0F}"/>
              </a:ext>
            </a:extLst>
          </p:cNvPr>
          <p:cNvSpPr>
            <a:spLocks noGrp="1" noChangeArrowheads="1"/>
          </p:cNvSpPr>
          <p:nvPr>
            <p:ph type="dt" idx="1"/>
          </p:nvPr>
        </p:nvSpPr>
        <p:spPr bwMode="auto">
          <a:xfrm>
            <a:off x="4022725"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defTabSz="942975" eaLnBrk="1" hangingPunct="1">
              <a:spcBef>
                <a:spcPct val="0"/>
              </a:spcBef>
              <a:buClrTx/>
              <a:buSzTx/>
              <a:buFontTx/>
              <a:buNone/>
              <a:defRPr sz="1200" dirty="0">
                <a:latin typeface="Arial" charset="0"/>
                <a:ea typeface="+mn-ea"/>
              </a:defRPr>
            </a:lvl1pPr>
          </a:lstStyle>
          <a:p>
            <a:pPr>
              <a:defRPr/>
            </a:pPr>
            <a:endParaRPr lang="en-US"/>
          </a:p>
        </p:txBody>
      </p:sp>
      <p:sp>
        <p:nvSpPr>
          <p:cNvPr id="53252" name="Rectangle 4">
            <a:extLst>
              <a:ext uri="{FF2B5EF4-FFF2-40B4-BE49-F238E27FC236}">
                <a16:creationId xmlns:a16="http://schemas.microsoft.com/office/drawing/2014/main" id="{D0C47E53-5BA5-1AAE-751E-1F2FCB50DCDC}"/>
              </a:ext>
            </a:extLst>
          </p:cNvPr>
          <p:cNvSpPr>
            <a:spLocks noGrp="1" noRot="1" noChangeAspect="1" noChangeArrowheads="1" noTextEdit="1"/>
          </p:cNvSpPr>
          <p:nvPr>
            <p:ph type="sldImg" idx="2"/>
          </p:nvPr>
        </p:nvSpPr>
        <p:spPr bwMode="auto">
          <a:xfrm>
            <a:off x="423863" y="704850"/>
            <a:ext cx="62547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AC9F7E04-E094-DF99-87DE-5755394A5A32}"/>
              </a:ext>
            </a:extLst>
          </p:cNvPr>
          <p:cNvSpPr>
            <a:spLocks noGrp="1" noChangeArrowheads="1"/>
          </p:cNvSpPr>
          <p:nvPr>
            <p:ph type="body" sz="quarter" idx="3"/>
          </p:nvPr>
        </p:nvSpPr>
        <p:spPr bwMode="auto">
          <a:xfrm>
            <a:off x="709613" y="4459288"/>
            <a:ext cx="5683250" cy="4224337"/>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B63EB7C0-6B53-7D30-2E9B-C6D99EA8D4D6}"/>
              </a:ext>
            </a:extLst>
          </p:cNvPr>
          <p:cNvSpPr>
            <a:spLocks noGrp="1" noChangeArrowheads="1"/>
          </p:cNvSpPr>
          <p:nvPr>
            <p:ph type="ftr" sz="quarter" idx="4"/>
          </p:nvPr>
        </p:nvSpPr>
        <p:spPr bwMode="auto">
          <a:xfrm>
            <a:off x="0"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defTabSz="942975" eaLnBrk="1" hangingPunct="1">
              <a:spcBef>
                <a:spcPct val="0"/>
              </a:spcBef>
              <a:buClrTx/>
              <a:buSzTx/>
              <a:buFontTx/>
              <a:buNone/>
              <a:defRPr sz="1200" dirty="0">
                <a:latin typeface="Arial" charset="0"/>
                <a:ea typeface="+mn-ea"/>
              </a:defRPr>
            </a:lvl1pPr>
          </a:lstStyle>
          <a:p>
            <a:pPr>
              <a:defRPr/>
            </a:pPr>
            <a:endParaRPr lang="en-US"/>
          </a:p>
        </p:txBody>
      </p:sp>
      <p:sp>
        <p:nvSpPr>
          <p:cNvPr id="52231" name="Rectangle 7">
            <a:extLst>
              <a:ext uri="{FF2B5EF4-FFF2-40B4-BE49-F238E27FC236}">
                <a16:creationId xmlns:a16="http://schemas.microsoft.com/office/drawing/2014/main" id="{93E52514-5308-A2CB-4759-555ACCF9884F}"/>
              </a:ext>
            </a:extLst>
          </p:cNvPr>
          <p:cNvSpPr>
            <a:spLocks noGrp="1" noChangeArrowheads="1"/>
          </p:cNvSpPr>
          <p:nvPr>
            <p:ph type="sldNum" sz="quarter" idx="5"/>
          </p:nvPr>
        </p:nvSpPr>
        <p:spPr bwMode="auto">
          <a:xfrm>
            <a:off x="4022725"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defTabSz="942975" eaLnBrk="1" hangingPunct="1">
              <a:spcBef>
                <a:spcPct val="0"/>
              </a:spcBef>
              <a:buClrTx/>
              <a:buSzTx/>
              <a:buFontTx/>
              <a:buNone/>
              <a:defRPr sz="1200"/>
            </a:lvl1pPr>
          </a:lstStyle>
          <a:p>
            <a:fld id="{8A144A25-5569-4442-A77C-2A296DF0D21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BD0B5F7-2B7A-DA2F-7070-6EF7799975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35C4C7B-183C-403B-84D5-321BC85875A1}"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6387" name="Rectangle 2">
            <a:extLst>
              <a:ext uri="{FF2B5EF4-FFF2-40B4-BE49-F238E27FC236}">
                <a16:creationId xmlns:a16="http://schemas.microsoft.com/office/drawing/2014/main" id="{DF4AD010-AA0B-CF86-F1F1-8CF3B11AFC63}"/>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CAB0135-16F3-2242-1C12-481333311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defRPr sz="2800">
                <a:solidFill>
                  <a:schemeClr val="tx1"/>
                </a:solidFill>
                <a:latin typeface="Arial" panose="020B0604020202020204" pitchFamily="34" charset="0"/>
                <a:ea typeface="ＭＳ Ｐゴシック" panose="020B0600070205080204" pitchFamily="34" charset="-128"/>
              </a:defRPr>
            </a:lvl1pPr>
            <a:lvl2pPr marL="742950" indent="-285750" defTabSz="942975">
              <a:defRPr sz="2800">
                <a:solidFill>
                  <a:schemeClr val="tx1"/>
                </a:solidFill>
                <a:latin typeface="Arial" panose="020B0604020202020204" pitchFamily="34" charset="0"/>
                <a:ea typeface="ＭＳ Ｐゴシック" panose="020B0600070205080204" pitchFamily="34" charset="-128"/>
              </a:defRPr>
            </a:lvl2pPr>
            <a:lvl3pPr marL="1143000" indent="-228600" defTabSz="942975">
              <a:defRPr sz="2800">
                <a:solidFill>
                  <a:schemeClr val="tx1"/>
                </a:solidFill>
                <a:latin typeface="Arial" panose="020B0604020202020204" pitchFamily="34" charset="0"/>
                <a:ea typeface="ＭＳ Ｐゴシック" panose="020B0600070205080204" pitchFamily="34" charset="-128"/>
              </a:defRPr>
            </a:lvl3pPr>
            <a:lvl4pPr marL="1600200" indent="-228600" defTabSz="942975">
              <a:defRPr sz="2800">
                <a:solidFill>
                  <a:schemeClr val="tx1"/>
                </a:solidFill>
                <a:latin typeface="Arial" panose="020B0604020202020204" pitchFamily="34" charset="0"/>
                <a:ea typeface="ＭＳ Ｐゴシック" panose="020B0600070205080204" pitchFamily="34" charset="-128"/>
              </a:defRPr>
            </a:lvl4pPr>
            <a:lvl5pPr marL="2057400" indent="-228600" defTabSz="942975">
              <a:defRPr sz="2800">
                <a:solidFill>
                  <a:schemeClr val="tx1"/>
                </a:solidFill>
                <a:latin typeface="Arial" panose="020B0604020202020204" pitchFamily="34" charset="0"/>
                <a:ea typeface="ＭＳ Ｐゴシック" panose="020B0600070205080204" pitchFamily="34" charset="-128"/>
              </a:defRPr>
            </a:lvl5pPr>
            <a:lvl6pPr marL="25146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6pPr>
            <a:lvl7pPr marL="29718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7pPr>
            <a:lvl8pPr marL="34290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8pPr>
            <a:lvl9pPr marL="3886200" indent="-228600" defTabSz="942975" eaLnBrk="0" fontAlgn="base" hangingPunct="0">
              <a:spcBef>
                <a:spcPct val="20000"/>
              </a:spcBef>
              <a:spcAft>
                <a:spcPct val="0"/>
              </a:spcAft>
              <a:buClr>
                <a:srgbClr val="FF6600"/>
              </a:buClr>
              <a:buSzPct val="75000"/>
              <a:buFont typeface="Monotype Sorts" charset="2"/>
              <a:buChar char="l"/>
              <a:defRPr sz="28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3</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2"/>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741219" y="3243266"/>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5"/>
            <a:ext cx="2743200" cy="365125"/>
          </a:xfrm>
        </p:spPr>
        <p:txBody>
          <a:bodyPr/>
          <a:lstStyle>
            <a:lvl1pPr>
              <a:defRPr sz="1000" smtClean="0">
                <a:latin typeface="+mn-lt"/>
              </a:defRPr>
            </a:lvl1pPr>
          </a:lstStyle>
          <a:p>
            <a:pPr>
              <a:buFont typeface="Monotype Sorts" charset="2"/>
              <a:buNone/>
              <a:defRPr/>
            </a:pPr>
            <a:fld id="{0AB240B4-1A2E-4C00-9336-DA12AFA09EBD}" type="datetime1">
              <a:rPr lang="en-US" smtClean="0"/>
              <a:t>12/19/2024</a:t>
            </a:fld>
            <a:endParaRPr lang="en-US" dirty="0"/>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5"/>
            <a:ext cx="2743200" cy="365125"/>
          </a:xfrm>
        </p:spPr>
        <p:txBody>
          <a:bodyPr/>
          <a:lstStyle>
            <a:lvl1pPr>
              <a:defRPr sz="1000">
                <a:solidFill>
                  <a:prstClr val="white"/>
                </a:solidFill>
                <a:latin typeface="+mn-lt"/>
              </a:defRPr>
            </a:lvl1pPr>
          </a:lstStyle>
          <a:p>
            <a:pPr>
              <a:buFont typeface="Monotype Sorts" charset="2"/>
              <a:buNone/>
              <a:defRPr/>
            </a:pPr>
            <a:fld id="{775A0816-9807-4CA3-A3C5-68577B5C955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sz="1000">
                <a:latin typeface="+mn-lt"/>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415709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3" name="Title 1"/>
          <p:cNvSpPr>
            <a:spLocks noGrp="1"/>
          </p:cNvSpPr>
          <p:nvPr>
            <p:ph type="title"/>
          </p:nvPr>
        </p:nvSpPr>
        <p:spPr>
          <a:xfrm>
            <a:off x="482252" y="277964"/>
            <a:ext cx="7928429"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buFont typeface="Monotype Sorts" charset="2"/>
              <a:buNone/>
              <a:defRPr/>
            </a:pPr>
            <a:fld id="{C4105860-DA06-4136-8ED8-157A1C8FEBE0}" type="datetime1">
              <a:rPr lang="en-US" smtClean="0"/>
              <a:t>12/19/2024</a:t>
            </a:fld>
            <a:endParaRPr lang="en-US" dirty="0"/>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buFont typeface="Monotype Sorts" charset="2"/>
              <a:buNone/>
              <a:defRPr/>
            </a:pPr>
            <a:fld id="{3668E2E4-C289-40FA-803B-52DC86338CE3}"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247985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487476" y="2949388"/>
            <a:ext cx="10515600" cy="1325563"/>
          </a:xfrm>
          <a:prstGeom prst="rect">
            <a:avLst/>
          </a:prstGeom>
        </p:spPr>
        <p:txBody>
          <a:bodyPr/>
          <a:lstStyle>
            <a:lvl1pPr>
              <a:defRPr sz="3375"/>
            </a:lvl1pPr>
          </a:lstStyle>
          <a:p>
            <a:r>
              <a:rPr lang="en-US"/>
              <a:t>Click to edit Master title style</a:t>
            </a:r>
            <a:endParaRPr lang="en-VN"/>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90"/>
            <a:ext cx="2743200" cy="268287"/>
          </a:xfrm>
        </p:spPr>
        <p:txBody>
          <a:bodyPr/>
          <a:lstStyle>
            <a:lvl1pPr>
              <a:defRPr smtClean="0"/>
            </a:lvl1pPr>
          </a:lstStyle>
          <a:p>
            <a:pPr>
              <a:buFont typeface="Monotype Sorts" charset="2"/>
              <a:buNone/>
              <a:defRPr/>
            </a:pPr>
            <a:fld id="{C84426FF-70A0-4692-A209-ADABD479B6F8}" type="datetime1">
              <a:rPr lang="en-US" smtClean="0"/>
              <a:t>12/19/2024</a:t>
            </a:fld>
            <a:endParaRPr lang="en-US" dirty="0"/>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1" y="6589715"/>
            <a:ext cx="2743200" cy="314325"/>
          </a:xfrm>
        </p:spPr>
        <p:txBody>
          <a:bodyPr/>
          <a:lstStyle>
            <a:lvl1pPr>
              <a:defRPr sz="1000"/>
            </a:lvl1pPr>
          </a:lstStyle>
          <a:p>
            <a:pPr>
              <a:buFont typeface="Monotype Sorts" charset="2"/>
              <a:buNone/>
              <a:defRPr/>
            </a:pPr>
            <a:fld id="{F9126DDB-45DE-4D72-94FB-1E2D565E80AF}"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85894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2" name="Title 1"/>
          <p:cNvSpPr>
            <a:spLocks noGrp="1"/>
          </p:cNvSpPr>
          <p:nvPr>
            <p:ph type="title"/>
          </p:nvPr>
        </p:nvSpPr>
        <p:spPr>
          <a:xfrm>
            <a:off x="340859" y="243492"/>
            <a:ext cx="8061101"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1" y="1169083"/>
            <a:ext cx="11551617" cy="4954133"/>
          </a:xfrm>
          <a:prstGeom prst="rect">
            <a:avLst/>
          </a:prstGeom>
        </p:spPr>
        <p:txBody>
          <a:bodyPr/>
          <a:lstStyle>
            <a:lvl1pPr>
              <a:defRPr sz="2400"/>
            </a:lvl1pPr>
            <a:lvl2pPr>
              <a:defRPr sz="2800"/>
            </a:lvl2pPr>
            <a:lvl3pPr>
              <a:defRPr sz="18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z="1000" smtClean="0"/>
            </a:lvl1pPr>
          </a:lstStyle>
          <a:p>
            <a:pPr>
              <a:buFont typeface="Monotype Sorts" charset="2"/>
              <a:buNone/>
              <a:defRPr/>
            </a:pPr>
            <a:fld id="{BBEB22E7-5009-4A4A-A166-B272187857D2}" type="datetime1">
              <a:rPr lang="en-US" smtClean="0"/>
              <a:t>12/19/2024</a:t>
            </a:fld>
            <a:endParaRPr lang="en-US" dirty="0"/>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sz="1000"/>
            </a:lvl1pPr>
          </a:lstStyle>
          <a:p>
            <a:pPr>
              <a:buFont typeface="Monotype Sorts" charset="2"/>
              <a:buNone/>
              <a:defRPr/>
            </a:pPr>
            <a:fld id="{BC9EDAA9-37F3-4614-95D5-5B7FFAB71D04}"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72814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7" y="2846231"/>
            <a:ext cx="4417452" cy="1460428"/>
          </a:xfrm>
          <a:prstGeom prst="rect">
            <a:avLst/>
          </a:prstGeom>
        </p:spPr>
        <p:txBody>
          <a:bodyPr anchor="b">
            <a:normAutofit/>
          </a:bodyPr>
          <a:lstStyle>
            <a:lvl1pPr algn="r">
              <a:defRPr sz="315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7" y="4429523"/>
            <a:ext cx="4417452" cy="750072"/>
          </a:xfrm>
          <a:prstGeom prst="rect">
            <a:avLst/>
          </a:prstGeom>
        </p:spPr>
        <p:txBody>
          <a:bodyPr/>
          <a:lstStyle>
            <a:lvl1pPr marL="0" indent="0" algn="r">
              <a:buNone/>
              <a:defRPr sz="1350" baseline="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11" name="Content Placeholder 2"/>
          <p:cNvSpPr>
            <a:spLocks noGrp="1"/>
          </p:cNvSpPr>
          <p:nvPr>
            <p:ph idx="13"/>
          </p:nvPr>
        </p:nvSpPr>
        <p:spPr>
          <a:xfrm>
            <a:off x="1" y="862153"/>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buFont typeface="Monotype Sorts" charset="2"/>
              <a:buNone/>
              <a:defRPr/>
            </a:pPr>
            <a:fld id="{83F9286B-6EB0-415E-9FD7-53754A124BCC}" type="datetime1">
              <a:rPr lang="en-US" smtClean="0"/>
              <a:t>12/19/2024</a:t>
            </a:fld>
            <a:endParaRPr lang="en-US" dirty="0"/>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257175" eaLnBrk="1" fontAlgn="auto" hangingPunct="1">
              <a:spcBef>
                <a:spcPts val="0"/>
              </a:spcBef>
              <a:spcAft>
                <a:spcPts val="0"/>
              </a:spcAft>
              <a:defRPr>
                <a:solidFill>
                  <a:prstClr val="white"/>
                </a:solidFill>
                <a:latin typeface="Calibri" panose="020F0502020204030204"/>
                <a:ea typeface="+mn-ea"/>
              </a:defRPr>
            </a:lvl1pPr>
          </a:lstStyle>
          <a:p>
            <a:pPr>
              <a:buFont typeface="Monotype Sorts" charset="2"/>
              <a:buNone/>
              <a:defRPr/>
            </a:pPr>
            <a:r>
              <a:rPr lang="en-US" dirty="0"/>
              <a:t>Data Structures and Algorithms in Python</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buFont typeface="Monotype Sorts" charset="2"/>
              <a:buNone/>
              <a:defRPr/>
            </a:pPr>
            <a:fld id="{4FC3DE7D-4EEA-43B2-9617-70FD3CFD639D}" type="slidenum">
              <a:rPr lang="en-US" smtClean="0"/>
              <a:pPr>
                <a:buFont typeface="Monotype Sorts" charset="2"/>
                <a:buNone/>
                <a:defRPr/>
              </a:pPr>
              <a:t>‹#›</a:t>
            </a:fld>
            <a:endParaRPr lang="en-US" dirty="0"/>
          </a:p>
        </p:txBody>
      </p:sp>
    </p:spTree>
    <p:extLst>
      <p:ext uri="{BB962C8B-B14F-4D97-AF65-F5344CB8AC3E}">
        <p14:creationId xmlns:p14="http://schemas.microsoft.com/office/powerpoint/2010/main" val="37428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831851" y="1709742"/>
            <a:ext cx="10515600" cy="2852737"/>
          </a:xfrm>
          <a:prstGeom prst="rect">
            <a:avLst/>
          </a:prstGeo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831851" y="4589467"/>
            <a:ext cx="10515600" cy="1500187"/>
          </a:xfrm>
          <a:prstGeom prst="rect">
            <a:avLst/>
          </a:prstGeo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7" y="278800"/>
            <a:ext cx="5813199" cy="457200"/>
          </a:xfrm>
          <a:prstGeom prst="rect">
            <a:avLst/>
          </a:prstGeom>
        </p:spPr>
        <p:txBody>
          <a:bodyPr/>
          <a:lstStyle>
            <a:lvl1pPr>
              <a:defRPr lang="en-VN" sz="1856"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z="1000" smtClean="0"/>
            </a:lvl1pPr>
          </a:lstStyle>
          <a:p>
            <a:pPr>
              <a:buFont typeface="Monotype Sorts" charset="2"/>
              <a:buNone/>
              <a:defRPr/>
            </a:pPr>
            <a:fld id="{C1CF96D5-A543-45D5-8992-B94C1177E4C6}" type="datetime1">
              <a:rPr lang="en-US" smtClean="0"/>
              <a:t>12/19/2024</a:t>
            </a:fld>
            <a:endParaRPr lang="en-US" dirty="0"/>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sz="1000"/>
            </a:lvl1pPr>
          </a:lstStyle>
          <a:p>
            <a:pPr>
              <a:buFont typeface="Monotype Sorts" charset="2"/>
              <a:buNone/>
              <a:defRPr/>
            </a:pPr>
            <a:fld id="{B9B03C63-2273-46E4-B7DF-3CCA315B6CB6}" type="slidenum">
              <a:rPr lang="en-US" smtClean="0"/>
              <a:pPr>
                <a:buFont typeface="Monotype Sorts" charset="2"/>
                <a:buNone/>
                <a:defRPr/>
              </a:pPr>
              <a:t>‹#›</a:t>
            </a:fld>
            <a:endParaRPr lang="en-US" dirty="0"/>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2586617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900"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1688"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901"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buFont typeface="Monotype Sorts" charset="2"/>
              <a:buNone/>
              <a:defRPr/>
            </a:pPr>
            <a:fld id="{DF507722-439B-4523-9CE9-B70AFEB2097E}" type="datetime1">
              <a:rPr lang="en-US" smtClean="0"/>
              <a:t>12/19/2024</a:t>
            </a:fld>
            <a:endParaRPr lang="en-US" dirty="0"/>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buFont typeface="Monotype Sorts" charset="2"/>
              <a:buNone/>
              <a:defRPr/>
            </a:pPr>
            <a:fld id="{FE967A2B-7DC3-460F-82C1-37366D5A5F1B}" type="slidenum">
              <a:rPr lang="en-US" smtClean="0"/>
              <a:pPr>
                <a:buFont typeface="Monotype Sorts" charset="2"/>
                <a:buNone/>
                <a:defRPr/>
              </a:pPr>
              <a:t>‹#›</a:t>
            </a:fld>
            <a:endParaRPr lang="en-US" dirty="0"/>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380227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buFont typeface="Monotype Sorts" charset="2"/>
              <a:buNone/>
              <a:defRPr/>
            </a:pPr>
            <a:fld id="{65A71745-A66D-4D2C-AB6B-F5743AD780F4}" type="datetime1">
              <a:rPr lang="en-US" smtClean="0"/>
              <a:t>12/19/2024</a:t>
            </a:fld>
            <a:endParaRPr lang="en-US" dirty="0"/>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buFont typeface="Monotype Sorts" charset="2"/>
              <a:buNone/>
              <a:defRPr/>
            </a:pPr>
            <a:fld id="{D1AD3536-327C-4937-83AF-A64971CFA6D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186073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30"/>
            <a:ext cx="8061101" cy="553289"/>
          </a:xfrm>
          <a:prstGeom prst="rect">
            <a:avLst/>
          </a:prstGeom>
        </p:spPr>
        <p:txBody>
          <a:bodyPr>
            <a:normAutofit/>
          </a:bodyPr>
          <a:lstStyle>
            <a:lvl1pPr>
              <a:defRPr sz="1406"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buFont typeface="Monotype Sorts" charset="2"/>
              <a:buNone/>
              <a:defRPr/>
            </a:pPr>
            <a:fld id="{239B916D-9C2D-42AB-AE14-E538FDD0069B}" type="datetime1">
              <a:rPr lang="en-US" smtClean="0"/>
              <a:t>12/19/2024</a:t>
            </a:fld>
            <a:endParaRPr lang="en-US" dirty="0"/>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buFont typeface="Monotype Sorts" charset="2"/>
              <a:buNone/>
              <a:defRPr/>
            </a:pPr>
            <a:fld id="{2BE77ECF-F060-4D46-A3D9-128B9B0DFB4A}"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Data Structures and Algorithms in Python</a:t>
            </a:r>
          </a:p>
        </p:txBody>
      </p:sp>
    </p:spTree>
    <p:extLst>
      <p:ext uri="{BB962C8B-B14F-4D97-AF65-F5344CB8AC3E}">
        <p14:creationId xmlns:p14="http://schemas.microsoft.com/office/powerpoint/2010/main" val="1313785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1"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128588" indent="-128588">
              <a:lnSpc>
                <a:spcPct val="150000"/>
              </a:lnSpc>
              <a:buClr>
                <a:schemeClr val="accent2"/>
              </a:buClr>
              <a:buFont typeface="Wingdings" panose="05000000000000000000" pitchFamily="2" charset="2"/>
              <a:buChar char="q"/>
              <a:defRPr sz="2400"/>
            </a:lvl1pPr>
            <a:lvl2pPr marL="385763" indent="-128588">
              <a:lnSpc>
                <a:spcPct val="150000"/>
              </a:lnSpc>
              <a:buClr>
                <a:schemeClr val="accent2"/>
              </a:buClr>
              <a:buFont typeface="Wingdings" panose="05000000000000000000" pitchFamily="2" charset="2"/>
              <a:buChar char="Ø"/>
              <a:defRPr sz="2000"/>
            </a:lvl2pPr>
            <a:lvl3pPr marL="642938" indent="-128588">
              <a:lnSpc>
                <a:spcPct val="150000"/>
              </a:lnSpc>
              <a:buClr>
                <a:schemeClr val="accent2"/>
              </a:buClr>
              <a:buFont typeface="Wingdings" panose="05000000000000000000" pitchFamily="2" charset="2"/>
              <a:buChar char="ü"/>
              <a:defRPr sz="2000"/>
            </a:lvl3pPr>
            <a:lvl4pPr marL="900113" indent="-128588">
              <a:lnSpc>
                <a:spcPct val="150000"/>
              </a:lnSpc>
              <a:buClr>
                <a:schemeClr val="accent2"/>
              </a:buClr>
              <a:buFont typeface="Courier New" panose="02070309020205020404" pitchFamily="49" charset="0"/>
              <a:buChar char="o"/>
              <a:defRPr sz="1600"/>
            </a:lvl4pPr>
            <a:lvl5pPr marL="1157288" indent="-128588">
              <a:lnSpc>
                <a:spcPct val="150000"/>
              </a:lnSpc>
              <a:buClr>
                <a:schemeClr val="accent2"/>
              </a:buClr>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34A84676-C444-4AC5-8B4E-405A7C81C0FB}" type="slidenum">
              <a:rPr lang="en-US" altLang="en-US" smtClean="0"/>
              <a:pPr>
                <a:buFont typeface="Monotype Sorts" charset="2"/>
                <a:buNone/>
                <a:defRPr/>
              </a:pPr>
              <a:t>‹#›</a:t>
            </a:fld>
            <a:endParaRPr lang="en-US" altLang="en-US" dirty="0"/>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Data Structures and Algorithms in Python</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53070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8">
            <a:extLst>
              <a:ext uri="{FF2B5EF4-FFF2-40B4-BE49-F238E27FC236}">
                <a16:creationId xmlns:a16="http://schemas.microsoft.com/office/drawing/2014/main" id="{661F23F4-6AD8-94D5-2C85-4CB1F4DB441C}"/>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B0510DBD-B54C-4BB2-9910-15204BA8081C}" type="slidenum">
              <a:rPr lang="en-US" altLang="en-US" smtClean="0"/>
              <a:pPr>
                <a:buFont typeface="Monotype Sorts" charset="2"/>
                <a:buNone/>
                <a:defRPr/>
              </a:pPr>
              <a:t>‹#›</a:t>
            </a:fld>
            <a:endParaRPr lang="en-US" altLang="en-US" dirty="0"/>
          </a:p>
        </p:txBody>
      </p:sp>
      <p:sp>
        <p:nvSpPr>
          <p:cNvPr id="5" name="Footer Placeholder 11">
            <a:extLst>
              <a:ext uri="{FF2B5EF4-FFF2-40B4-BE49-F238E27FC236}">
                <a16:creationId xmlns:a16="http://schemas.microsoft.com/office/drawing/2014/main" id="{928E7F04-0F8E-0741-CB89-B9A5C1DC84CD}"/>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Data Structures and Algorithms in Python</a:t>
            </a:r>
          </a:p>
        </p:txBody>
      </p:sp>
      <p:sp>
        <p:nvSpPr>
          <p:cNvPr id="6" name="Date Placeholder 1">
            <a:extLst>
              <a:ext uri="{FF2B5EF4-FFF2-40B4-BE49-F238E27FC236}">
                <a16:creationId xmlns:a16="http://schemas.microsoft.com/office/drawing/2014/main" id="{8F00BDC9-ED95-ECCB-3AA2-7C715A291A58}"/>
              </a:ext>
            </a:extLst>
          </p:cNvPr>
          <p:cNvSpPr>
            <a:spLocks noGrp="1"/>
          </p:cNvSpPr>
          <p:nvPr>
            <p:ph type="dt" sz="half" idx="12"/>
          </p:nvPr>
        </p:nvSpPr>
        <p:spPr/>
        <p:txBody>
          <a:bodyPr/>
          <a:lstStyle>
            <a:lvl1pPr>
              <a:defRPr smtClean="0"/>
            </a:lvl1pPr>
          </a:lstStyle>
          <a:p>
            <a:pPr>
              <a:buFont typeface="Monotype Sorts" charset="2"/>
              <a:buNone/>
              <a:defRPr/>
            </a:pPr>
            <a:fld id="{3F34B5DD-F4AF-4694-A8F2-2077CF152765}" type="datetime1">
              <a:rPr lang="en-US" smtClean="0"/>
              <a:t>12/19/2024</a:t>
            </a:fld>
            <a:endParaRPr lang="en-US" dirty="0"/>
          </a:p>
        </p:txBody>
      </p:sp>
    </p:spTree>
    <p:extLst>
      <p:ext uri="{BB962C8B-B14F-4D97-AF65-F5344CB8AC3E}">
        <p14:creationId xmlns:p14="http://schemas.microsoft.com/office/powerpoint/2010/main" val="156350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dirty="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257175" eaLnBrk="1" fontAlgn="auto" hangingPunct="1">
              <a:spcBef>
                <a:spcPts val="0"/>
              </a:spcBef>
              <a:spcAft>
                <a:spcPts val="0"/>
              </a:spcAft>
              <a:defRPr sz="1000">
                <a:solidFill>
                  <a:prstClr val="white"/>
                </a:solidFill>
                <a:latin typeface="Calibri" panose="020F0502020204030204"/>
                <a:ea typeface="+mn-ea"/>
              </a:defRPr>
            </a:lvl1pPr>
          </a:lstStyle>
          <a:p>
            <a:pPr>
              <a:buFont typeface="Monotype Sorts" charset="2"/>
              <a:buNone/>
              <a:defRPr/>
            </a:pPr>
            <a:fld id="{B77A7909-E221-4E66-A5EF-13497EA60DDF}" type="slidenum">
              <a:rPr lang="en-US" smtClean="0"/>
              <a:pPr>
                <a:buFont typeface="Monotype Sorts" charset="2"/>
                <a:buNone/>
                <a:defRPr/>
              </a:pPr>
              <a:t>‹#›</a:t>
            </a:fld>
            <a:endParaRPr lang="en-US" dirty="0"/>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7"/>
            <a:ext cx="2743200" cy="257175"/>
          </a:xfrm>
          <a:prstGeom prst="rect">
            <a:avLst/>
          </a:prstGeom>
        </p:spPr>
        <p:txBody>
          <a:bodyPr vert="horz" lIns="91440" tIns="45720" rIns="91440" bIns="45720" rtlCol="0" anchor="ctr"/>
          <a:lstStyle>
            <a:lvl1pPr algn="l" defTabSz="257175" eaLnBrk="1" fontAlgn="auto" hangingPunct="1">
              <a:spcBef>
                <a:spcPts val="0"/>
              </a:spcBef>
              <a:spcAft>
                <a:spcPts val="0"/>
              </a:spcAft>
              <a:defRPr sz="1000" smtClean="0">
                <a:solidFill>
                  <a:prstClr val="white"/>
                </a:solidFill>
                <a:latin typeface="Calibri" panose="020F0502020204030204"/>
                <a:ea typeface="+mn-ea"/>
              </a:defRPr>
            </a:lvl1pPr>
          </a:lstStyle>
          <a:p>
            <a:pPr>
              <a:buFont typeface="Monotype Sorts" charset="2"/>
              <a:buNone/>
              <a:defRPr/>
            </a:pPr>
            <a:fld id="{D956F7ED-D063-4ECE-9B57-E455597CA494}" type="datetime1">
              <a:rPr lang="en-US" smtClean="0"/>
              <a:t>12/19/2024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4" y="6604000"/>
            <a:ext cx="4967287" cy="254000"/>
          </a:xfrm>
          <a:prstGeom prst="rect">
            <a:avLst/>
          </a:prstGeom>
          <a:ln/>
        </p:spPr>
        <p:txBody>
          <a:bodyPr/>
          <a:lstStyle>
            <a:lvl1pPr>
              <a:defRPr sz="1000">
                <a:solidFill>
                  <a:schemeClr val="bg1"/>
                </a:solidFill>
              </a:defRPr>
            </a:lvl1p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19132012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p:txStyles>
    <p:titleStyle>
      <a:lvl1pPr algn="l" defTabSz="514350" rtl="0" eaLnBrk="0" fontAlgn="base" hangingPunct="0">
        <a:lnSpc>
          <a:spcPct val="90000"/>
        </a:lnSpc>
        <a:spcBef>
          <a:spcPct val="0"/>
        </a:spcBef>
        <a:spcAft>
          <a:spcPct val="0"/>
        </a:spcAft>
        <a:defRPr sz="2475" kern="1200">
          <a:solidFill>
            <a:schemeClr val="tx1"/>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5pPr>
      <a:lvl6pPr marL="3429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6pPr>
      <a:lvl7pPr marL="6858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7pPr>
      <a:lvl8pPr marL="10287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8pPr>
      <a:lvl9pPr marL="13716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9pPr>
    </p:titleStyle>
    <p:bodyStyle>
      <a:lvl1pPr marL="128588" indent="-128588" algn="l" defTabSz="514350" rtl="0" eaLnBrk="0" fontAlgn="base" hangingPunct="0">
        <a:lnSpc>
          <a:spcPct val="90000"/>
        </a:lnSpc>
        <a:spcBef>
          <a:spcPts val="563"/>
        </a:spcBef>
        <a:spcAft>
          <a:spcPct val="0"/>
        </a:spcAft>
        <a:buFont typeface="Arial" panose="020B0604020202020204" pitchFamily="34" charset="0"/>
        <a:buChar char="•"/>
        <a:defRPr sz="1575"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0" fontAlgn="base" hangingPunct="0">
        <a:lnSpc>
          <a:spcPct val="90000"/>
        </a:lnSpc>
        <a:spcBef>
          <a:spcPts val="281"/>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0" fontAlgn="base" hangingPunct="0">
        <a:lnSpc>
          <a:spcPct val="90000"/>
        </a:lnSpc>
        <a:spcBef>
          <a:spcPts val="281"/>
        </a:spcBef>
        <a:spcAft>
          <a:spcPct val="0"/>
        </a:spcAft>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data-structures/linked-list/?ref=lbp" TargetMode="External"/><Relationship Id="rId2" Type="http://schemas.openxmlformats.org/officeDocument/2006/relationships/hyperlink" Target="https://www.geeksforgeeks.org/array-data-structure/?ref=lbp" TargetMode="External"/><Relationship Id="rId1" Type="http://schemas.openxmlformats.org/officeDocument/2006/relationships/slideLayout" Target="../slideLayouts/slideLayout10.xml"/><Relationship Id="rId6" Type="http://schemas.openxmlformats.org/officeDocument/2006/relationships/hyperlink" Target="https://leetcode.com/problemset/?page=1&amp;sorting=W3sic29ydE9yZGVyIjoiQVNDRU5ESU5HIiwib3JkZXJCeSI6IkRJRkZJQ1VMVFkifV0%3D&amp;topicSlugs=linked-list" TargetMode="External"/><Relationship Id="rId5" Type="http://schemas.openxmlformats.org/officeDocument/2006/relationships/hyperlink" Target="https://leetcode.com/problemset/?topicSlugs=array&amp;page=1&amp;sorting=W3sic29ydE9yZGVyIjoiQVNDRU5ESU5HIiwib3JkZXJCeSI6IkRJRkZJQ1VMVFkifV0%3D" TargetMode="External"/><Relationship Id="rId4" Type="http://schemas.openxmlformats.org/officeDocument/2006/relationships/hyperlink" Target="https://www.geeksforgeeks.org/explore?page=3&amp;category=Arrays,Linked%20List&amp;difficulty=School,Basic,Easy&amp;sortBy=submission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0.xml"/><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a:extLst>
              <a:ext uri="{FF2B5EF4-FFF2-40B4-BE49-F238E27FC236}">
                <a16:creationId xmlns:a16="http://schemas.microsoft.com/office/drawing/2014/main" id="{92E5D540-A172-47D4-6805-9B492CBB4B8E}"/>
              </a:ext>
            </a:extLst>
          </p:cNvPr>
          <p:cNvSpPr>
            <a:spLocks noGrp="1" noChangeArrowheads="1"/>
          </p:cNvSpPr>
          <p:nvPr>
            <p:ph type="ctrTitle" idx="4294967295"/>
          </p:nvPr>
        </p:nvSpPr>
        <p:spPr>
          <a:xfrm>
            <a:off x="2667000" y="1447800"/>
            <a:ext cx="8001000" cy="2209800"/>
          </a:xfrm>
        </p:spPr>
        <p:txBody>
          <a:bodyPr/>
          <a:lstStyle/>
          <a:p>
            <a:pPr eaLnBrk="1" hangingPunct="1"/>
            <a:r>
              <a:rPr lang="en-US" altLang="en-US" sz="4000" b="1"/>
              <a:t>Database Systems: </a:t>
            </a:r>
            <a:br>
              <a:rPr lang="en-US" altLang="en-US" sz="4000" b="1"/>
            </a:br>
            <a:r>
              <a:rPr lang="en-US" altLang="en-US" sz="4000" b="1"/>
              <a:t>Design, Implementation, and Management</a:t>
            </a:r>
            <a:br>
              <a:rPr lang="en-US" altLang="en-US" sz="4000" b="1"/>
            </a:br>
            <a:r>
              <a:rPr lang="en-US" altLang="en-US" sz="4000" b="1"/>
              <a:t>14</a:t>
            </a:r>
            <a:r>
              <a:rPr lang="en-US" altLang="en-US" sz="2800" b="1"/>
              <a:t>th Edition</a:t>
            </a:r>
          </a:p>
        </p:txBody>
      </p:sp>
      <p:sp>
        <p:nvSpPr>
          <p:cNvPr id="15363" name="Rectangle 1027">
            <a:extLst>
              <a:ext uri="{FF2B5EF4-FFF2-40B4-BE49-F238E27FC236}">
                <a16:creationId xmlns:a16="http://schemas.microsoft.com/office/drawing/2014/main" id="{248535E3-6B0B-E1D8-9717-427E36E84EA0}"/>
              </a:ext>
            </a:extLst>
          </p:cNvPr>
          <p:cNvSpPr>
            <a:spLocks noGrp="1" noChangeArrowheads="1"/>
          </p:cNvSpPr>
          <p:nvPr>
            <p:ph type="subTitle" idx="4294967295"/>
          </p:nvPr>
        </p:nvSpPr>
        <p:spPr>
          <a:xfrm>
            <a:off x="2740025" y="4524375"/>
            <a:ext cx="7927975" cy="1462088"/>
          </a:xfrm>
        </p:spPr>
        <p:txBody>
          <a:bodyPr/>
          <a:lstStyle/>
          <a:p>
            <a:pPr marL="0" indent="0" algn="ctr" eaLnBrk="1" hangingPunct="1">
              <a:buFont typeface="Arial" panose="020B0604020202020204" pitchFamily="34" charset="0"/>
              <a:buNone/>
            </a:pPr>
            <a:r>
              <a:rPr lang="en-US" altLang="en-US" sz="3400" i="1"/>
              <a:t>Chapter 1</a:t>
            </a:r>
          </a:p>
          <a:p>
            <a:pPr marL="0" indent="0" algn="ctr" eaLnBrk="1" hangingPunct="1">
              <a:buFont typeface="Arial" panose="020B0604020202020204" pitchFamily="34" charset="0"/>
              <a:buNone/>
            </a:pPr>
            <a:r>
              <a:rPr lang="en-US" altLang="en-US" sz="3400" i="1"/>
              <a:t>Database Systems</a:t>
            </a:r>
          </a:p>
        </p:txBody>
      </p:sp>
      <p:sp>
        <p:nvSpPr>
          <p:cNvPr id="4" name="Date Placeholder 3">
            <a:extLst>
              <a:ext uri="{FF2B5EF4-FFF2-40B4-BE49-F238E27FC236}">
                <a16:creationId xmlns:a16="http://schemas.microsoft.com/office/drawing/2014/main" id="{9A548246-CEB8-0971-5EF9-56854AD4362F}"/>
              </a:ext>
            </a:extLst>
          </p:cNvPr>
          <p:cNvSpPr>
            <a:spLocks noGrp="1"/>
          </p:cNvSpPr>
          <p:nvPr>
            <p:ph type="dt" sz="quarter" idx="10"/>
          </p:nvPr>
        </p:nvSpPr>
        <p:spPr/>
        <p:txBody>
          <a:bodyPr/>
          <a:lstStyle/>
          <a:p>
            <a:pPr>
              <a:defRPr/>
            </a:pPr>
            <a:fld id="{4863D60C-B233-4073-9E4F-853A6F50270F}" type="datetime1">
              <a:rPr lang="en-US" smtClean="0"/>
              <a:t>12/19/2024</a:t>
            </a:fld>
            <a:endParaRPr lang="en-US" dirty="0"/>
          </a:p>
        </p:txBody>
      </p:sp>
      <p:sp>
        <p:nvSpPr>
          <p:cNvPr id="15365" name="Footer Placeholder 5">
            <a:extLst>
              <a:ext uri="{FF2B5EF4-FFF2-40B4-BE49-F238E27FC236}">
                <a16:creationId xmlns:a16="http://schemas.microsoft.com/office/drawing/2014/main" id="{AAF4E8F2-2222-1382-2DBB-5EDCE12E239C}"/>
              </a:ext>
            </a:extLst>
          </p:cNvPr>
          <p:cNvSpPr>
            <a:spLocks noGrp="1" noChangeArrowheads="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 Structures and Algorithms in Python</a:t>
            </a:r>
            <a:endParaRPr lang="en-US" altLang="en-US" sz="1000" dirty="0">
              <a:solidFill>
                <a:schemeClr val="bg1"/>
              </a:solidFill>
            </a:endParaRPr>
          </a:p>
        </p:txBody>
      </p:sp>
      <p:sp>
        <p:nvSpPr>
          <p:cNvPr id="7" name="Slide Number Placeholder 6">
            <a:extLst>
              <a:ext uri="{FF2B5EF4-FFF2-40B4-BE49-F238E27FC236}">
                <a16:creationId xmlns:a16="http://schemas.microsoft.com/office/drawing/2014/main" id="{D8A4F77A-56CD-A304-C081-F43792560CE5}"/>
              </a:ext>
            </a:extLst>
          </p:cNvPr>
          <p:cNvSpPr>
            <a:spLocks noGrp="1"/>
          </p:cNvSpPr>
          <p:nvPr>
            <p:ph type="sldNum" sz="quarter" idx="11"/>
          </p:nvPr>
        </p:nvSpPr>
        <p:spPr/>
        <p:txBody>
          <a:bodyPr/>
          <a:lstStyle/>
          <a:p>
            <a:pPr>
              <a:defRPr/>
            </a:pPr>
            <a:endParaRPr lang="en-US" dirty="0"/>
          </a:p>
        </p:txBody>
      </p:sp>
      <p:pic>
        <p:nvPicPr>
          <p:cNvPr id="9" name="Picture 8">
            <a:extLst>
              <a:ext uri="{FF2B5EF4-FFF2-40B4-BE49-F238E27FC236}">
                <a16:creationId xmlns:a16="http://schemas.microsoft.com/office/drawing/2014/main" id="{774FF61F-2683-08B0-9745-3DDA87C764B4}"/>
              </a:ext>
            </a:extLst>
          </p:cNvPr>
          <p:cNvPicPr>
            <a:picLocks noChangeAspect="1"/>
          </p:cNvPicPr>
          <p:nvPr/>
        </p:nvPicPr>
        <p:blipFill>
          <a:blip r:embed="rId3"/>
          <a:stretch>
            <a:fillRect/>
          </a:stretch>
        </p:blipFill>
        <p:spPr>
          <a:xfrm>
            <a:off x="0" y="101995"/>
            <a:ext cx="12192000" cy="66540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sz="3200" dirty="0"/>
              <a:t>National Economics University</a:t>
            </a:r>
            <a:br>
              <a:rPr lang="en-US" altLang="en-US" sz="3200" dirty="0"/>
            </a:br>
            <a:r>
              <a:rPr lang="en-US" altLang="en-US" sz="3200"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buNone/>
              <a:defRPr/>
            </a:pPr>
            <a:r>
              <a:rPr lang="en-US" sz="3200" dirty="0"/>
              <a:t>DATA STRUCTURES AND ALGORITHMS: COLLECTIONS, ARRAYS, AND Linked Structures</a:t>
            </a:r>
          </a:p>
          <a:p>
            <a:pPr eaLnBrk="1" hangingPunct="1">
              <a:buNone/>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buNone/>
            </a:pPr>
            <a:r>
              <a:rPr lang="en-US" altLang="en-US" sz="1000" dirty="0">
                <a:solidFill>
                  <a:schemeClr val="bg1"/>
                </a:solidFill>
              </a:rPr>
              <a:t>DATA STRUCTURES AND ALGORITHMS</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342900" indent="-342900">
              <a:buFont typeface="+mj-lt"/>
              <a:buAutoNum type="arabicPeriod"/>
            </a:pPr>
            <a:r>
              <a:rPr lang="en-US" sz="1800" b="0" i="0" dirty="0">
                <a:solidFill>
                  <a:srgbClr val="242021"/>
                </a:solidFill>
                <a:effectLst/>
                <a:latin typeface="JansonText-Roman"/>
              </a:rPr>
              <a:t>Recognize different categories of collections and the operations on them </a:t>
            </a:r>
          </a:p>
          <a:p>
            <a:pPr marL="342900" indent="-342900">
              <a:buFont typeface="+mj-lt"/>
              <a:buAutoNum type="arabicPeriod"/>
            </a:pPr>
            <a:r>
              <a:rPr lang="en-US" sz="1800" b="0" i="0" dirty="0">
                <a:solidFill>
                  <a:srgbClr val="242021"/>
                </a:solidFill>
                <a:effectLst/>
                <a:latin typeface="JansonText-Roman"/>
              </a:rPr>
              <a:t>Understand the difference between an abstract data type and the concrete data structures used to implement it </a:t>
            </a:r>
          </a:p>
          <a:p>
            <a:pPr marL="342900" indent="-342900">
              <a:buFont typeface="+mj-lt"/>
              <a:buAutoNum type="arabicPeriod"/>
            </a:pPr>
            <a:r>
              <a:rPr lang="en-US" sz="1800" b="0" i="0" dirty="0">
                <a:solidFill>
                  <a:srgbClr val="242021"/>
                </a:solidFill>
                <a:effectLst/>
                <a:latin typeface="JansonText-Roman"/>
              </a:rPr>
              <a:t>Perform basic operations on arrays, such as insertions and removals of items</a:t>
            </a:r>
          </a:p>
          <a:p>
            <a:pPr marL="342900" indent="-342900">
              <a:buFont typeface="+mj-lt"/>
              <a:buAutoNum type="arabicPeriod"/>
            </a:pPr>
            <a:r>
              <a:rPr lang="en-US" sz="1800" b="0" i="0" dirty="0">
                <a:solidFill>
                  <a:srgbClr val="242021"/>
                </a:solidFill>
                <a:effectLst/>
                <a:latin typeface="JansonText-Roman"/>
              </a:rPr>
              <a:t>Resize an array when it becomes too small or too large</a:t>
            </a:r>
          </a:p>
          <a:p>
            <a:pPr marL="342900" indent="-342900">
              <a:buFont typeface="+mj-lt"/>
              <a:buAutoNum type="arabicPeriod"/>
            </a:pPr>
            <a:r>
              <a:rPr lang="en-US" sz="1800" b="0" i="0" dirty="0">
                <a:solidFill>
                  <a:srgbClr val="242021"/>
                </a:solidFill>
                <a:effectLst/>
                <a:latin typeface="JansonText-Roman"/>
              </a:rPr>
              <a:t>Describe the space/time trade-offs for users of arrays</a:t>
            </a:r>
          </a:p>
          <a:p>
            <a:pPr marL="342900" indent="-342900">
              <a:buFont typeface="+mj-lt"/>
              <a:buAutoNum type="arabicPeriod"/>
            </a:pPr>
            <a:r>
              <a:rPr lang="en-US" sz="1800" b="0" i="0" dirty="0">
                <a:solidFill>
                  <a:srgbClr val="242021"/>
                </a:solidFill>
                <a:effectLst/>
                <a:latin typeface="JansonText-Roman"/>
              </a:rPr>
              <a:t>Perform basic operations, such as traversals, insertions, and removals, on linked structures</a:t>
            </a:r>
          </a:p>
          <a:p>
            <a:pPr marL="342900" indent="-342900">
              <a:buFont typeface="+mj-lt"/>
              <a:buAutoNum type="arabicPeriod"/>
            </a:pPr>
            <a:r>
              <a:rPr lang="en-US" sz="1800" b="0" i="0" dirty="0">
                <a:solidFill>
                  <a:srgbClr val="242021"/>
                </a:solidFill>
                <a:effectLst/>
                <a:latin typeface="JansonText-Roman"/>
              </a:rPr>
              <a:t>Explain the space/time trade-offs of arrays and linked structures in terms of the memory models that underlie these data structures</a:t>
            </a:r>
            <a:r>
              <a:rPr lang="en-US" dirty="0"/>
              <a:t> </a:t>
            </a:r>
            <a:br>
              <a:rPr lang="en-US" dirty="0"/>
            </a:br>
            <a:endParaRPr lang="en-US" altLang="en-US" dirty="0">
              <a:ea typeface="ＭＳ Ｐゴシック" panose="020B0600070205080204" pitchFamily="34" charset="-128"/>
            </a:endParaRPr>
          </a:p>
        </p:txBody>
      </p:sp>
      <p:sp>
        <p:nvSpPr>
          <p:cNvPr id="2" name="Date Placeholder 1">
            <a:extLst>
              <a:ext uri="{FF2B5EF4-FFF2-40B4-BE49-F238E27FC236}">
                <a16:creationId xmlns:a16="http://schemas.microsoft.com/office/drawing/2014/main" id="{DF67C4DE-CC03-B7D4-1ECF-F374CDF3F524}"/>
              </a:ext>
            </a:extLst>
          </p:cNvPr>
          <p:cNvSpPr>
            <a:spLocks noGrp="1"/>
          </p:cNvSpPr>
          <p:nvPr>
            <p:ph type="dt" sz="half" idx="12"/>
          </p:nvPr>
        </p:nvSpPr>
        <p:spPr/>
        <p:txBody>
          <a:bodyPr/>
          <a:lstStyle/>
          <a:p>
            <a:pPr>
              <a:defRPr/>
            </a:pPr>
            <a:fld id="{AABE9123-2607-4938-9511-9CCBFBB1BFEF}" type="datetime1">
              <a:rPr lang="en-US" smtClean="0"/>
              <a:t>12/19/2024</a:t>
            </a:fld>
            <a:endParaRPr lang="en-US"/>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Data Structures and Algorithms in Python</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90D5D-9CF2-C4B0-CC9A-8C7C768DD2E5}"/>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9216A542-72A1-720E-73F9-224FD826B007}"/>
              </a:ext>
            </a:extLst>
          </p:cNvPr>
          <p:cNvSpPr>
            <a:spLocks noGrp="1"/>
          </p:cNvSpPr>
          <p:nvPr>
            <p:ph idx="1"/>
          </p:nvPr>
        </p:nvSpPr>
        <p:spPr/>
        <p:txBody>
          <a:bodyPr/>
          <a:lstStyle/>
          <a:p>
            <a:r>
              <a:rPr lang="en-US" dirty="0">
                <a:hlinkClick r:id="rId2"/>
              </a:rPr>
              <a:t>Theory</a:t>
            </a:r>
          </a:p>
          <a:p>
            <a:pPr lvl="1"/>
            <a:r>
              <a:rPr lang="en-US" dirty="0">
                <a:hlinkClick r:id="rId2"/>
              </a:rPr>
              <a:t>Array Data Structure – </a:t>
            </a:r>
            <a:r>
              <a:rPr lang="en-US" dirty="0" err="1">
                <a:hlinkClick r:id="rId2"/>
              </a:rPr>
              <a:t>GeeksforGeeks</a:t>
            </a:r>
            <a:endParaRPr lang="en-US" dirty="0"/>
          </a:p>
          <a:p>
            <a:pPr lvl="1"/>
            <a:r>
              <a:rPr lang="en-US" dirty="0">
                <a:hlinkClick r:id="rId3"/>
              </a:rPr>
              <a:t>Linked List Data Structure – </a:t>
            </a:r>
            <a:r>
              <a:rPr lang="en-US" dirty="0" err="1">
                <a:hlinkClick r:id="rId3"/>
              </a:rPr>
              <a:t>GeeksforGeeks</a:t>
            </a:r>
            <a:endParaRPr lang="en-US" dirty="0"/>
          </a:p>
          <a:p>
            <a:r>
              <a:rPr lang="en-US" dirty="0"/>
              <a:t>Practice:</a:t>
            </a:r>
          </a:p>
          <a:p>
            <a:pPr lvl="1"/>
            <a:r>
              <a:rPr lang="en-US" dirty="0">
                <a:hlinkClick r:id="rId4"/>
              </a:rPr>
              <a:t>Practice | </a:t>
            </a:r>
            <a:r>
              <a:rPr lang="en-US" dirty="0" err="1">
                <a:hlinkClick r:id="rId4"/>
              </a:rPr>
              <a:t>GeeksforGeeks</a:t>
            </a:r>
            <a:r>
              <a:rPr lang="en-US" dirty="0">
                <a:hlinkClick r:id="rId4"/>
              </a:rPr>
              <a:t> | A computer science portal for geeks</a:t>
            </a:r>
            <a:endParaRPr lang="en-US" dirty="0"/>
          </a:p>
          <a:p>
            <a:pPr lvl="1"/>
            <a:r>
              <a:rPr lang="en-US" dirty="0">
                <a:hlinkClick r:id="rId5"/>
              </a:rPr>
              <a:t>Problems – </a:t>
            </a:r>
            <a:r>
              <a:rPr lang="en-US" dirty="0" err="1">
                <a:hlinkClick r:id="rId5"/>
              </a:rPr>
              <a:t>LeetCode</a:t>
            </a:r>
            <a:r>
              <a:rPr lang="en-US" dirty="0"/>
              <a:t> (Array)</a:t>
            </a:r>
          </a:p>
          <a:p>
            <a:pPr lvl="1"/>
            <a:r>
              <a:rPr lang="en-US" dirty="0">
                <a:hlinkClick r:id="rId6"/>
              </a:rPr>
              <a:t>Problems – </a:t>
            </a:r>
            <a:r>
              <a:rPr lang="en-US" dirty="0" err="1">
                <a:hlinkClick r:id="rId6"/>
              </a:rPr>
              <a:t>LeetCode</a:t>
            </a:r>
            <a:r>
              <a:rPr lang="en-US" dirty="0"/>
              <a:t> (Linked List)</a:t>
            </a:r>
          </a:p>
        </p:txBody>
      </p:sp>
      <p:sp>
        <p:nvSpPr>
          <p:cNvPr id="4" name="Slide Number Placeholder 3">
            <a:extLst>
              <a:ext uri="{FF2B5EF4-FFF2-40B4-BE49-F238E27FC236}">
                <a16:creationId xmlns:a16="http://schemas.microsoft.com/office/drawing/2014/main" id="{F1A00277-E77A-B5E1-0F75-1871D15ED65F}"/>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a:t>
            </a:fld>
            <a:endParaRPr lang="en-US" altLang="en-US" dirty="0"/>
          </a:p>
        </p:txBody>
      </p:sp>
      <p:sp>
        <p:nvSpPr>
          <p:cNvPr id="5" name="Footer Placeholder 4">
            <a:extLst>
              <a:ext uri="{FF2B5EF4-FFF2-40B4-BE49-F238E27FC236}">
                <a16:creationId xmlns:a16="http://schemas.microsoft.com/office/drawing/2014/main" id="{19B74872-7BC3-483F-A214-6205B3D6E57E}"/>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F8B10DC5-1858-B52C-AE3F-3CE30892F241}"/>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852751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E0201-399A-3701-9E43-E50970E96C2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7243F6F-9C64-892D-C360-13C4253EFC49}"/>
              </a:ext>
            </a:extLst>
          </p:cNvPr>
          <p:cNvSpPr>
            <a:spLocks noGrp="1"/>
          </p:cNvSpPr>
          <p:nvPr>
            <p:ph idx="1"/>
          </p:nvPr>
        </p:nvSpPr>
        <p:spPr/>
        <p:txBody>
          <a:bodyPr/>
          <a:lstStyle/>
          <a:p>
            <a:r>
              <a:rPr lang="en-US" sz="1800" b="0" i="0" dirty="0">
                <a:solidFill>
                  <a:srgbClr val="242021"/>
                </a:solidFill>
                <a:effectLst/>
                <a:latin typeface="JansonText-Roman"/>
              </a:rPr>
              <a:t>Explore several frequently used classes called </a:t>
            </a:r>
            <a:r>
              <a:rPr lang="en-US" sz="1800" b="1" i="0" dirty="0">
                <a:solidFill>
                  <a:srgbClr val="242021"/>
                </a:solidFill>
                <a:effectLst/>
                <a:latin typeface="JansonText-Bold"/>
              </a:rPr>
              <a:t>collections</a:t>
            </a:r>
            <a:r>
              <a:rPr lang="en-US" sz="1800" b="0" i="0" dirty="0">
                <a:solidFill>
                  <a:srgbClr val="242021"/>
                </a:solidFill>
                <a:effectLst/>
                <a:latin typeface="JansonText-Roman"/>
              </a:rPr>
              <a:t>. </a:t>
            </a:r>
          </a:p>
          <a:p>
            <a:r>
              <a:rPr lang="en-US" sz="1800" b="0" i="0" dirty="0">
                <a:solidFill>
                  <a:srgbClr val="242021"/>
                </a:solidFill>
                <a:effectLst/>
                <a:latin typeface="JansonText-Roman"/>
              </a:rPr>
              <a:t>Collections all have the same fundamental purpose—they help programmers organize data in programs effectively.</a:t>
            </a:r>
          </a:p>
          <a:p>
            <a:r>
              <a:rPr lang="en-US" sz="1800" b="0" i="0" dirty="0">
                <a:solidFill>
                  <a:srgbClr val="242021"/>
                </a:solidFill>
                <a:effectLst/>
                <a:latin typeface="JansonText-Roman"/>
              </a:rPr>
              <a:t>Collections can be viewed from two perspectives. Users or clients of collections are concerned with what they do in various applications. </a:t>
            </a:r>
          </a:p>
          <a:p>
            <a:r>
              <a:rPr lang="en-US" sz="1800" b="0" i="0" dirty="0">
                <a:solidFill>
                  <a:srgbClr val="242021"/>
                </a:solidFill>
                <a:effectLst/>
                <a:latin typeface="JansonText-Roman"/>
              </a:rPr>
              <a:t>Developers or implementers of collections are concerned with how they can best perform as general-purpose resources. </a:t>
            </a:r>
          </a:p>
          <a:p>
            <a:r>
              <a:rPr lang="en-US" sz="1800" b="0" i="0" dirty="0">
                <a:solidFill>
                  <a:srgbClr val="242021"/>
                </a:solidFill>
                <a:effectLst/>
                <a:latin typeface="JansonText-Roman"/>
              </a:rPr>
              <a:t>Overview of different types of collections from the perspective of the users of those collections, and also introduce two data structures—arrays and linked structures— commonly used to implement collections</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1B070EC2-8393-1834-3928-9F554FB5FFE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a:t>
            </a:fld>
            <a:endParaRPr lang="en-US" altLang="en-US" dirty="0"/>
          </a:p>
        </p:txBody>
      </p:sp>
      <p:sp>
        <p:nvSpPr>
          <p:cNvPr id="5" name="Footer Placeholder 4">
            <a:extLst>
              <a:ext uri="{FF2B5EF4-FFF2-40B4-BE49-F238E27FC236}">
                <a16:creationId xmlns:a16="http://schemas.microsoft.com/office/drawing/2014/main" id="{9BB370BE-83C9-DA86-C22D-325433D76683}"/>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6341657A-CEAC-5C14-9378-20E7ECDB9922}"/>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09960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5133-9008-C5ED-47D6-4B87A5FACF6F}"/>
              </a:ext>
            </a:extLst>
          </p:cNvPr>
          <p:cNvSpPr>
            <a:spLocks noGrp="1"/>
          </p:cNvSpPr>
          <p:nvPr>
            <p:ph type="title"/>
          </p:nvPr>
        </p:nvSpPr>
        <p:spPr/>
        <p:txBody>
          <a:bodyPr/>
          <a:lstStyle/>
          <a:p>
            <a:r>
              <a:rPr lang="en-US" dirty="0"/>
              <a:t>13.1 Overview of Collections</a:t>
            </a:r>
          </a:p>
        </p:txBody>
      </p:sp>
      <p:sp>
        <p:nvSpPr>
          <p:cNvPr id="3" name="Date Placeholder 2">
            <a:extLst>
              <a:ext uri="{FF2B5EF4-FFF2-40B4-BE49-F238E27FC236}">
                <a16:creationId xmlns:a16="http://schemas.microsoft.com/office/drawing/2014/main" id="{E878D55E-1CD5-0034-8A38-8ABCC8AD5569}"/>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E4EA1634-651C-7C1B-DA03-E5C6F813C66C}"/>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6</a:t>
            </a:fld>
            <a:endParaRPr lang="en-US" dirty="0"/>
          </a:p>
        </p:txBody>
      </p:sp>
      <p:sp>
        <p:nvSpPr>
          <p:cNvPr id="5" name="Footer Placeholder 4">
            <a:extLst>
              <a:ext uri="{FF2B5EF4-FFF2-40B4-BE49-F238E27FC236}">
                <a16:creationId xmlns:a16="http://schemas.microsoft.com/office/drawing/2014/main" id="{1CAB6595-EB17-A3DC-F2FE-5306739FFDDB}"/>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95109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C6294-3A77-9184-DA6B-27725770E689}"/>
              </a:ext>
            </a:extLst>
          </p:cNvPr>
          <p:cNvSpPr>
            <a:spLocks noGrp="1"/>
          </p:cNvSpPr>
          <p:nvPr>
            <p:ph type="title"/>
          </p:nvPr>
        </p:nvSpPr>
        <p:spPr/>
        <p:txBody>
          <a:bodyPr/>
          <a:lstStyle/>
          <a:p>
            <a:r>
              <a:rPr lang="en-US" dirty="0"/>
              <a:t>13.1.1 Linear Collections</a:t>
            </a:r>
          </a:p>
        </p:txBody>
      </p:sp>
      <p:sp>
        <p:nvSpPr>
          <p:cNvPr id="3" name="Content Placeholder 2">
            <a:extLst>
              <a:ext uri="{FF2B5EF4-FFF2-40B4-BE49-F238E27FC236}">
                <a16:creationId xmlns:a16="http://schemas.microsoft.com/office/drawing/2014/main" id="{CB4FBF28-DC6A-44BB-23B9-8B35F9D1AF29}"/>
              </a:ext>
            </a:extLst>
          </p:cNvPr>
          <p:cNvSpPr>
            <a:spLocks noGrp="1"/>
          </p:cNvSpPr>
          <p:nvPr>
            <p:ph idx="1"/>
          </p:nvPr>
        </p:nvSpPr>
        <p:spPr/>
        <p:txBody>
          <a:bodyPr/>
          <a:lstStyle/>
          <a:p>
            <a:r>
              <a:rPr lang="en-US" sz="1800" b="0" i="0" dirty="0">
                <a:solidFill>
                  <a:srgbClr val="242021"/>
                </a:solidFill>
                <a:effectLst/>
                <a:latin typeface="JansonText-Roman"/>
              </a:rPr>
              <a:t>The items in a </a:t>
            </a:r>
            <a:r>
              <a:rPr lang="en-US" sz="1800" b="1" i="0" dirty="0">
                <a:solidFill>
                  <a:srgbClr val="242021"/>
                </a:solidFill>
                <a:effectLst/>
                <a:latin typeface="JansonText-Bold"/>
              </a:rPr>
              <a:t>linear collection </a:t>
            </a:r>
            <a:r>
              <a:rPr lang="en-US" sz="1800" b="0" i="0" dirty="0">
                <a:solidFill>
                  <a:srgbClr val="242021"/>
                </a:solidFill>
                <a:effectLst/>
                <a:latin typeface="JansonText-Roman"/>
              </a:rPr>
              <a:t>are ordered by position.</a:t>
            </a:r>
          </a:p>
          <a:p>
            <a:r>
              <a:rPr lang="en-US" sz="1800" b="0" i="0" dirty="0">
                <a:solidFill>
                  <a:srgbClr val="242021"/>
                </a:solidFill>
                <a:effectLst/>
                <a:latin typeface="JansonText-Roman"/>
              </a:rPr>
              <a:t>Each item except the first has a unique predecessor, and each item except the last has a unique successor.</a:t>
            </a:r>
            <a:r>
              <a:rPr lang="en-US" dirty="0"/>
              <a:t> </a:t>
            </a:r>
          </a:p>
          <a:p>
            <a:r>
              <a:rPr lang="en-US" sz="1800" b="0" i="0" dirty="0">
                <a:solidFill>
                  <a:srgbClr val="242021"/>
                </a:solidFill>
                <a:effectLst/>
                <a:latin typeface="JansonText-Roman"/>
              </a:rPr>
              <a:t>Everyday examples of linear collections are grocery lists, stacks of dinner plates, and a line of customers waiting at a bank.</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1F779760-8ACB-B439-21A0-F2356829F0B7}"/>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a:t>
            </a:fld>
            <a:endParaRPr lang="en-US" altLang="en-US" dirty="0"/>
          </a:p>
        </p:txBody>
      </p:sp>
      <p:sp>
        <p:nvSpPr>
          <p:cNvPr id="5" name="Footer Placeholder 4">
            <a:extLst>
              <a:ext uri="{FF2B5EF4-FFF2-40B4-BE49-F238E27FC236}">
                <a16:creationId xmlns:a16="http://schemas.microsoft.com/office/drawing/2014/main" id="{D90545BE-328A-4BFE-03DB-509A2D6E4646}"/>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CAD05F25-7D4D-A93F-349C-B48F550B99A5}"/>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718831A1-DE45-554E-F69C-1A0207AAA647}"/>
              </a:ext>
            </a:extLst>
          </p:cNvPr>
          <p:cNvPicPr>
            <a:picLocks noChangeAspect="1"/>
          </p:cNvPicPr>
          <p:nvPr/>
        </p:nvPicPr>
        <p:blipFill>
          <a:blip r:embed="rId2"/>
          <a:stretch>
            <a:fillRect/>
          </a:stretch>
        </p:blipFill>
        <p:spPr>
          <a:xfrm>
            <a:off x="2133600" y="4343400"/>
            <a:ext cx="8220075" cy="1457325"/>
          </a:xfrm>
          <a:prstGeom prst="rect">
            <a:avLst/>
          </a:prstGeom>
        </p:spPr>
      </p:pic>
    </p:spTree>
    <p:extLst>
      <p:ext uri="{BB962C8B-B14F-4D97-AF65-F5344CB8AC3E}">
        <p14:creationId xmlns:p14="http://schemas.microsoft.com/office/powerpoint/2010/main" val="351119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39CE3-728F-6AFB-4B0E-ED695E0E2A42}"/>
              </a:ext>
            </a:extLst>
          </p:cNvPr>
          <p:cNvSpPr>
            <a:spLocks noGrp="1"/>
          </p:cNvSpPr>
          <p:nvPr>
            <p:ph type="title"/>
          </p:nvPr>
        </p:nvSpPr>
        <p:spPr/>
        <p:txBody>
          <a:bodyPr/>
          <a:lstStyle/>
          <a:p>
            <a:r>
              <a:rPr lang="en-US" dirty="0"/>
              <a:t>13.1.2 Hierarchical Collections</a:t>
            </a:r>
          </a:p>
        </p:txBody>
      </p:sp>
      <p:sp>
        <p:nvSpPr>
          <p:cNvPr id="3" name="Content Placeholder 2">
            <a:extLst>
              <a:ext uri="{FF2B5EF4-FFF2-40B4-BE49-F238E27FC236}">
                <a16:creationId xmlns:a16="http://schemas.microsoft.com/office/drawing/2014/main" id="{BEB8B9EA-AF25-4394-FD36-62E4CAC9E539}"/>
              </a:ext>
            </a:extLst>
          </p:cNvPr>
          <p:cNvSpPr>
            <a:spLocks noGrp="1"/>
          </p:cNvSpPr>
          <p:nvPr>
            <p:ph idx="1"/>
          </p:nvPr>
        </p:nvSpPr>
        <p:spPr>
          <a:xfrm>
            <a:off x="836802" y="1600200"/>
            <a:ext cx="10515600" cy="4351338"/>
          </a:xfrm>
        </p:spPr>
        <p:txBody>
          <a:bodyPr/>
          <a:lstStyle/>
          <a:p>
            <a:r>
              <a:rPr lang="en-US" sz="1800" b="0" i="0" dirty="0">
                <a:solidFill>
                  <a:srgbClr val="242021"/>
                </a:solidFill>
                <a:effectLst/>
                <a:latin typeface="JansonText-Roman"/>
              </a:rPr>
              <a:t>Data items in </a:t>
            </a:r>
            <a:r>
              <a:rPr lang="en-US" sz="1800" b="1" i="0" dirty="0">
                <a:solidFill>
                  <a:srgbClr val="242021"/>
                </a:solidFill>
                <a:effectLst/>
                <a:latin typeface="JansonText-Bold"/>
              </a:rPr>
              <a:t>hierarchical collections </a:t>
            </a:r>
            <a:r>
              <a:rPr lang="en-US" sz="1800" b="0" i="0" dirty="0">
                <a:solidFill>
                  <a:srgbClr val="242021"/>
                </a:solidFill>
                <a:effectLst/>
                <a:latin typeface="JansonText-Roman"/>
              </a:rPr>
              <a:t>are ordered in a structure reminiscent of an upside-down tree. </a:t>
            </a:r>
          </a:p>
          <a:p>
            <a:r>
              <a:rPr lang="en-US" sz="1800" b="0" i="0" dirty="0">
                <a:solidFill>
                  <a:srgbClr val="242021"/>
                </a:solidFill>
                <a:effectLst/>
                <a:latin typeface="JansonText-Roman"/>
              </a:rPr>
              <a:t>Each data item except the one at the top has just one predecessor, its </a:t>
            </a:r>
            <a:r>
              <a:rPr lang="en-US" sz="1800" b="1" i="0" dirty="0">
                <a:solidFill>
                  <a:srgbClr val="242021"/>
                </a:solidFill>
                <a:effectLst/>
                <a:latin typeface="JansonText-Bold"/>
              </a:rPr>
              <a:t>parent</a:t>
            </a:r>
            <a:r>
              <a:rPr lang="en-US" sz="1800" b="0" i="0" dirty="0">
                <a:solidFill>
                  <a:srgbClr val="242021"/>
                </a:solidFill>
                <a:effectLst/>
                <a:latin typeface="JansonText-Roman"/>
              </a:rPr>
              <a:t>, but potentially many successors, called its </a:t>
            </a:r>
            <a:r>
              <a:rPr lang="en-US" sz="1800" b="1" i="0" dirty="0">
                <a:solidFill>
                  <a:srgbClr val="242021"/>
                </a:solidFill>
                <a:effectLst/>
                <a:latin typeface="JansonText-Bold"/>
              </a:rPr>
              <a:t>children</a:t>
            </a:r>
            <a:r>
              <a:rPr lang="en-US" sz="1800" b="0" i="0" dirty="0">
                <a:solidFill>
                  <a:srgbClr val="242021"/>
                </a:solidFill>
                <a:effectLst/>
                <a:latin typeface="JansonText-Roman"/>
              </a:rPr>
              <a:t>.</a:t>
            </a:r>
            <a:r>
              <a:rPr lang="en-US" dirty="0"/>
              <a:t> </a:t>
            </a:r>
          </a:p>
          <a:p>
            <a:r>
              <a:rPr lang="en-US" sz="1800" b="0" i="0" dirty="0">
                <a:solidFill>
                  <a:srgbClr val="242021"/>
                </a:solidFill>
                <a:effectLst/>
                <a:latin typeface="JansonText-Roman"/>
              </a:rPr>
              <a:t>A file directory system, a company’s organizational tree, and a book’s table of contents are examples of hierarchical collections.</a:t>
            </a:r>
            <a:r>
              <a:rPr lang="en-US" dirty="0"/>
              <a:t> </a:t>
            </a:r>
            <a:br>
              <a:rPr lang="en-US" dirty="0"/>
            </a:br>
            <a:endParaRPr lang="en-US" dirty="0"/>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A81CCCDE-4606-3706-8290-2F8DC4B1D8B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a:t>
            </a:fld>
            <a:endParaRPr lang="en-US" altLang="en-US" dirty="0"/>
          </a:p>
        </p:txBody>
      </p:sp>
      <p:sp>
        <p:nvSpPr>
          <p:cNvPr id="5" name="Footer Placeholder 4">
            <a:extLst>
              <a:ext uri="{FF2B5EF4-FFF2-40B4-BE49-F238E27FC236}">
                <a16:creationId xmlns:a16="http://schemas.microsoft.com/office/drawing/2014/main" id="{25819F10-137A-6B01-6B6E-B8B6926FBE34}"/>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31CC91ED-C6C1-3DF8-D1B9-B1DA63AA820A}"/>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919A89C4-26C9-8FC0-51FF-9CAA602477C5}"/>
              </a:ext>
            </a:extLst>
          </p:cNvPr>
          <p:cNvPicPr>
            <a:picLocks noChangeAspect="1"/>
          </p:cNvPicPr>
          <p:nvPr/>
        </p:nvPicPr>
        <p:blipFill>
          <a:blip r:embed="rId2"/>
          <a:stretch>
            <a:fillRect/>
          </a:stretch>
        </p:blipFill>
        <p:spPr>
          <a:xfrm>
            <a:off x="2209800" y="4100469"/>
            <a:ext cx="6705600" cy="2314662"/>
          </a:xfrm>
          <a:prstGeom prst="rect">
            <a:avLst/>
          </a:prstGeom>
        </p:spPr>
      </p:pic>
    </p:spTree>
    <p:extLst>
      <p:ext uri="{BB962C8B-B14F-4D97-AF65-F5344CB8AC3E}">
        <p14:creationId xmlns:p14="http://schemas.microsoft.com/office/powerpoint/2010/main" val="3183576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8884D-72AD-1CE8-C042-973423E078E7}"/>
              </a:ext>
            </a:extLst>
          </p:cNvPr>
          <p:cNvSpPr>
            <a:spLocks noGrp="1"/>
          </p:cNvSpPr>
          <p:nvPr>
            <p:ph type="title"/>
          </p:nvPr>
        </p:nvSpPr>
        <p:spPr/>
        <p:txBody>
          <a:bodyPr/>
          <a:lstStyle/>
          <a:p>
            <a:r>
              <a:rPr lang="en-US" dirty="0"/>
              <a:t>13.1.3 Graph Collections</a:t>
            </a:r>
          </a:p>
        </p:txBody>
      </p:sp>
      <p:sp>
        <p:nvSpPr>
          <p:cNvPr id="3" name="Content Placeholder 2">
            <a:extLst>
              <a:ext uri="{FF2B5EF4-FFF2-40B4-BE49-F238E27FC236}">
                <a16:creationId xmlns:a16="http://schemas.microsoft.com/office/drawing/2014/main" id="{C5C35872-473C-1D07-11CE-DA17BD183159}"/>
              </a:ext>
            </a:extLst>
          </p:cNvPr>
          <p:cNvSpPr>
            <a:spLocks noGrp="1"/>
          </p:cNvSpPr>
          <p:nvPr>
            <p:ph idx="1"/>
          </p:nvPr>
        </p:nvSpPr>
        <p:spPr/>
        <p:txBody>
          <a:bodyPr/>
          <a:lstStyle/>
          <a:p>
            <a:r>
              <a:rPr lang="en-US" sz="1800" b="0" i="0" dirty="0">
                <a:solidFill>
                  <a:srgbClr val="242021"/>
                </a:solidFill>
                <a:effectLst/>
                <a:latin typeface="JansonText-Roman"/>
              </a:rPr>
              <a:t>A </a:t>
            </a:r>
            <a:r>
              <a:rPr lang="en-US" sz="1800" b="1" i="0" dirty="0">
                <a:solidFill>
                  <a:srgbClr val="242021"/>
                </a:solidFill>
                <a:effectLst/>
                <a:latin typeface="JansonText-Bold"/>
              </a:rPr>
              <a:t>graph collection</a:t>
            </a:r>
            <a:r>
              <a:rPr lang="en-US" sz="1800" b="0" i="0" dirty="0">
                <a:solidFill>
                  <a:srgbClr val="242021"/>
                </a:solidFill>
                <a:effectLst/>
                <a:latin typeface="JansonText-Roman"/>
              </a:rPr>
              <a:t>, also called a </a:t>
            </a:r>
            <a:r>
              <a:rPr lang="en-US" sz="1800" b="1" i="0" dirty="0">
                <a:solidFill>
                  <a:srgbClr val="242021"/>
                </a:solidFill>
                <a:effectLst/>
                <a:latin typeface="JansonText-Bold"/>
              </a:rPr>
              <a:t>graph</a:t>
            </a:r>
            <a:r>
              <a:rPr lang="en-US" sz="1800" b="0" i="0" dirty="0">
                <a:solidFill>
                  <a:srgbClr val="242021"/>
                </a:solidFill>
                <a:effectLst/>
                <a:latin typeface="JansonText-Roman"/>
              </a:rPr>
              <a:t>, is a collection in which each data item can have many predecessors and many successors. </a:t>
            </a:r>
          </a:p>
          <a:p>
            <a:r>
              <a:rPr lang="en-US" sz="1800" b="0" i="0" dirty="0">
                <a:solidFill>
                  <a:srgbClr val="242021"/>
                </a:solidFill>
                <a:effectLst/>
                <a:latin typeface="JansonText-Roman"/>
              </a:rPr>
              <a:t>Examples of graphs are maps of airline routes between cities and electrical wiring diagrams for buildings.</a:t>
            </a:r>
            <a:r>
              <a:rPr lang="en-US" sz="1400" dirty="0"/>
              <a:t> </a:t>
            </a:r>
            <a:br>
              <a:rPr lang="en-US" sz="1400" dirty="0"/>
            </a:br>
            <a:endParaRPr lang="en-US" sz="1800" b="0" i="0" dirty="0">
              <a:solidFill>
                <a:srgbClr val="242021"/>
              </a:solidFill>
              <a:effectLst/>
              <a:latin typeface="JansonText-Roman"/>
            </a:endParaRPr>
          </a:p>
        </p:txBody>
      </p:sp>
      <p:sp>
        <p:nvSpPr>
          <p:cNvPr id="4" name="Slide Number Placeholder 3">
            <a:extLst>
              <a:ext uri="{FF2B5EF4-FFF2-40B4-BE49-F238E27FC236}">
                <a16:creationId xmlns:a16="http://schemas.microsoft.com/office/drawing/2014/main" id="{530F6C12-0DCB-F564-977E-03C05C8945BB}"/>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9</a:t>
            </a:fld>
            <a:endParaRPr lang="en-US" altLang="en-US" dirty="0"/>
          </a:p>
        </p:txBody>
      </p:sp>
      <p:sp>
        <p:nvSpPr>
          <p:cNvPr id="5" name="Footer Placeholder 4">
            <a:extLst>
              <a:ext uri="{FF2B5EF4-FFF2-40B4-BE49-F238E27FC236}">
                <a16:creationId xmlns:a16="http://schemas.microsoft.com/office/drawing/2014/main" id="{D1089536-CD40-F826-2C5C-7578EB6E7CA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54FEFAD-A656-50B9-472B-814BF64AE0C3}"/>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D40079B2-D877-FA77-8550-5363CF989150}"/>
              </a:ext>
            </a:extLst>
          </p:cNvPr>
          <p:cNvPicPr>
            <a:picLocks noChangeAspect="1"/>
          </p:cNvPicPr>
          <p:nvPr/>
        </p:nvPicPr>
        <p:blipFill>
          <a:blip r:embed="rId2"/>
          <a:stretch>
            <a:fillRect/>
          </a:stretch>
        </p:blipFill>
        <p:spPr>
          <a:xfrm>
            <a:off x="1943100" y="3371850"/>
            <a:ext cx="8305800" cy="2876550"/>
          </a:xfrm>
          <a:prstGeom prst="rect">
            <a:avLst/>
          </a:prstGeom>
        </p:spPr>
      </p:pic>
    </p:spTree>
    <p:extLst>
      <p:ext uri="{BB962C8B-B14F-4D97-AF65-F5344CB8AC3E}">
        <p14:creationId xmlns:p14="http://schemas.microsoft.com/office/powerpoint/2010/main" val="42446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B53C-89DB-1B54-6B64-FF2B9B3000D1}"/>
              </a:ext>
            </a:extLst>
          </p:cNvPr>
          <p:cNvSpPr>
            <a:spLocks noGrp="1"/>
          </p:cNvSpPr>
          <p:nvPr>
            <p:ph type="title"/>
          </p:nvPr>
        </p:nvSpPr>
        <p:spPr/>
        <p:txBody>
          <a:bodyPr/>
          <a:lstStyle/>
          <a:p>
            <a:r>
              <a:rPr lang="en-US" dirty="0"/>
              <a:t>13.1.4 Unordered Collections</a:t>
            </a:r>
          </a:p>
        </p:txBody>
      </p:sp>
      <p:sp>
        <p:nvSpPr>
          <p:cNvPr id="3" name="Content Placeholder 2">
            <a:extLst>
              <a:ext uri="{FF2B5EF4-FFF2-40B4-BE49-F238E27FC236}">
                <a16:creationId xmlns:a16="http://schemas.microsoft.com/office/drawing/2014/main" id="{6521B55C-2C9F-D18B-6604-618541D78EB9}"/>
              </a:ext>
            </a:extLst>
          </p:cNvPr>
          <p:cNvSpPr>
            <a:spLocks noGrp="1"/>
          </p:cNvSpPr>
          <p:nvPr>
            <p:ph idx="1"/>
          </p:nvPr>
        </p:nvSpPr>
        <p:spPr/>
        <p:txBody>
          <a:bodyPr/>
          <a:lstStyle/>
          <a:p>
            <a:r>
              <a:rPr lang="en-US" sz="1800" b="0" i="0" dirty="0">
                <a:solidFill>
                  <a:srgbClr val="242021"/>
                </a:solidFill>
                <a:effectLst/>
                <a:latin typeface="JansonText-Roman"/>
              </a:rPr>
              <a:t>items in an </a:t>
            </a:r>
            <a:r>
              <a:rPr lang="en-US" sz="1800" b="1" i="0" dirty="0">
                <a:solidFill>
                  <a:srgbClr val="242021"/>
                </a:solidFill>
                <a:effectLst/>
                <a:latin typeface="JansonText-Bold"/>
              </a:rPr>
              <a:t>unordered collection </a:t>
            </a:r>
            <a:r>
              <a:rPr lang="en-US" sz="1800" b="0" i="0" dirty="0">
                <a:solidFill>
                  <a:srgbClr val="242021"/>
                </a:solidFill>
                <a:effectLst/>
                <a:latin typeface="JansonText-Roman"/>
              </a:rPr>
              <a:t>are not in any particular order, and one cannot meaningfully speak of an item’s predecessor or successor.</a:t>
            </a:r>
          </a:p>
          <a:p>
            <a:r>
              <a:rPr lang="en-US" sz="1800" b="0" i="0" dirty="0">
                <a:solidFill>
                  <a:srgbClr val="242021"/>
                </a:solidFill>
                <a:effectLst/>
                <a:latin typeface="JansonText-Roman"/>
              </a:rPr>
              <a:t>A bag of marbles is an example of an unordered collection</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1201A5AD-2CBD-1521-2C5B-B5AFA0F7091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10</a:t>
            </a:fld>
            <a:endParaRPr lang="en-US" altLang="en-US" dirty="0"/>
          </a:p>
        </p:txBody>
      </p:sp>
      <p:sp>
        <p:nvSpPr>
          <p:cNvPr id="5" name="Footer Placeholder 4">
            <a:extLst>
              <a:ext uri="{FF2B5EF4-FFF2-40B4-BE49-F238E27FC236}">
                <a16:creationId xmlns:a16="http://schemas.microsoft.com/office/drawing/2014/main" id="{C7BAAE16-7499-9C22-B06C-B5A2ECFA6DD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C01C3A2B-72AC-DC9C-B70A-D1F4D8CD7851}"/>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164F26E9-1873-72CD-23D5-78843826F91E}"/>
              </a:ext>
            </a:extLst>
          </p:cNvPr>
          <p:cNvPicPr>
            <a:picLocks noChangeAspect="1"/>
          </p:cNvPicPr>
          <p:nvPr/>
        </p:nvPicPr>
        <p:blipFill>
          <a:blip r:embed="rId2"/>
          <a:stretch>
            <a:fillRect/>
          </a:stretch>
        </p:blipFill>
        <p:spPr>
          <a:xfrm>
            <a:off x="2057400" y="3568698"/>
            <a:ext cx="8305800" cy="2743200"/>
          </a:xfrm>
          <a:prstGeom prst="rect">
            <a:avLst/>
          </a:prstGeom>
        </p:spPr>
      </p:pic>
    </p:spTree>
    <p:extLst>
      <p:ext uri="{BB962C8B-B14F-4D97-AF65-F5344CB8AC3E}">
        <p14:creationId xmlns:p14="http://schemas.microsoft.com/office/powerpoint/2010/main" val="3985829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A24B-264D-7A6B-0CD5-BDE53FF5B9C5}"/>
              </a:ext>
            </a:extLst>
          </p:cNvPr>
          <p:cNvSpPr>
            <a:spLocks noGrp="1"/>
          </p:cNvSpPr>
          <p:nvPr>
            <p:ph type="title"/>
          </p:nvPr>
        </p:nvSpPr>
        <p:spPr/>
        <p:txBody>
          <a:bodyPr>
            <a:normAutofit/>
          </a:bodyPr>
          <a:lstStyle/>
          <a:p>
            <a:r>
              <a:rPr lang="en-US" dirty="0"/>
              <a:t>13.1.5 Operations on Collections</a:t>
            </a:r>
          </a:p>
        </p:txBody>
      </p:sp>
      <p:sp>
        <p:nvSpPr>
          <p:cNvPr id="3" name="Date Placeholder 2">
            <a:extLst>
              <a:ext uri="{FF2B5EF4-FFF2-40B4-BE49-F238E27FC236}">
                <a16:creationId xmlns:a16="http://schemas.microsoft.com/office/drawing/2014/main" id="{8D00FEEA-D7E6-AF96-81F4-B067A4189891}"/>
              </a:ext>
            </a:extLst>
          </p:cNvPr>
          <p:cNvSpPr>
            <a:spLocks noGrp="1"/>
          </p:cNvSpPr>
          <p:nvPr>
            <p:ph type="dt" sz="half" idx="10"/>
          </p:nvPr>
        </p:nvSpPr>
        <p:spPr/>
        <p:txBody>
          <a:bodyPr/>
          <a:lstStyle/>
          <a:p>
            <a:pPr>
              <a:buFont typeface="Monotype Sorts" charset="2"/>
              <a:buNone/>
              <a:defRPr/>
            </a:pPr>
            <a:fld id="{C4105860-DA06-4136-8ED8-157A1C8FEBE0}" type="datetime1">
              <a:rPr lang="en-US" smtClean="0"/>
              <a:t>12/19/2024</a:t>
            </a:fld>
            <a:endParaRPr lang="en-US" dirty="0"/>
          </a:p>
        </p:txBody>
      </p:sp>
      <p:sp>
        <p:nvSpPr>
          <p:cNvPr id="4" name="Slide Number Placeholder 3">
            <a:extLst>
              <a:ext uri="{FF2B5EF4-FFF2-40B4-BE49-F238E27FC236}">
                <a16:creationId xmlns:a16="http://schemas.microsoft.com/office/drawing/2014/main" id="{C5D3F08B-9B81-3650-2BDA-05A3ADC69BB6}"/>
              </a:ext>
            </a:extLst>
          </p:cNvPr>
          <p:cNvSpPr>
            <a:spLocks noGrp="1"/>
          </p:cNvSpPr>
          <p:nvPr>
            <p:ph type="sldNum" sz="quarter" idx="11"/>
          </p:nvPr>
        </p:nvSpPr>
        <p:spPr/>
        <p:txBody>
          <a:bodyPr/>
          <a:lstStyle/>
          <a:p>
            <a:pPr>
              <a:buFont typeface="Monotype Sorts" charset="2"/>
              <a:buNone/>
              <a:defRPr/>
            </a:pPr>
            <a:fld id="{3668E2E4-C289-40FA-803B-52DC86338CE3}" type="slidenum">
              <a:rPr lang="en-US" smtClean="0"/>
              <a:pPr>
                <a:buFont typeface="Monotype Sorts" charset="2"/>
                <a:buNone/>
                <a:defRPr/>
              </a:pPr>
              <a:t>11</a:t>
            </a:fld>
            <a:endParaRPr lang="en-US" dirty="0"/>
          </a:p>
        </p:txBody>
      </p:sp>
      <p:sp>
        <p:nvSpPr>
          <p:cNvPr id="5" name="Footer Placeholder 4">
            <a:extLst>
              <a:ext uri="{FF2B5EF4-FFF2-40B4-BE49-F238E27FC236}">
                <a16:creationId xmlns:a16="http://schemas.microsoft.com/office/drawing/2014/main" id="{43E206B8-419A-96ED-D800-4ACE33743BA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0F0B2683-DCFC-B953-7EF5-8544CBE5CD65}"/>
              </a:ext>
            </a:extLst>
          </p:cNvPr>
          <p:cNvPicPr>
            <a:picLocks noChangeAspect="1"/>
          </p:cNvPicPr>
          <p:nvPr/>
        </p:nvPicPr>
        <p:blipFill>
          <a:blip r:embed="rId2"/>
          <a:stretch>
            <a:fillRect/>
          </a:stretch>
        </p:blipFill>
        <p:spPr>
          <a:xfrm>
            <a:off x="1690687" y="2009775"/>
            <a:ext cx="8810625" cy="2838450"/>
          </a:xfrm>
          <a:prstGeom prst="rect">
            <a:avLst/>
          </a:prstGeom>
        </p:spPr>
      </p:pic>
    </p:spTree>
    <p:extLst>
      <p:ext uri="{BB962C8B-B14F-4D97-AF65-F5344CB8AC3E}">
        <p14:creationId xmlns:p14="http://schemas.microsoft.com/office/powerpoint/2010/main" val="197257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A24B-264D-7A6B-0CD5-BDE53FF5B9C5}"/>
              </a:ext>
            </a:extLst>
          </p:cNvPr>
          <p:cNvSpPr>
            <a:spLocks noGrp="1"/>
          </p:cNvSpPr>
          <p:nvPr>
            <p:ph type="title"/>
          </p:nvPr>
        </p:nvSpPr>
        <p:spPr/>
        <p:txBody>
          <a:bodyPr>
            <a:normAutofit/>
          </a:bodyPr>
          <a:lstStyle/>
          <a:p>
            <a:r>
              <a:rPr lang="en-US" dirty="0"/>
              <a:t>13.1.5 Operations on Collections</a:t>
            </a:r>
          </a:p>
        </p:txBody>
      </p:sp>
      <p:sp>
        <p:nvSpPr>
          <p:cNvPr id="3" name="Date Placeholder 2">
            <a:extLst>
              <a:ext uri="{FF2B5EF4-FFF2-40B4-BE49-F238E27FC236}">
                <a16:creationId xmlns:a16="http://schemas.microsoft.com/office/drawing/2014/main" id="{8D00FEEA-D7E6-AF96-81F4-B067A4189891}"/>
              </a:ext>
            </a:extLst>
          </p:cNvPr>
          <p:cNvSpPr>
            <a:spLocks noGrp="1"/>
          </p:cNvSpPr>
          <p:nvPr>
            <p:ph type="dt" sz="half" idx="10"/>
          </p:nvPr>
        </p:nvSpPr>
        <p:spPr/>
        <p:txBody>
          <a:bodyPr/>
          <a:lstStyle/>
          <a:p>
            <a:pPr>
              <a:buFont typeface="Monotype Sorts" charset="2"/>
              <a:buNone/>
              <a:defRPr/>
            </a:pPr>
            <a:fld id="{C4105860-DA06-4136-8ED8-157A1C8FEBE0}" type="datetime1">
              <a:rPr lang="en-US" smtClean="0"/>
              <a:t>12/19/2024</a:t>
            </a:fld>
            <a:endParaRPr lang="en-US" dirty="0"/>
          </a:p>
        </p:txBody>
      </p:sp>
      <p:sp>
        <p:nvSpPr>
          <p:cNvPr id="4" name="Slide Number Placeholder 3">
            <a:extLst>
              <a:ext uri="{FF2B5EF4-FFF2-40B4-BE49-F238E27FC236}">
                <a16:creationId xmlns:a16="http://schemas.microsoft.com/office/drawing/2014/main" id="{C5D3F08B-9B81-3650-2BDA-05A3ADC69BB6}"/>
              </a:ext>
            </a:extLst>
          </p:cNvPr>
          <p:cNvSpPr>
            <a:spLocks noGrp="1"/>
          </p:cNvSpPr>
          <p:nvPr>
            <p:ph type="sldNum" sz="quarter" idx="11"/>
          </p:nvPr>
        </p:nvSpPr>
        <p:spPr/>
        <p:txBody>
          <a:bodyPr/>
          <a:lstStyle/>
          <a:p>
            <a:pPr>
              <a:buFont typeface="Monotype Sorts" charset="2"/>
              <a:buNone/>
              <a:defRPr/>
            </a:pPr>
            <a:fld id="{3668E2E4-C289-40FA-803B-52DC86338CE3}" type="slidenum">
              <a:rPr lang="en-US" smtClean="0"/>
              <a:pPr>
                <a:buFont typeface="Monotype Sorts" charset="2"/>
                <a:buNone/>
                <a:defRPr/>
              </a:pPr>
              <a:t>12</a:t>
            </a:fld>
            <a:endParaRPr lang="en-US" dirty="0"/>
          </a:p>
        </p:txBody>
      </p:sp>
      <p:sp>
        <p:nvSpPr>
          <p:cNvPr id="5" name="Footer Placeholder 4">
            <a:extLst>
              <a:ext uri="{FF2B5EF4-FFF2-40B4-BE49-F238E27FC236}">
                <a16:creationId xmlns:a16="http://schemas.microsoft.com/office/drawing/2014/main" id="{43E206B8-419A-96ED-D800-4ACE33743BA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8" name="Picture 7">
            <a:extLst>
              <a:ext uri="{FF2B5EF4-FFF2-40B4-BE49-F238E27FC236}">
                <a16:creationId xmlns:a16="http://schemas.microsoft.com/office/drawing/2014/main" id="{1594706A-25F0-9D68-7EE2-C41F203DE6A5}"/>
              </a:ext>
            </a:extLst>
          </p:cNvPr>
          <p:cNvPicPr>
            <a:picLocks noChangeAspect="1"/>
          </p:cNvPicPr>
          <p:nvPr/>
        </p:nvPicPr>
        <p:blipFill>
          <a:blip r:embed="rId2"/>
          <a:stretch>
            <a:fillRect/>
          </a:stretch>
        </p:blipFill>
        <p:spPr>
          <a:xfrm>
            <a:off x="1704975" y="1137215"/>
            <a:ext cx="7972425" cy="5101660"/>
          </a:xfrm>
          <a:prstGeom prst="rect">
            <a:avLst/>
          </a:prstGeom>
        </p:spPr>
      </p:pic>
    </p:spTree>
    <p:extLst>
      <p:ext uri="{BB962C8B-B14F-4D97-AF65-F5344CB8AC3E}">
        <p14:creationId xmlns:p14="http://schemas.microsoft.com/office/powerpoint/2010/main" val="1856583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A24B-264D-7A6B-0CD5-BDE53FF5B9C5}"/>
              </a:ext>
            </a:extLst>
          </p:cNvPr>
          <p:cNvSpPr>
            <a:spLocks noGrp="1"/>
          </p:cNvSpPr>
          <p:nvPr>
            <p:ph type="title"/>
          </p:nvPr>
        </p:nvSpPr>
        <p:spPr/>
        <p:txBody>
          <a:bodyPr>
            <a:normAutofit/>
          </a:bodyPr>
          <a:lstStyle/>
          <a:p>
            <a:r>
              <a:rPr lang="en-US" dirty="0"/>
              <a:t>13.1.5 Operations on Collections</a:t>
            </a:r>
          </a:p>
        </p:txBody>
      </p:sp>
      <p:sp>
        <p:nvSpPr>
          <p:cNvPr id="3" name="Date Placeholder 2">
            <a:extLst>
              <a:ext uri="{FF2B5EF4-FFF2-40B4-BE49-F238E27FC236}">
                <a16:creationId xmlns:a16="http://schemas.microsoft.com/office/drawing/2014/main" id="{8D00FEEA-D7E6-AF96-81F4-B067A4189891}"/>
              </a:ext>
            </a:extLst>
          </p:cNvPr>
          <p:cNvSpPr>
            <a:spLocks noGrp="1"/>
          </p:cNvSpPr>
          <p:nvPr>
            <p:ph type="dt" sz="half" idx="10"/>
          </p:nvPr>
        </p:nvSpPr>
        <p:spPr/>
        <p:txBody>
          <a:bodyPr/>
          <a:lstStyle/>
          <a:p>
            <a:pPr>
              <a:buFont typeface="Monotype Sorts" charset="2"/>
              <a:buNone/>
              <a:defRPr/>
            </a:pPr>
            <a:fld id="{C4105860-DA06-4136-8ED8-157A1C8FEBE0}" type="datetime1">
              <a:rPr lang="en-US" smtClean="0"/>
              <a:t>12/19/2024</a:t>
            </a:fld>
            <a:endParaRPr lang="en-US" dirty="0"/>
          </a:p>
        </p:txBody>
      </p:sp>
      <p:sp>
        <p:nvSpPr>
          <p:cNvPr id="4" name="Slide Number Placeholder 3">
            <a:extLst>
              <a:ext uri="{FF2B5EF4-FFF2-40B4-BE49-F238E27FC236}">
                <a16:creationId xmlns:a16="http://schemas.microsoft.com/office/drawing/2014/main" id="{C5D3F08B-9B81-3650-2BDA-05A3ADC69BB6}"/>
              </a:ext>
            </a:extLst>
          </p:cNvPr>
          <p:cNvSpPr>
            <a:spLocks noGrp="1"/>
          </p:cNvSpPr>
          <p:nvPr>
            <p:ph type="sldNum" sz="quarter" idx="11"/>
          </p:nvPr>
        </p:nvSpPr>
        <p:spPr/>
        <p:txBody>
          <a:bodyPr/>
          <a:lstStyle/>
          <a:p>
            <a:pPr>
              <a:buFont typeface="Monotype Sorts" charset="2"/>
              <a:buNone/>
              <a:defRPr/>
            </a:pPr>
            <a:fld id="{3668E2E4-C289-40FA-803B-52DC86338CE3}" type="slidenum">
              <a:rPr lang="en-US" smtClean="0"/>
              <a:pPr>
                <a:buFont typeface="Monotype Sorts" charset="2"/>
                <a:buNone/>
                <a:defRPr/>
              </a:pPr>
              <a:t>13</a:t>
            </a:fld>
            <a:endParaRPr lang="en-US" dirty="0"/>
          </a:p>
        </p:txBody>
      </p:sp>
      <p:sp>
        <p:nvSpPr>
          <p:cNvPr id="5" name="Footer Placeholder 4">
            <a:extLst>
              <a:ext uri="{FF2B5EF4-FFF2-40B4-BE49-F238E27FC236}">
                <a16:creationId xmlns:a16="http://schemas.microsoft.com/office/drawing/2014/main" id="{43E206B8-419A-96ED-D800-4ACE33743BA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63EA4AF4-E2D6-3755-964C-5439C41C60A8}"/>
              </a:ext>
            </a:extLst>
          </p:cNvPr>
          <p:cNvPicPr>
            <a:picLocks noChangeAspect="1"/>
          </p:cNvPicPr>
          <p:nvPr/>
        </p:nvPicPr>
        <p:blipFill>
          <a:blip r:embed="rId2"/>
          <a:stretch>
            <a:fillRect/>
          </a:stretch>
        </p:blipFill>
        <p:spPr>
          <a:xfrm>
            <a:off x="2405062" y="1447800"/>
            <a:ext cx="7381875" cy="4870762"/>
          </a:xfrm>
          <a:prstGeom prst="rect">
            <a:avLst/>
          </a:prstGeom>
        </p:spPr>
      </p:pic>
    </p:spTree>
    <p:extLst>
      <p:ext uri="{BB962C8B-B14F-4D97-AF65-F5344CB8AC3E}">
        <p14:creationId xmlns:p14="http://schemas.microsoft.com/office/powerpoint/2010/main" val="735507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950FC-ED1A-35FA-5CF8-C46FDF9C99EA}"/>
              </a:ext>
            </a:extLst>
          </p:cNvPr>
          <p:cNvSpPr>
            <a:spLocks noGrp="1"/>
          </p:cNvSpPr>
          <p:nvPr>
            <p:ph type="title"/>
          </p:nvPr>
        </p:nvSpPr>
        <p:spPr/>
        <p:txBody>
          <a:bodyPr/>
          <a:lstStyle/>
          <a:p>
            <a:r>
              <a:rPr lang="en-US" dirty="0"/>
              <a:t>13.1.6 Abstraction and Abstract Data Types</a:t>
            </a:r>
          </a:p>
        </p:txBody>
      </p:sp>
      <p:sp>
        <p:nvSpPr>
          <p:cNvPr id="3" name="Content Placeholder 2">
            <a:extLst>
              <a:ext uri="{FF2B5EF4-FFF2-40B4-BE49-F238E27FC236}">
                <a16:creationId xmlns:a16="http://schemas.microsoft.com/office/drawing/2014/main" id="{864166F0-1F38-56A7-A27C-EAFEC6F3AC85}"/>
              </a:ext>
            </a:extLst>
          </p:cNvPr>
          <p:cNvSpPr>
            <a:spLocks noGrp="1"/>
          </p:cNvSpPr>
          <p:nvPr>
            <p:ph idx="1"/>
          </p:nvPr>
        </p:nvSpPr>
        <p:spPr/>
        <p:txBody>
          <a:bodyPr/>
          <a:lstStyle/>
          <a:p>
            <a:r>
              <a:rPr lang="en-US" sz="2000" b="0" i="0" dirty="0">
                <a:solidFill>
                  <a:srgbClr val="242021"/>
                </a:solidFill>
                <a:effectLst/>
                <a:latin typeface="JansonText-Roman"/>
              </a:rPr>
              <a:t>User’s perspective: a collection is an abstraction, and for this reason, in computer science, collections are called </a:t>
            </a:r>
            <a:r>
              <a:rPr lang="en-US" sz="2000" b="1" i="0" dirty="0">
                <a:solidFill>
                  <a:srgbClr val="242021"/>
                </a:solidFill>
                <a:effectLst/>
                <a:latin typeface="JansonText-Bold"/>
              </a:rPr>
              <a:t>abstract data types (ADTs)</a:t>
            </a:r>
            <a:r>
              <a:rPr lang="en-US" sz="2000" b="0" i="0" dirty="0">
                <a:solidFill>
                  <a:srgbClr val="242021"/>
                </a:solidFill>
                <a:effectLst/>
                <a:latin typeface="JansonText-Roman"/>
              </a:rPr>
              <a:t>. </a:t>
            </a:r>
          </a:p>
          <a:p>
            <a:pPr lvl="1"/>
            <a:r>
              <a:rPr lang="en-US" sz="1800" b="0" i="0" dirty="0">
                <a:solidFill>
                  <a:srgbClr val="242021"/>
                </a:solidFill>
                <a:effectLst/>
                <a:latin typeface="JansonText-Roman"/>
              </a:rPr>
              <a:t>The user of an ADT is concerned only with learning its interface, or the set of operations that objects of that type recognize.</a:t>
            </a:r>
          </a:p>
          <a:p>
            <a:r>
              <a:rPr lang="en-US" sz="2000" b="0" i="0" dirty="0">
                <a:solidFill>
                  <a:srgbClr val="242021"/>
                </a:solidFill>
                <a:effectLst/>
                <a:latin typeface="JansonText-Roman"/>
              </a:rPr>
              <a:t>Developers of collections are concerned with implementing a collection’s behavior in the most efficient manner possible, with the goal of providing the best performance to users of the collections</a:t>
            </a:r>
            <a:r>
              <a:rPr lang="en-US" sz="2000" dirty="0"/>
              <a:t>  </a:t>
            </a:r>
            <a:br>
              <a:rPr lang="en-US" dirty="0"/>
            </a:br>
            <a:endParaRPr lang="en-US" dirty="0"/>
          </a:p>
        </p:txBody>
      </p:sp>
      <p:sp>
        <p:nvSpPr>
          <p:cNvPr id="4" name="Slide Number Placeholder 3">
            <a:extLst>
              <a:ext uri="{FF2B5EF4-FFF2-40B4-BE49-F238E27FC236}">
                <a16:creationId xmlns:a16="http://schemas.microsoft.com/office/drawing/2014/main" id="{0FFF54D1-4AC7-1B78-42E0-986033AA289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14</a:t>
            </a:fld>
            <a:endParaRPr lang="en-US" altLang="en-US" dirty="0"/>
          </a:p>
        </p:txBody>
      </p:sp>
      <p:sp>
        <p:nvSpPr>
          <p:cNvPr id="5" name="Footer Placeholder 4">
            <a:extLst>
              <a:ext uri="{FF2B5EF4-FFF2-40B4-BE49-F238E27FC236}">
                <a16:creationId xmlns:a16="http://schemas.microsoft.com/office/drawing/2014/main" id="{4DEA6DF3-04E8-0E13-CCD0-1CCAA19ADFEB}"/>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B6B2EDBA-E382-FF3B-C3ED-E7CF7E85F1A6}"/>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2262771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9145-3C76-3612-768E-4B9C64EADE99}"/>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9E3AB4D0-180C-CA28-57D1-0C15DB65D18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15</a:t>
            </a:fld>
            <a:endParaRPr lang="en-US" dirty="0"/>
          </a:p>
        </p:txBody>
      </p:sp>
      <p:sp>
        <p:nvSpPr>
          <p:cNvPr id="4" name="Footer Placeholder 3">
            <a:extLst>
              <a:ext uri="{FF2B5EF4-FFF2-40B4-BE49-F238E27FC236}">
                <a16:creationId xmlns:a16="http://schemas.microsoft.com/office/drawing/2014/main" id="{79A233AB-BB25-2BD4-E5C4-130D123CF8D8}"/>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7460C61-191C-3127-52B3-793CD78D5DBA}"/>
              </a:ext>
            </a:extLst>
          </p:cNvPr>
          <p:cNvPicPr>
            <a:picLocks noChangeAspect="1"/>
          </p:cNvPicPr>
          <p:nvPr/>
        </p:nvPicPr>
        <p:blipFill>
          <a:blip r:embed="rId2"/>
          <a:stretch>
            <a:fillRect/>
          </a:stretch>
        </p:blipFill>
        <p:spPr>
          <a:xfrm>
            <a:off x="1514475" y="2266950"/>
            <a:ext cx="9163050" cy="2324100"/>
          </a:xfrm>
          <a:prstGeom prst="rect">
            <a:avLst/>
          </a:prstGeom>
        </p:spPr>
      </p:pic>
    </p:spTree>
    <p:extLst>
      <p:ext uri="{BB962C8B-B14F-4D97-AF65-F5344CB8AC3E}">
        <p14:creationId xmlns:p14="http://schemas.microsoft.com/office/powerpoint/2010/main" val="3683923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AE046-426E-7CC5-D559-F0B2951624F5}"/>
              </a:ext>
            </a:extLst>
          </p:cNvPr>
          <p:cNvSpPr>
            <a:spLocks noGrp="1"/>
          </p:cNvSpPr>
          <p:nvPr>
            <p:ph type="title"/>
          </p:nvPr>
        </p:nvSpPr>
        <p:spPr/>
        <p:txBody>
          <a:bodyPr/>
          <a:lstStyle/>
          <a:p>
            <a:r>
              <a:rPr lang="en-US" dirty="0"/>
              <a:t>13.2 Data Structures for Implementing Collections: Arrays</a:t>
            </a:r>
          </a:p>
        </p:txBody>
      </p:sp>
      <p:sp>
        <p:nvSpPr>
          <p:cNvPr id="3" name="Date Placeholder 2">
            <a:extLst>
              <a:ext uri="{FF2B5EF4-FFF2-40B4-BE49-F238E27FC236}">
                <a16:creationId xmlns:a16="http://schemas.microsoft.com/office/drawing/2014/main" id="{457EEB97-080D-47EF-90C7-EBDF620FB219}"/>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2D7D7EF1-4112-4E36-1992-3E30F66CBA49}"/>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16</a:t>
            </a:fld>
            <a:endParaRPr lang="en-US" dirty="0"/>
          </a:p>
        </p:txBody>
      </p:sp>
      <p:sp>
        <p:nvSpPr>
          <p:cNvPr id="5" name="Footer Placeholder 4">
            <a:extLst>
              <a:ext uri="{FF2B5EF4-FFF2-40B4-BE49-F238E27FC236}">
                <a16:creationId xmlns:a16="http://schemas.microsoft.com/office/drawing/2014/main" id="{54C23FD7-E83C-170B-A167-6FC7A581D9A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383623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2C751-D529-AA5B-7DA9-85EAF696DC88}"/>
              </a:ext>
            </a:extLst>
          </p:cNvPr>
          <p:cNvSpPr>
            <a:spLocks noGrp="1"/>
          </p:cNvSpPr>
          <p:nvPr>
            <p:ph type="title"/>
          </p:nvPr>
        </p:nvSpPr>
        <p:spPr/>
        <p:txBody>
          <a:bodyPr/>
          <a:lstStyle/>
          <a:p>
            <a:r>
              <a:rPr lang="en-US" dirty="0"/>
              <a:t>13.2.1 The Array Data Structure</a:t>
            </a:r>
          </a:p>
        </p:txBody>
      </p:sp>
      <p:sp>
        <p:nvSpPr>
          <p:cNvPr id="3" name="Content Placeholder 2">
            <a:extLst>
              <a:ext uri="{FF2B5EF4-FFF2-40B4-BE49-F238E27FC236}">
                <a16:creationId xmlns:a16="http://schemas.microsoft.com/office/drawing/2014/main" id="{0393B094-A96D-4D99-537C-B48F7CF3541F}"/>
              </a:ext>
            </a:extLst>
          </p:cNvPr>
          <p:cNvSpPr>
            <a:spLocks noGrp="1"/>
          </p:cNvSpPr>
          <p:nvPr>
            <p:ph idx="1"/>
          </p:nvPr>
        </p:nvSpPr>
        <p:spPr/>
        <p:txBody>
          <a:bodyPr/>
          <a:lstStyle/>
          <a:p>
            <a:r>
              <a:rPr lang="en-US" sz="2000" b="0" i="0" dirty="0">
                <a:solidFill>
                  <a:srgbClr val="242021"/>
                </a:solidFill>
                <a:effectLst/>
                <a:latin typeface="JansonText-Roman"/>
              </a:rPr>
              <a:t>An array represents a sequence of items that can be accessed or replaced at given index positions.</a:t>
            </a:r>
          </a:p>
          <a:p>
            <a:pPr lvl="1"/>
            <a:r>
              <a:rPr lang="en-US" sz="1800" b="0" i="0" dirty="0">
                <a:solidFill>
                  <a:srgbClr val="242021"/>
                </a:solidFill>
                <a:effectLst/>
                <a:latin typeface="JansonText-Roman"/>
              </a:rPr>
              <a:t>The underlying data structure of a Python list is an array</a:t>
            </a:r>
          </a:p>
          <a:p>
            <a:pPr lvl="1"/>
            <a:r>
              <a:rPr lang="en-US" sz="1800" b="0" i="0" dirty="0">
                <a:solidFill>
                  <a:srgbClr val="242021"/>
                </a:solidFill>
                <a:effectLst/>
                <a:latin typeface="JansonText-Roman"/>
              </a:rPr>
              <a:t>The length or capacity of an array is fixed when it is created</a:t>
            </a:r>
            <a:r>
              <a:rPr lang="en-US" dirty="0"/>
              <a:t> </a:t>
            </a:r>
          </a:p>
          <a:p>
            <a:pPr marL="0" indent="0">
              <a:buNone/>
            </a:pPr>
            <a:br>
              <a:rPr lang="en-US" dirty="0"/>
            </a:br>
            <a:r>
              <a:rPr lang="en-US" dirty="0"/>
              <a:t> </a:t>
            </a:r>
          </a:p>
          <a:p>
            <a:endParaRPr lang="en-US" dirty="0"/>
          </a:p>
        </p:txBody>
      </p:sp>
      <p:sp>
        <p:nvSpPr>
          <p:cNvPr id="4" name="Slide Number Placeholder 3">
            <a:extLst>
              <a:ext uri="{FF2B5EF4-FFF2-40B4-BE49-F238E27FC236}">
                <a16:creationId xmlns:a16="http://schemas.microsoft.com/office/drawing/2014/main" id="{B9B58FB9-8DF3-0FF8-BE10-505D7AF6772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17</a:t>
            </a:fld>
            <a:endParaRPr lang="en-US" altLang="en-US" dirty="0"/>
          </a:p>
        </p:txBody>
      </p:sp>
      <p:sp>
        <p:nvSpPr>
          <p:cNvPr id="5" name="Footer Placeholder 4">
            <a:extLst>
              <a:ext uri="{FF2B5EF4-FFF2-40B4-BE49-F238E27FC236}">
                <a16:creationId xmlns:a16="http://schemas.microsoft.com/office/drawing/2014/main" id="{009CBAEE-8BA0-A675-B231-B69FA4CDB1ED}"/>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6EBF8375-164B-3796-7C32-088D44EF74FF}"/>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459459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A9149F-5311-BF9B-57A3-09DA5E073751}"/>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01C92412-6DEE-7BA3-F753-DBBB3DD2F8E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18</a:t>
            </a:fld>
            <a:endParaRPr lang="en-US" dirty="0"/>
          </a:p>
        </p:txBody>
      </p:sp>
      <p:sp>
        <p:nvSpPr>
          <p:cNvPr id="4" name="Footer Placeholder 3">
            <a:extLst>
              <a:ext uri="{FF2B5EF4-FFF2-40B4-BE49-F238E27FC236}">
                <a16:creationId xmlns:a16="http://schemas.microsoft.com/office/drawing/2014/main" id="{F2F8EBCE-9785-0ED3-CFA5-633F9021133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95ED3291-F635-4BC5-1DBA-16E8543356E9}"/>
              </a:ext>
            </a:extLst>
          </p:cNvPr>
          <p:cNvPicPr>
            <a:picLocks noChangeAspect="1"/>
          </p:cNvPicPr>
          <p:nvPr/>
        </p:nvPicPr>
        <p:blipFill>
          <a:blip r:embed="rId2"/>
          <a:stretch>
            <a:fillRect/>
          </a:stretch>
        </p:blipFill>
        <p:spPr>
          <a:xfrm>
            <a:off x="1643062" y="1690687"/>
            <a:ext cx="8905875" cy="3476625"/>
          </a:xfrm>
          <a:prstGeom prst="rect">
            <a:avLst/>
          </a:prstGeom>
        </p:spPr>
      </p:pic>
    </p:spTree>
    <p:extLst>
      <p:ext uri="{BB962C8B-B14F-4D97-AF65-F5344CB8AC3E}">
        <p14:creationId xmlns:p14="http://schemas.microsoft.com/office/powerpoint/2010/main" val="3626075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5F05E-A07A-65A3-9555-1B385633C342}"/>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D16C783A-B7EC-F0AD-6DF8-365475ED661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19</a:t>
            </a:fld>
            <a:endParaRPr lang="en-US" dirty="0"/>
          </a:p>
        </p:txBody>
      </p:sp>
      <p:sp>
        <p:nvSpPr>
          <p:cNvPr id="4" name="Footer Placeholder 3">
            <a:extLst>
              <a:ext uri="{FF2B5EF4-FFF2-40B4-BE49-F238E27FC236}">
                <a16:creationId xmlns:a16="http://schemas.microsoft.com/office/drawing/2014/main" id="{AFEE93F7-B755-9FA3-8667-359E60A94A5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8" name="Picture 7">
            <a:extLst>
              <a:ext uri="{FF2B5EF4-FFF2-40B4-BE49-F238E27FC236}">
                <a16:creationId xmlns:a16="http://schemas.microsoft.com/office/drawing/2014/main" id="{4CC95512-BBA3-7CC7-BF73-F56772435612}"/>
              </a:ext>
            </a:extLst>
          </p:cNvPr>
          <p:cNvPicPr>
            <a:picLocks noChangeAspect="1"/>
          </p:cNvPicPr>
          <p:nvPr/>
        </p:nvPicPr>
        <p:blipFill>
          <a:blip r:embed="rId2"/>
          <a:stretch>
            <a:fillRect/>
          </a:stretch>
        </p:blipFill>
        <p:spPr>
          <a:xfrm>
            <a:off x="1952625" y="523875"/>
            <a:ext cx="8286750" cy="5810250"/>
          </a:xfrm>
          <a:prstGeom prst="rect">
            <a:avLst/>
          </a:prstGeom>
        </p:spPr>
      </p:pic>
    </p:spTree>
    <p:extLst>
      <p:ext uri="{BB962C8B-B14F-4D97-AF65-F5344CB8AC3E}">
        <p14:creationId xmlns:p14="http://schemas.microsoft.com/office/powerpoint/2010/main" val="1710524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802793-ADF9-8762-7C33-E3B287199CA0}"/>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FC5F8E56-10AD-9BA8-A48B-1748A02CAA9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20</a:t>
            </a:fld>
            <a:endParaRPr lang="en-US" dirty="0"/>
          </a:p>
        </p:txBody>
      </p:sp>
      <p:sp>
        <p:nvSpPr>
          <p:cNvPr id="4" name="Footer Placeholder 3">
            <a:extLst>
              <a:ext uri="{FF2B5EF4-FFF2-40B4-BE49-F238E27FC236}">
                <a16:creationId xmlns:a16="http://schemas.microsoft.com/office/drawing/2014/main" id="{B8ACE78D-52FF-0470-F12B-9450CA9499B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AADBA788-3D38-64A6-7FCF-1E97FE06B683}"/>
              </a:ext>
            </a:extLst>
          </p:cNvPr>
          <p:cNvPicPr>
            <a:picLocks noChangeAspect="1"/>
          </p:cNvPicPr>
          <p:nvPr/>
        </p:nvPicPr>
        <p:blipFill>
          <a:blip r:embed="rId2"/>
          <a:stretch>
            <a:fillRect/>
          </a:stretch>
        </p:blipFill>
        <p:spPr>
          <a:xfrm>
            <a:off x="2133600" y="1676400"/>
            <a:ext cx="8343900" cy="581025"/>
          </a:xfrm>
          <a:prstGeom prst="rect">
            <a:avLst/>
          </a:prstGeom>
        </p:spPr>
      </p:pic>
      <p:pic>
        <p:nvPicPr>
          <p:cNvPr id="8" name="Picture 7">
            <a:extLst>
              <a:ext uri="{FF2B5EF4-FFF2-40B4-BE49-F238E27FC236}">
                <a16:creationId xmlns:a16="http://schemas.microsoft.com/office/drawing/2014/main" id="{CD0855B4-0897-0BBE-5D68-D9C335230FD7}"/>
              </a:ext>
            </a:extLst>
          </p:cNvPr>
          <p:cNvPicPr>
            <a:picLocks noChangeAspect="1"/>
          </p:cNvPicPr>
          <p:nvPr/>
        </p:nvPicPr>
        <p:blipFill>
          <a:blip r:embed="rId3"/>
          <a:stretch>
            <a:fillRect/>
          </a:stretch>
        </p:blipFill>
        <p:spPr>
          <a:xfrm>
            <a:off x="2133600" y="2819400"/>
            <a:ext cx="8286750" cy="3067050"/>
          </a:xfrm>
          <a:prstGeom prst="rect">
            <a:avLst/>
          </a:prstGeom>
        </p:spPr>
      </p:pic>
    </p:spTree>
    <p:extLst>
      <p:ext uri="{BB962C8B-B14F-4D97-AF65-F5344CB8AC3E}">
        <p14:creationId xmlns:p14="http://schemas.microsoft.com/office/powerpoint/2010/main" val="2949466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4C8E7-E704-629A-A81D-9EA3D9D13FB6}"/>
              </a:ext>
            </a:extLst>
          </p:cNvPr>
          <p:cNvSpPr>
            <a:spLocks noGrp="1"/>
          </p:cNvSpPr>
          <p:nvPr>
            <p:ph type="title"/>
          </p:nvPr>
        </p:nvSpPr>
        <p:spPr/>
        <p:txBody>
          <a:bodyPr/>
          <a:lstStyle/>
          <a:p>
            <a:r>
              <a:rPr lang="en-US" dirty="0"/>
              <a:t>13.3 Operations on Arrays</a:t>
            </a:r>
            <a:br>
              <a:rPr lang="en-US" dirty="0"/>
            </a:br>
            <a:endParaRPr lang="en-US" dirty="0"/>
          </a:p>
        </p:txBody>
      </p:sp>
      <p:sp>
        <p:nvSpPr>
          <p:cNvPr id="3" name="Date Placeholder 2">
            <a:extLst>
              <a:ext uri="{FF2B5EF4-FFF2-40B4-BE49-F238E27FC236}">
                <a16:creationId xmlns:a16="http://schemas.microsoft.com/office/drawing/2014/main" id="{0AD8999A-2284-F4F6-398F-19F1900F9FB3}"/>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2DC9B0CA-5373-4F23-8201-494849DCACCF}"/>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21</a:t>
            </a:fld>
            <a:endParaRPr lang="en-US" dirty="0"/>
          </a:p>
        </p:txBody>
      </p:sp>
      <p:sp>
        <p:nvSpPr>
          <p:cNvPr id="5" name="Footer Placeholder 4">
            <a:extLst>
              <a:ext uri="{FF2B5EF4-FFF2-40B4-BE49-F238E27FC236}">
                <a16:creationId xmlns:a16="http://schemas.microsoft.com/office/drawing/2014/main" id="{2AD07ED0-F619-5D49-CB1F-24BD6B30A90D}"/>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466502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26FD9-9975-A1A2-F862-C7EB88854165}"/>
              </a:ext>
            </a:extLst>
          </p:cNvPr>
          <p:cNvSpPr>
            <a:spLocks noGrp="1"/>
          </p:cNvSpPr>
          <p:nvPr>
            <p:ph type="title"/>
          </p:nvPr>
        </p:nvSpPr>
        <p:spPr/>
        <p:txBody>
          <a:bodyPr/>
          <a:lstStyle/>
          <a:p>
            <a:r>
              <a:rPr lang="en-US" dirty="0"/>
              <a:t>13.3.1 Increasing the Size of an Array</a:t>
            </a:r>
          </a:p>
        </p:txBody>
      </p:sp>
      <p:sp>
        <p:nvSpPr>
          <p:cNvPr id="3" name="Content Placeholder 2">
            <a:extLst>
              <a:ext uri="{FF2B5EF4-FFF2-40B4-BE49-F238E27FC236}">
                <a16:creationId xmlns:a16="http://schemas.microsoft.com/office/drawing/2014/main" id="{9AA4C9A0-AF32-EFD3-A17F-6BA2BE94FE05}"/>
              </a:ext>
            </a:extLst>
          </p:cNvPr>
          <p:cNvSpPr>
            <a:spLocks noGrp="1"/>
          </p:cNvSpPr>
          <p:nvPr>
            <p:ph idx="1"/>
          </p:nvPr>
        </p:nvSpPr>
        <p:spPr/>
        <p:txBody>
          <a:bodyPr/>
          <a:lstStyle/>
          <a:p>
            <a:r>
              <a:rPr lang="en-US" sz="1800" b="0" i="0" dirty="0">
                <a:solidFill>
                  <a:srgbClr val="242021"/>
                </a:solidFill>
                <a:effectLst/>
                <a:latin typeface="JansonText-Roman"/>
              </a:rPr>
              <a:t>When a new item is about to be inserted and the array’s logical size equals its physical size, it is time to increase the size of the array.</a:t>
            </a:r>
          </a:p>
          <a:p>
            <a:r>
              <a:rPr lang="en-US" sz="1800" b="0" i="0" dirty="0">
                <a:solidFill>
                  <a:srgbClr val="242021"/>
                </a:solidFill>
                <a:effectLst/>
                <a:latin typeface="JansonText-Roman"/>
              </a:rPr>
              <a:t>The resizing process consists of three steps:</a:t>
            </a:r>
          </a:p>
          <a:p>
            <a:pPr lvl="1"/>
            <a:r>
              <a:rPr lang="en-US" sz="1400" b="0" i="0" dirty="0">
                <a:solidFill>
                  <a:srgbClr val="242021"/>
                </a:solidFill>
                <a:effectLst/>
                <a:latin typeface="JansonText-Roman"/>
              </a:rPr>
              <a:t>1 Create a new, larger array.</a:t>
            </a:r>
          </a:p>
          <a:p>
            <a:pPr lvl="1"/>
            <a:r>
              <a:rPr lang="en-US" sz="1400" b="0" i="0" dirty="0">
                <a:solidFill>
                  <a:srgbClr val="242021"/>
                </a:solidFill>
                <a:effectLst/>
                <a:latin typeface="JansonText-Roman"/>
              </a:rPr>
              <a:t>2 Copy the data from the old array to the new array.</a:t>
            </a:r>
          </a:p>
          <a:p>
            <a:pPr lvl="1"/>
            <a:r>
              <a:rPr lang="en-US" sz="1400" b="0" i="0" dirty="0">
                <a:solidFill>
                  <a:srgbClr val="242021"/>
                </a:solidFill>
                <a:effectLst/>
                <a:latin typeface="JansonText-Roman"/>
              </a:rPr>
              <a:t>3 Reset the old array variable to the new array object.</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0BCA120F-E02B-33AB-EA76-2F5C6D3383B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22</a:t>
            </a:fld>
            <a:endParaRPr lang="en-US" altLang="en-US" dirty="0"/>
          </a:p>
        </p:txBody>
      </p:sp>
      <p:sp>
        <p:nvSpPr>
          <p:cNvPr id="5" name="Footer Placeholder 4">
            <a:extLst>
              <a:ext uri="{FF2B5EF4-FFF2-40B4-BE49-F238E27FC236}">
                <a16:creationId xmlns:a16="http://schemas.microsoft.com/office/drawing/2014/main" id="{42AAE181-DEB0-6B51-6A15-7E69A2FDC390}"/>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39F11E0C-468E-A588-1CB5-2CEF799DF36D}"/>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7DF63AE0-FDF3-4291-4149-F2DB3A0F7024}"/>
              </a:ext>
            </a:extLst>
          </p:cNvPr>
          <p:cNvPicPr>
            <a:picLocks noChangeAspect="1"/>
          </p:cNvPicPr>
          <p:nvPr/>
        </p:nvPicPr>
        <p:blipFill>
          <a:blip r:embed="rId2"/>
          <a:stretch>
            <a:fillRect/>
          </a:stretch>
        </p:blipFill>
        <p:spPr>
          <a:xfrm>
            <a:off x="1019175" y="4419600"/>
            <a:ext cx="10153650" cy="1638300"/>
          </a:xfrm>
          <a:prstGeom prst="rect">
            <a:avLst/>
          </a:prstGeom>
        </p:spPr>
      </p:pic>
    </p:spTree>
    <p:extLst>
      <p:ext uri="{BB962C8B-B14F-4D97-AF65-F5344CB8AC3E}">
        <p14:creationId xmlns:p14="http://schemas.microsoft.com/office/powerpoint/2010/main" val="3393635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E7DA-5EA8-0D71-5104-3D1B9254A14A}"/>
              </a:ext>
            </a:extLst>
          </p:cNvPr>
          <p:cNvSpPr>
            <a:spLocks noGrp="1"/>
          </p:cNvSpPr>
          <p:nvPr>
            <p:ph type="title"/>
          </p:nvPr>
        </p:nvSpPr>
        <p:spPr/>
        <p:txBody>
          <a:bodyPr/>
          <a:lstStyle/>
          <a:p>
            <a:r>
              <a:rPr lang="en-US" dirty="0"/>
              <a:t>13.3.2 Decreasing the Size of an Array</a:t>
            </a:r>
          </a:p>
        </p:txBody>
      </p:sp>
      <p:sp>
        <p:nvSpPr>
          <p:cNvPr id="3" name="Content Placeholder 2">
            <a:extLst>
              <a:ext uri="{FF2B5EF4-FFF2-40B4-BE49-F238E27FC236}">
                <a16:creationId xmlns:a16="http://schemas.microsoft.com/office/drawing/2014/main" id="{B4A5B83A-D5F5-1AF1-3DA0-7BB417C11DB4}"/>
              </a:ext>
            </a:extLst>
          </p:cNvPr>
          <p:cNvSpPr>
            <a:spLocks noGrp="1"/>
          </p:cNvSpPr>
          <p:nvPr>
            <p:ph idx="1"/>
          </p:nvPr>
        </p:nvSpPr>
        <p:spPr/>
        <p:txBody>
          <a:bodyPr/>
          <a:lstStyle/>
          <a:p>
            <a:r>
              <a:rPr lang="en-US" sz="1800" b="0" i="0" dirty="0">
                <a:solidFill>
                  <a:srgbClr val="242021"/>
                </a:solidFill>
                <a:effectLst/>
                <a:latin typeface="JansonText-Roman"/>
              </a:rPr>
              <a:t>When the logical size of an array shrinks, cells go to waste. </a:t>
            </a:r>
          </a:p>
          <a:p>
            <a:r>
              <a:rPr lang="en-US" sz="1800" b="0" i="0" dirty="0">
                <a:solidFill>
                  <a:srgbClr val="242021"/>
                </a:solidFill>
                <a:effectLst/>
                <a:latin typeface="JansonText-Roman"/>
              </a:rPr>
              <a:t>When the number of these unused cells reaches or exceeds a certain threshold, say, three-fourths of the physical size of the array, it is time to decrease the physical size. </a:t>
            </a:r>
          </a:p>
          <a:p>
            <a:pPr lvl="1"/>
            <a:r>
              <a:rPr lang="en-US" sz="1800" b="0" i="0" dirty="0">
                <a:solidFill>
                  <a:srgbClr val="242021"/>
                </a:solidFill>
                <a:effectLst/>
                <a:latin typeface="JansonText-Roman"/>
              </a:rPr>
              <a:t>1 Create a new, smaller array.</a:t>
            </a:r>
          </a:p>
          <a:p>
            <a:pPr lvl="1"/>
            <a:r>
              <a:rPr lang="en-US" sz="1800" b="0" i="0" dirty="0">
                <a:solidFill>
                  <a:srgbClr val="242021"/>
                </a:solidFill>
                <a:effectLst/>
                <a:latin typeface="JansonText-Roman"/>
              </a:rPr>
              <a:t>2 Copy the data from the old array to the new array.</a:t>
            </a:r>
          </a:p>
          <a:p>
            <a:pPr lvl="1"/>
            <a:r>
              <a:rPr lang="en-US" sz="1800" b="0" i="0" dirty="0">
                <a:solidFill>
                  <a:srgbClr val="242021"/>
                </a:solidFill>
                <a:effectLst/>
                <a:latin typeface="JansonText-Roman"/>
              </a:rPr>
              <a:t>3 Reset the old array variable to the new array object.</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191B158D-A425-60A2-7A64-14D7254C5497}"/>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23</a:t>
            </a:fld>
            <a:endParaRPr lang="en-US" altLang="en-US" dirty="0"/>
          </a:p>
        </p:txBody>
      </p:sp>
      <p:sp>
        <p:nvSpPr>
          <p:cNvPr id="5" name="Footer Placeholder 4">
            <a:extLst>
              <a:ext uri="{FF2B5EF4-FFF2-40B4-BE49-F238E27FC236}">
                <a16:creationId xmlns:a16="http://schemas.microsoft.com/office/drawing/2014/main" id="{1BCC0449-3E5B-E45C-0CD5-AD0EE47B8CA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9752E442-53C9-EB11-CE1B-016923BE3916}"/>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69AA9403-CB4E-D56A-A97B-4995065BCE63}"/>
              </a:ext>
            </a:extLst>
          </p:cNvPr>
          <p:cNvPicPr>
            <a:picLocks noChangeAspect="1"/>
          </p:cNvPicPr>
          <p:nvPr/>
        </p:nvPicPr>
        <p:blipFill>
          <a:blip r:embed="rId2"/>
          <a:stretch>
            <a:fillRect/>
          </a:stretch>
        </p:blipFill>
        <p:spPr>
          <a:xfrm>
            <a:off x="1052512" y="4548981"/>
            <a:ext cx="10086975" cy="1838325"/>
          </a:xfrm>
          <a:prstGeom prst="rect">
            <a:avLst/>
          </a:prstGeom>
        </p:spPr>
      </p:pic>
    </p:spTree>
    <p:extLst>
      <p:ext uri="{BB962C8B-B14F-4D97-AF65-F5344CB8AC3E}">
        <p14:creationId xmlns:p14="http://schemas.microsoft.com/office/powerpoint/2010/main" val="3155065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96DFF-CA23-C18E-EF70-2F27D39FAB8A}"/>
              </a:ext>
            </a:extLst>
          </p:cNvPr>
          <p:cNvSpPr>
            <a:spLocks noGrp="1"/>
          </p:cNvSpPr>
          <p:nvPr>
            <p:ph type="title"/>
          </p:nvPr>
        </p:nvSpPr>
        <p:spPr/>
        <p:txBody>
          <a:bodyPr/>
          <a:lstStyle/>
          <a:p>
            <a:r>
              <a:rPr lang="en-US" dirty="0"/>
              <a:t>13.3.3 Inserting an Item into an Array That Grows</a:t>
            </a:r>
          </a:p>
        </p:txBody>
      </p:sp>
      <p:sp>
        <p:nvSpPr>
          <p:cNvPr id="3" name="Content Placeholder 2">
            <a:extLst>
              <a:ext uri="{FF2B5EF4-FFF2-40B4-BE49-F238E27FC236}">
                <a16:creationId xmlns:a16="http://schemas.microsoft.com/office/drawing/2014/main" id="{DDE0CDAB-BE3F-28BF-A193-95F762C46FCF}"/>
              </a:ext>
            </a:extLst>
          </p:cNvPr>
          <p:cNvSpPr>
            <a:spLocks noGrp="1"/>
          </p:cNvSpPr>
          <p:nvPr>
            <p:ph idx="1"/>
          </p:nvPr>
        </p:nvSpPr>
        <p:spPr/>
        <p:txBody>
          <a:bodyPr/>
          <a:lstStyle/>
          <a:p>
            <a:r>
              <a:rPr lang="en-US" b="0" i="0" dirty="0">
                <a:solidFill>
                  <a:srgbClr val="242021"/>
                </a:solidFill>
                <a:effectLst/>
                <a:latin typeface="JansonText-Roman"/>
              </a:rPr>
              <a:t>In the case of an insertion, the programmer must do four things:</a:t>
            </a:r>
          </a:p>
          <a:p>
            <a:pPr lvl="1"/>
            <a:r>
              <a:rPr lang="en-US" sz="1800" b="0" i="0" dirty="0">
                <a:solidFill>
                  <a:srgbClr val="242021"/>
                </a:solidFill>
                <a:effectLst/>
                <a:latin typeface="JansonText-Roman"/>
              </a:rPr>
              <a:t>1 Check for available space before attempting an insertion and increase the physical size of the array, if necessary, as described earlier.</a:t>
            </a:r>
          </a:p>
          <a:p>
            <a:pPr lvl="1"/>
            <a:r>
              <a:rPr lang="en-US" sz="1800" b="0" i="0" dirty="0">
                <a:solidFill>
                  <a:srgbClr val="242021"/>
                </a:solidFill>
                <a:effectLst/>
                <a:latin typeface="JansonText-Roman"/>
              </a:rPr>
              <a:t>2 Shift the items from the logical end of the array to the target index position down by one. This process opens a hole for the new item at the target index.</a:t>
            </a:r>
          </a:p>
          <a:p>
            <a:pPr lvl="1"/>
            <a:r>
              <a:rPr lang="en-US" sz="1800" b="0" i="0" dirty="0">
                <a:solidFill>
                  <a:srgbClr val="242021"/>
                </a:solidFill>
                <a:effectLst/>
                <a:latin typeface="JansonText-Roman"/>
              </a:rPr>
              <a:t>3 Assign the new item to the target index position.</a:t>
            </a:r>
          </a:p>
          <a:p>
            <a:pPr lvl="1"/>
            <a:r>
              <a:rPr lang="en-US" sz="1800" b="0" i="0" dirty="0">
                <a:solidFill>
                  <a:srgbClr val="242021"/>
                </a:solidFill>
                <a:effectLst/>
                <a:latin typeface="JansonText-Roman"/>
              </a:rPr>
              <a:t>4 Increment the logical size by one</a:t>
            </a:r>
            <a:r>
              <a:rPr lang="en-US" sz="2800" dirty="0"/>
              <a:t> </a:t>
            </a:r>
            <a:br>
              <a:rPr lang="en-US" sz="2800" dirty="0"/>
            </a:br>
            <a:endParaRPr lang="en-US" sz="2800" dirty="0"/>
          </a:p>
        </p:txBody>
      </p:sp>
      <p:sp>
        <p:nvSpPr>
          <p:cNvPr id="4" name="Slide Number Placeholder 3">
            <a:extLst>
              <a:ext uri="{FF2B5EF4-FFF2-40B4-BE49-F238E27FC236}">
                <a16:creationId xmlns:a16="http://schemas.microsoft.com/office/drawing/2014/main" id="{00B8F277-861E-FCD7-F170-8AC92EB17BFF}"/>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24</a:t>
            </a:fld>
            <a:endParaRPr lang="en-US" altLang="en-US" dirty="0"/>
          </a:p>
        </p:txBody>
      </p:sp>
      <p:sp>
        <p:nvSpPr>
          <p:cNvPr id="5" name="Footer Placeholder 4">
            <a:extLst>
              <a:ext uri="{FF2B5EF4-FFF2-40B4-BE49-F238E27FC236}">
                <a16:creationId xmlns:a16="http://schemas.microsoft.com/office/drawing/2014/main" id="{B8A0AAFC-C84E-27A4-2DE6-9D142F99463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8BB41FF4-FFBA-12F0-E7FA-0DC4A3686569}"/>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2137166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E538A-3090-A48C-ED6B-DEE38DE27086}"/>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F0F6085-F60B-6789-BE66-399A34863CF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25</a:t>
            </a:fld>
            <a:endParaRPr lang="en-US" dirty="0"/>
          </a:p>
        </p:txBody>
      </p:sp>
      <p:sp>
        <p:nvSpPr>
          <p:cNvPr id="4" name="Footer Placeholder 3">
            <a:extLst>
              <a:ext uri="{FF2B5EF4-FFF2-40B4-BE49-F238E27FC236}">
                <a16:creationId xmlns:a16="http://schemas.microsoft.com/office/drawing/2014/main" id="{1297CFBB-79D4-3917-59E8-FE5A70CBE2C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2C8EDBA-ED40-D8ED-B478-AB67E55B6FF9}"/>
              </a:ext>
            </a:extLst>
          </p:cNvPr>
          <p:cNvPicPr>
            <a:picLocks noChangeAspect="1"/>
          </p:cNvPicPr>
          <p:nvPr/>
        </p:nvPicPr>
        <p:blipFill>
          <a:blip r:embed="rId2"/>
          <a:stretch>
            <a:fillRect/>
          </a:stretch>
        </p:blipFill>
        <p:spPr>
          <a:xfrm>
            <a:off x="1962150" y="1838325"/>
            <a:ext cx="8267700" cy="3181350"/>
          </a:xfrm>
          <a:prstGeom prst="rect">
            <a:avLst/>
          </a:prstGeom>
        </p:spPr>
      </p:pic>
    </p:spTree>
    <p:extLst>
      <p:ext uri="{BB962C8B-B14F-4D97-AF65-F5344CB8AC3E}">
        <p14:creationId xmlns:p14="http://schemas.microsoft.com/office/powerpoint/2010/main" val="1077116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3F824E-F1C7-1E67-904A-BB1C859C172D}"/>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12C6D1E-9B7C-3D84-66BE-4FB362E27DF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26</a:t>
            </a:fld>
            <a:endParaRPr lang="en-US" dirty="0"/>
          </a:p>
        </p:txBody>
      </p:sp>
      <p:sp>
        <p:nvSpPr>
          <p:cNvPr id="4" name="Footer Placeholder 3">
            <a:extLst>
              <a:ext uri="{FF2B5EF4-FFF2-40B4-BE49-F238E27FC236}">
                <a16:creationId xmlns:a16="http://schemas.microsoft.com/office/drawing/2014/main" id="{65507539-920F-38D9-E926-6412C62E686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24CDB003-D4B4-8174-860A-61B1B564B449}"/>
              </a:ext>
            </a:extLst>
          </p:cNvPr>
          <p:cNvPicPr>
            <a:picLocks noChangeAspect="1"/>
          </p:cNvPicPr>
          <p:nvPr/>
        </p:nvPicPr>
        <p:blipFill>
          <a:blip r:embed="rId2"/>
          <a:stretch>
            <a:fillRect/>
          </a:stretch>
        </p:blipFill>
        <p:spPr>
          <a:xfrm>
            <a:off x="1052512" y="2128837"/>
            <a:ext cx="10086975" cy="2600325"/>
          </a:xfrm>
          <a:prstGeom prst="rect">
            <a:avLst/>
          </a:prstGeom>
        </p:spPr>
      </p:pic>
    </p:spTree>
    <p:extLst>
      <p:ext uri="{BB962C8B-B14F-4D97-AF65-F5344CB8AC3E}">
        <p14:creationId xmlns:p14="http://schemas.microsoft.com/office/powerpoint/2010/main" val="74906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96DFF-CA23-C18E-EF70-2F27D39FAB8A}"/>
              </a:ext>
            </a:extLst>
          </p:cNvPr>
          <p:cNvSpPr>
            <a:spLocks noGrp="1"/>
          </p:cNvSpPr>
          <p:nvPr>
            <p:ph type="title"/>
          </p:nvPr>
        </p:nvSpPr>
        <p:spPr/>
        <p:txBody>
          <a:bodyPr/>
          <a:lstStyle/>
          <a:p>
            <a:r>
              <a:rPr lang="en-US" dirty="0"/>
              <a:t>13.3.4 Removing an Item from an Array</a:t>
            </a:r>
          </a:p>
        </p:txBody>
      </p:sp>
      <p:sp>
        <p:nvSpPr>
          <p:cNvPr id="3" name="Content Placeholder 2">
            <a:extLst>
              <a:ext uri="{FF2B5EF4-FFF2-40B4-BE49-F238E27FC236}">
                <a16:creationId xmlns:a16="http://schemas.microsoft.com/office/drawing/2014/main" id="{DDE0CDAB-BE3F-28BF-A193-95F762C46FCF}"/>
              </a:ext>
            </a:extLst>
          </p:cNvPr>
          <p:cNvSpPr>
            <a:spLocks noGrp="1"/>
          </p:cNvSpPr>
          <p:nvPr>
            <p:ph idx="1"/>
          </p:nvPr>
        </p:nvSpPr>
        <p:spPr/>
        <p:txBody>
          <a:bodyPr/>
          <a:lstStyle/>
          <a:p>
            <a:r>
              <a:rPr lang="en-US" b="0" i="0" dirty="0">
                <a:solidFill>
                  <a:srgbClr val="242021"/>
                </a:solidFill>
                <a:effectLst/>
                <a:latin typeface="JansonText-Roman"/>
              </a:rPr>
              <a:t>In the case of a deletion, the programmer must do four things:</a:t>
            </a:r>
          </a:p>
          <a:p>
            <a:pPr lvl="1"/>
            <a:r>
              <a:rPr lang="en-US" b="0" i="0" dirty="0">
                <a:solidFill>
                  <a:srgbClr val="242021"/>
                </a:solidFill>
                <a:effectLst/>
                <a:latin typeface="JansonText-Roman"/>
              </a:rPr>
              <a:t>1 Shift the items from the target index position to the logical end of the array up by one. This process closes the hole left by the removed item at the target index.</a:t>
            </a:r>
          </a:p>
          <a:p>
            <a:pPr lvl="1"/>
            <a:r>
              <a:rPr lang="en-US" b="0" i="0" dirty="0">
                <a:solidFill>
                  <a:srgbClr val="242021"/>
                </a:solidFill>
                <a:effectLst/>
                <a:latin typeface="JansonText-Roman"/>
              </a:rPr>
              <a:t>2 Decrement the logical size by one.</a:t>
            </a:r>
          </a:p>
          <a:p>
            <a:pPr lvl="1"/>
            <a:r>
              <a:rPr lang="en-US" b="0" i="0" dirty="0">
                <a:solidFill>
                  <a:srgbClr val="242021"/>
                </a:solidFill>
                <a:effectLst/>
                <a:latin typeface="JansonText-Roman"/>
              </a:rPr>
              <a:t>3 Check for wasted space and decrease the physical size of the array, if necessary.</a:t>
            </a:r>
            <a:r>
              <a:rPr lang="en-US" sz="2400" dirty="0"/>
              <a:t> </a:t>
            </a:r>
            <a:br>
              <a:rPr lang="en-US" sz="2800" dirty="0"/>
            </a:br>
            <a:br>
              <a:rPr lang="en-US" sz="2800" dirty="0"/>
            </a:br>
            <a:endParaRPr lang="en-US" sz="2800" dirty="0"/>
          </a:p>
        </p:txBody>
      </p:sp>
      <p:sp>
        <p:nvSpPr>
          <p:cNvPr id="4" name="Slide Number Placeholder 3">
            <a:extLst>
              <a:ext uri="{FF2B5EF4-FFF2-40B4-BE49-F238E27FC236}">
                <a16:creationId xmlns:a16="http://schemas.microsoft.com/office/drawing/2014/main" id="{00B8F277-861E-FCD7-F170-8AC92EB17BFF}"/>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27</a:t>
            </a:fld>
            <a:endParaRPr lang="en-US" altLang="en-US" dirty="0"/>
          </a:p>
        </p:txBody>
      </p:sp>
      <p:sp>
        <p:nvSpPr>
          <p:cNvPr id="5" name="Footer Placeholder 4">
            <a:extLst>
              <a:ext uri="{FF2B5EF4-FFF2-40B4-BE49-F238E27FC236}">
                <a16:creationId xmlns:a16="http://schemas.microsoft.com/office/drawing/2014/main" id="{B8A0AAFC-C84E-27A4-2DE6-9D142F99463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8BB41FF4-FFBA-12F0-E7FA-0DC4A3686569}"/>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2752796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E538A-3090-A48C-ED6B-DEE38DE27086}"/>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F0F6085-F60B-6789-BE66-399A34863CF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28</a:t>
            </a:fld>
            <a:endParaRPr lang="en-US" dirty="0"/>
          </a:p>
        </p:txBody>
      </p:sp>
      <p:sp>
        <p:nvSpPr>
          <p:cNvPr id="4" name="Footer Placeholder 3">
            <a:extLst>
              <a:ext uri="{FF2B5EF4-FFF2-40B4-BE49-F238E27FC236}">
                <a16:creationId xmlns:a16="http://schemas.microsoft.com/office/drawing/2014/main" id="{1297CFBB-79D4-3917-59E8-FE5A70CBE2C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85469D1B-D900-B970-42E1-03C2D19E0D18}"/>
              </a:ext>
            </a:extLst>
          </p:cNvPr>
          <p:cNvPicPr>
            <a:picLocks noChangeAspect="1"/>
          </p:cNvPicPr>
          <p:nvPr/>
        </p:nvPicPr>
        <p:blipFill>
          <a:blip r:embed="rId2"/>
          <a:stretch>
            <a:fillRect/>
          </a:stretch>
        </p:blipFill>
        <p:spPr>
          <a:xfrm>
            <a:off x="1971675" y="1814512"/>
            <a:ext cx="8248650" cy="3228975"/>
          </a:xfrm>
          <a:prstGeom prst="rect">
            <a:avLst/>
          </a:prstGeom>
        </p:spPr>
      </p:pic>
    </p:spTree>
    <p:extLst>
      <p:ext uri="{BB962C8B-B14F-4D97-AF65-F5344CB8AC3E}">
        <p14:creationId xmlns:p14="http://schemas.microsoft.com/office/powerpoint/2010/main" val="4278576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3F824E-F1C7-1E67-904A-BB1C859C172D}"/>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12C6D1E-9B7C-3D84-66BE-4FB362E27DF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29</a:t>
            </a:fld>
            <a:endParaRPr lang="en-US" dirty="0"/>
          </a:p>
        </p:txBody>
      </p:sp>
      <p:sp>
        <p:nvSpPr>
          <p:cNvPr id="4" name="Footer Placeholder 3">
            <a:extLst>
              <a:ext uri="{FF2B5EF4-FFF2-40B4-BE49-F238E27FC236}">
                <a16:creationId xmlns:a16="http://schemas.microsoft.com/office/drawing/2014/main" id="{65507539-920F-38D9-E926-6412C62E686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5487FBA6-C339-673C-1AFE-24D21F59E80D}"/>
              </a:ext>
            </a:extLst>
          </p:cNvPr>
          <p:cNvPicPr>
            <a:picLocks noChangeAspect="1"/>
          </p:cNvPicPr>
          <p:nvPr/>
        </p:nvPicPr>
        <p:blipFill>
          <a:blip r:embed="rId2"/>
          <a:stretch>
            <a:fillRect/>
          </a:stretch>
        </p:blipFill>
        <p:spPr>
          <a:xfrm>
            <a:off x="1052512" y="2271712"/>
            <a:ext cx="10086975" cy="2314575"/>
          </a:xfrm>
          <a:prstGeom prst="rect">
            <a:avLst/>
          </a:prstGeom>
        </p:spPr>
      </p:pic>
    </p:spTree>
    <p:extLst>
      <p:ext uri="{BB962C8B-B14F-4D97-AF65-F5344CB8AC3E}">
        <p14:creationId xmlns:p14="http://schemas.microsoft.com/office/powerpoint/2010/main" val="252480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CB95D-CAA7-A065-E128-BDC5D7B6B6E4}"/>
              </a:ext>
            </a:extLst>
          </p:cNvPr>
          <p:cNvSpPr>
            <a:spLocks noGrp="1"/>
          </p:cNvSpPr>
          <p:nvPr>
            <p:ph type="title"/>
          </p:nvPr>
        </p:nvSpPr>
        <p:spPr/>
        <p:txBody>
          <a:bodyPr>
            <a:normAutofit/>
          </a:bodyPr>
          <a:lstStyle/>
          <a:p>
            <a:r>
              <a:rPr lang="en-US" dirty="0"/>
              <a:t>13.3.5 Complexity Trade-Off: Time, Space, and Arrays</a:t>
            </a:r>
          </a:p>
        </p:txBody>
      </p:sp>
      <p:sp>
        <p:nvSpPr>
          <p:cNvPr id="3" name="Date Placeholder 2">
            <a:extLst>
              <a:ext uri="{FF2B5EF4-FFF2-40B4-BE49-F238E27FC236}">
                <a16:creationId xmlns:a16="http://schemas.microsoft.com/office/drawing/2014/main" id="{95FA55C2-8B4D-32BA-09C9-EFE298ECB79E}"/>
              </a:ext>
            </a:extLst>
          </p:cNvPr>
          <p:cNvSpPr>
            <a:spLocks noGrp="1"/>
          </p:cNvSpPr>
          <p:nvPr>
            <p:ph type="dt" sz="half" idx="10"/>
          </p:nvPr>
        </p:nvSpPr>
        <p:spPr/>
        <p:txBody>
          <a:bodyPr/>
          <a:lstStyle/>
          <a:p>
            <a:pPr>
              <a:buFont typeface="Monotype Sorts" charset="2"/>
              <a:buNone/>
              <a:defRPr/>
            </a:pPr>
            <a:fld id="{C4105860-DA06-4136-8ED8-157A1C8FEBE0}" type="datetime1">
              <a:rPr lang="en-US" smtClean="0"/>
              <a:t>12/19/2024</a:t>
            </a:fld>
            <a:endParaRPr lang="en-US" dirty="0"/>
          </a:p>
        </p:txBody>
      </p:sp>
      <p:sp>
        <p:nvSpPr>
          <p:cNvPr id="4" name="Slide Number Placeholder 3">
            <a:extLst>
              <a:ext uri="{FF2B5EF4-FFF2-40B4-BE49-F238E27FC236}">
                <a16:creationId xmlns:a16="http://schemas.microsoft.com/office/drawing/2014/main" id="{1EADF1B0-C408-7D57-5D77-498BEBB01A49}"/>
              </a:ext>
            </a:extLst>
          </p:cNvPr>
          <p:cNvSpPr>
            <a:spLocks noGrp="1"/>
          </p:cNvSpPr>
          <p:nvPr>
            <p:ph type="sldNum" sz="quarter" idx="11"/>
          </p:nvPr>
        </p:nvSpPr>
        <p:spPr/>
        <p:txBody>
          <a:bodyPr/>
          <a:lstStyle/>
          <a:p>
            <a:pPr>
              <a:buFont typeface="Monotype Sorts" charset="2"/>
              <a:buNone/>
              <a:defRPr/>
            </a:pPr>
            <a:fld id="{3668E2E4-C289-40FA-803B-52DC86338CE3}" type="slidenum">
              <a:rPr lang="en-US" smtClean="0"/>
              <a:pPr>
                <a:buFont typeface="Monotype Sorts" charset="2"/>
                <a:buNone/>
                <a:defRPr/>
              </a:pPr>
              <a:t>30</a:t>
            </a:fld>
            <a:endParaRPr lang="en-US" dirty="0"/>
          </a:p>
        </p:txBody>
      </p:sp>
      <p:sp>
        <p:nvSpPr>
          <p:cNvPr id="5" name="Footer Placeholder 4">
            <a:extLst>
              <a:ext uri="{FF2B5EF4-FFF2-40B4-BE49-F238E27FC236}">
                <a16:creationId xmlns:a16="http://schemas.microsoft.com/office/drawing/2014/main" id="{96FD2AE8-90E6-E70B-4E9A-13460F98241F}"/>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3B52E1D2-436C-7256-F39E-8ABB35C7227D}"/>
              </a:ext>
            </a:extLst>
          </p:cNvPr>
          <p:cNvPicPr>
            <a:picLocks noChangeAspect="1"/>
          </p:cNvPicPr>
          <p:nvPr/>
        </p:nvPicPr>
        <p:blipFill>
          <a:blip r:embed="rId2"/>
          <a:stretch>
            <a:fillRect/>
          </a:stretch>
        </p:blipFill>
        <p:spPr>
          <a:xfrm>
            <a:off x="1657350" y="1376362"/>
            <a:ext cx="8877300" cy="4105275"/>
          </a:xfrm>
          <a:prstGeom prst="rect">
            <a:avLst/>
          </a:prstGeom>
        </p:spPr>
      </p:pic>
    </p:spTree>
    <p:extLst>
      <p:ext uri="{BB962C8B-B14F-4D97-AF65-F5344CB8AC3E}">
        <p14:creationId xmlns:p14="http://schemas.microsoft.com/office/powerpoint/2010/main" val="2526570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4C8DBD-DBE3-C07F-4F7B-0A877A11504B}"/>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62D06CA-53DE-C94B-2E1B-5966A350A8C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31</a:t>
            </a:fld>
            <a:endParaRPr lang="en-US" dirty="0"/>
          </a:p>
        </p:txBody>
      </p:sp>
      <p:sp>
        <p:nvSpPr>
          <p:cNvPr id="4" name="Footer Placeholder 3">
            <a:extLst>
              <a:ext uri="{FF2B5EF4-FFF2-40B4-BE49-F238E27FC236}">
                <a16:creationId xmlns:a16="http://schemas.microsoft.com/office/drawing/2014/main" id="{90ECC4ED-CFA9-1080-DA50-3FC3DDC8ACD0}"/>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AB2906C8-2D2D-B924-BC0C-6ABEEE9E60FE}"/>
              </a:ext>
            </a:extLst>
          </p:cNvPr>
          <p:cNvPicPr>
            <a:picLocks noChangeAspect="1"/>
          </p:cNvPicPr>
          <p:nvPr/>
        </p:nvPicPr>
        <p:blipFill>
          <a:blip r:embed="rId2"/>
          <a:stretch>
            <a:fillRect/>
          </a:stretch>
        </p:blipFill>
        <p:spPr>
          <a:xfrm>
            <a:off x="1357312" y="1571625"/>
            <a:ext cx="9477375" cy="3714750"/>
          </a:xfrm>
          <a:prstGeom prst="rect">
            <a:avLst/>
          </a:prstGeom>
        </p:spPr>
      </p:pic>
    </p:spTree>
    <p:extLst>
      <p:ext uri="{BB962C8B-B14F-4D97-AF65-F5344CB8AC3E}">
        <p14:creationId xmlns:p14="http://schemas.microsoft.com/office/powerpoint/2010/main" val="2990590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0834C-3817-B956-4770-31F041357895}"/>
              </a:ext>
            </a:extLst>
          </p:cNvPr>
          <p:cNvSpPr>
            <a:spLocks noGrp="1"/>
          </p:cNvSpPr>
          <p:nvPr>
            <p:ph type="title"/>
          </p:nvPr>
        </p:nvSpPr>
        <p:spPr/>
        <p:txBody>
          <a:bodyPr/>
          <a:lstStyle/>
          <a:p>
            <a:r>
              <a:rPr lang="en-US" dirty="0"/>
              <a:t>13.4 Two-Dimensional Arrays (Grids)</a:t>
            </a:r>
          </a:p>
        </p:txBody>
      </p:sp>
      <p:sp>
        <p:nvSpPr>
          <p:cNvPr id="3" name="Date Placeholder 2">
            <a:extLst>
              <a:ext uri="{FF2B5EF4-FFF2-40B4-BE49-F238E27FC236}">
                <a16:creationId xmlns:a16="http://schemas.microsoft.com/office/drawing/2014/main" id="{A77CA54B-8D23-324F-3442-162F2C3AF000}"/>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9349E118-519C-3E0C-FBD2-E10FD4C1ECEC}"/>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32</a:t>
            </a:fld>
            <a:endParaRPr lang="en-US" dirty="0"/>
          </a:p>
        </p:txBody>
      </p:sp>
      <p:sp>
        <p:nvSpPr>
          <p:cNvPr id="5" name="Footer Placeholder 4">
            <a:extLst>
              <a:ext uri="{FF2B5EF4-FFF2-40B4-BE49-F238E27FC236}">
                <a16:creationId xmlns:a16="http://schemas.microsoft.com/office/drawing/2014/main" id="{A0408410-64DE-AF87-895E-2656E85FF4E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125355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8934-4EBB-5A85-1C07-BE2E6421BA81}"/>
              </a:ext>
            </a:extLst>
          </p:cNvPr>
          <p:cNvSpPr>
            <a:spLocks noGrp="1"/>
          </p:cNvSpPr>
          <p:nvPr>
            <p:ph type="title"/>
          </p:nvPr>
        </p:nvSpPr>
        <p:spPr/>
        <p:txBody>
          <a:bodyPr/>
          <a:lstStyle/>
          <a:p>
            <a:r>
              <a:rPr lang="en-US" dirty="0"/>
              <a:t>13.4.1 Processing a Grid</a:t>
            </a:r>
          </a:p>
        </p:txBody>
      </p:sp>
      <p:sp>
        <p:nvSpPr>
          <p:cNvPr id="3" name="Content Placeholder 2">
            <a:extLst>
              <a:ext uri="{FF2B5EF4-FFF2-40B4-BE49-F238E27FC236}">
                <a16:creationId xmlns:a16="http://schemas.microsoft.com/office/drawing/2014/main" id="{9307AF33-DCDA-4A28-04FE-A1B339AE096F}"/>
              </a:ext>
            </a:extLst>
          </p:cNvPr>
          <p:cNvSpPr>
            <a:spLocks noGrp="1"/>
          </p:cNvSpPr>
          <p:nvPr>
            <p:ph idx="1"/>
          </p:nvPr>
        </p:nvSpPr>
        <p:spPr/>
        <p:txBody>
          <a:bodyPr/>
          <a:lstStyle/>
          <a:p>
            <a:r>
              <a:rPr lang="en-US" sz="2000" b="0" i="0" dirty="0">
                <a:solidFill>
                  <a:srgbClr val="242021"/>
                </a:solidFill>
                <a:effectLst/>
                <a:latin typeface="JansonText-Roman"/>
              </a:rPr>
              <a:t>A grid must recognize two methods that return the number of rows and the number of columns. </a:t>
            </a:r>
          </a:p>
          <a:p>
            <a:pPr lvl="1"/>
            <a:r>
              <a:rPr lang="en-US" sz="1600" b="0" i="0" dirty="0">
                <a:solidFill>
                  <a:srgbClr val="242021"/>
                </a:solidFill>
                <a:effectLst/>
                <a:latin typeface="JansonText-Roman"/>
              </a:rPr>
              <a:t>These methods are named </a:t>
            </a:r>
            <a:r>
              <a:rPr lang="en-US" sz="1600" b="1" i="0" dirty="0" err="1">
                <a:solidFill>
                  <a:srgbClr val="242021"/>
                </a:solidFill>
                <a:effectLst/>
                <a:latin typeface="GexCourier-SuperBold"/>
              </a:rPr>
              <a:t>getHeight</a:t>
            </a:r>
            <a:r>
              <a:rPr lang="en-US" sz="1600" b="1" i="0" dirty="0">
                <a:solidFill>
                  <a:srgbClr val="242021"/>
                </a:solidFill>
                <a:effectLst/>
                <a:latin typeface="GexCourier-SuperBold"/>
              </a:rPr>
              <a:t> </a:t>
            </a:r>
            <a:r>
              <a:rPr lang="en-US" sz="1600" b="0" i="0" dirty="0">
                <a:solidFill>
                  <a:srgbClr val="242021"/>
                </a:solidFill>
                <a:effectLst/>
                <a:latin typeface="JansonText-Roman"/>
              </a:rPr>
              <a:t>and </a:t>
            </a:r>
            <a:r>
              <a:rPr lang="en-US" sz="1600" b="1" i="0" dirty="0" err="1">
                <a:solidFill>
                  <a:srgbClr val="242021"/>
                </a:solidFill>
                <a:effectLst/>
                <a:latin typeface="GexCourier-SuperBold"/>
              </a:rPr>
              <a:t>getWidth</a:t>
            </a:r>
            <a:r>
              <a:rPr lang="en-US" sz="1600" b="0" i="0" dirty="0">
                <a:solidFill>
                  <a:srgbClr val="242021"/>
                </a:solidFill>
                <a:effectLst/>
                <a:latin typeface="JansonText-Roman"/>
              </a:rPr>
              <a:t>, respectively</a:t>
            </a:r>
            <a:r>
              <a:rPr lang="en-US" sz="2400" dirty="0"/>
              <a:t> </a:t>
            </a:r>
          </a:p>
        </p:txBody>
      </p:sp>
      <p:sp>
        <p:nvSpPr>
          <p:cNvPr id="4" name="Slide Number Placeholder 3">
            <a:extLst>
              <a:ext uri="{FF2B5EF4-FFF2-40B4-BE49-F238E27FC236}">
                <a16:creationId xmlns:a16="http://schemas.microsoft.com/office/drawing/2014/main" id="{305592A6-1249-D79C-9D1E-3FB8FF30E1BB}"/>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33</a:t>
            </a:fld>
            <a:endParaRPr lang="en-US" altLang="en-US" dirty="0"/>
          </a:p>
        </p:txBody>
      </p:sp>
      <p:sp>
        <p:nvSpPr>
          <p:cNvPr id="5" name="Footer Placeholder 4">
            <a:extLst>
              <a:ext uri="{FF2B5EF4-FFF2-40B4-BE49-F238E27FC236}">
                <a16:creationId xmlns:a16="http://schemas.microsoft.com/office/drawing/2014/main" id="{5E572952-6D9A-C553-9686-9026C9D37404}"/>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B6158A02-0972-B2E5-5677-DC6D92BE65F5}"/>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69052D12-C9A7-E457-F988-FD8D4FC0AA62}"/>
              </a:ext>
            </a:extLst>
          </p:cNvPr>
          <p:cNvPicPr>
            <a:picLocks noChangeAspect="1"/>
          </p:cNvPicPr>
          <p:nvPr/>
        </p:nvPicPr>
        <p:blipFill>
          <a:blip r:embed="rId2"/>
          <a:stretch>
            <a:fillRect/>
          </a:stretch>
        </p:blipFill>
        <p:spPr>
          <a:xfrm>
            <a:off x="990600" y="3429000"/>
            <a:ext cx="10020300" cy="1295400"/>
          </a:xfrm>
          <a:prstGeom prst="rect">
            <a:avLst/>
          </a:prstGeom>
        </p:spPr>
      </p:pic>
    </p:spTree>
    <p:extLst>
      <p:ext uri="{BB962C8B-B14F-4D97-AF65-F5344CB8AC3E}">
        <p14:creationId xmlns:p14="http://schemas.microsoft.com/office/powerpoint/2010/main" val="624338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97DE8-2EA2-1DBC-6E3F-56F6DD0BB556}"/>
              </a:ext>
            </a:extLst>
          </p:cNvPr>
          <p:cNvSpPr>
            <a:spLocks noGrp="1"/>
          </p:cNvSpPr>
          <p:nvPr>
            <p:ph type="title"/>
          </p:nvPr>
        </p:nvSpPr>
        <p:spPr/>
        <p:txBody>
          <a:bodyPr/>
          <a:lstStyle/>
          <a:p>
            <a:r>
              <a:rPr lang="en-US" dirty="0"/>
              <a:t>13.4.2 Creating and Initializing a Grid</a:t>
            </a:r>
          </a:p>
        </p:txBody>
      </p:sp>
      <p:sp>
        <p:nvSpPr>
          <p:cNvPr id="3" name="Content Placeholder 2">
            <a:extLst>
              <a:ext uri="{FF2B5EF4-FFF2-40B4-BE49-F238E27FC236}">
                <a16:creationId xmlns:a16="http://schemas.microsoft.com/office/drawing/2014/main" id="{A988F6C0-E100-CD5E-E881-FD167A7CAD4F}"/>
              </a:ext>
            </a:extLst>
          </p:cNvPr>
          <p:cNvSpPr>
            <a:spLocks noGrp="1"/>
          </p:cNvSpPr>
          <p:nvPr>
            <p:ph idx="1"/>
          </p:nvPr>
        </p:nvSpPr>
        <p:spPr/>
        <p:txBody>
          <a:bodyPr/>
          <a:lstStyle/>
          <a:p>
            <a:r>
              <a:rPr lang="en-US" sz="1800" b="0" i="0" dirty="0">
                <a:solidFill>
                  <a:srgbClr val="242021"/>
                </a:solidFill>
                <a:effectLst/>
                <a:latin typeface="JansonText-Roman"/>
              </a:rPr>
              <a:t>Assume that there exists a </a:t>
            </a:r>
            <a:r>
              <a:rPr lang="en-US" sz="1800" b="1" i="0" dirty="0">
                <a:solidFill>
                  <a:srgbClr val="242021"/>
                </a:solidFill>
                <a:effectLst/>
                <a:latin typeface="GexCourier-SuperBold"/>
              </a:rPr>
              <a:t>Grid </a:t>
            </a:r>
            <a:r>
              <a:rPr lang="en-US" sz="1800" b="0" i="0" dirty="0">
                <a:solidFill>
                  <a:srgbClr val="242021"/>
                </a:solidFill>
                <a:effectLst/>
                <a:latin typeface="JansonText-Roman"/>
              </a:rPr>
              <a:t>class for two-dimensional arrays. </a:t>
            </a:r>
          </a:p>
          <a:p>
            <a:r>
              <a:rPr lang="en-US" sz="1800" b="0" i="0" dirty="0">
                <a:solidFill>
                  <a:srgbClr val="242021"/>
                </a:solidFill>
                <a:effectLst/>
                <a:latin typeface="JansonText-Roman"/>
              </a:rPr>
              <a:t>To create a </a:t>
            </a:r>
            <a:r>
              <a:rPr lang="en-US" sz="1800" b="1" i="0" dirty="0">
                <a:solidFill>
                  <a:srgbClr val="242021"/>
                </a:solidFill>
                <a:effectLst/>
                <a:latin typeface="GexCourier-SuperBold"/>
              </a:rPr>
              <a:t>Grid </a:t>
            </a:r>
            <a:r>
              <a:rPr lang="en-US" sz="1800" b="0" i="0" dirty="0">
                <a:solidFill>
                  <a:srgbClr val="242021"/>
                </a:solidFill>
                <a:effectLst/>
                <a:latin typeface="JansonText-Roman"/>
              </a:rPr>
              <a:t>object, we run the </a:t>
            </a:r>
            <a:r>
              <a:rPr lang="en-US" sz="1800" b="1" i="0" dirty="0">
                <a:solidFill>
                  <a:srgbClr val="242021"/>
                </a:solidFill>
                <a:effectLst/>
                <a:latin typeface="GexCourier-SuperBold"/>
              </a:rPr>
              <a:t>Grid </a:t>
            </a:r>
            <a:r>
              <a:rPr lang="en-US" sz="1800" b="0" i="0" dirty="0">
                <a:solidFill>
                  <a:srgbClr val="242021"/>
                </a:solidFill>
                <a:effectLst/>
                <a:latin typeface="JansonText-Roman"/>
              </a:rPr>
              <a:t>constructor with three arguments: its height, its width, and an initial fill value. </a:t>
            </a:r>
          </a:p>
        </p:txBody>
      </p:sp>
      <p:sp>
        <p:nvSpPr>
          <p:cNvPr id="4" name="Slide Number Placeholder 3">
            <a:extLst>
              <a:ext uri="{FF2B5EF4-FFF2-40B4-BE49-F238E27FC236}">
                <a16:creationId xmlns:a16="http://schemas.microsoft.com/office/drawing/2014/main" id="{658F8C3D-6600-7F48-7C0C-6D2BC62CA220}"/>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34</a:t>
            </a:fld>
            <a:endParaRPr lang="en-US" altLang="en-US" dirty="0"/>
          </a:p>
        </p:txBody>
      </p:sp>
      <p:sp>
        <p:nvSpPr>
          <p:cNvPr id="5" name="Footer Placeholder 4">
            <a:extLst>
              <a:ext uri="{FF2B5EF4-FFF2-40B4-BE49-F238E27FC236}">
                <a16:creationId xmlns:a16="http://schemas.microsoft.com/office/drawing/2014/main" id="{14667824-D829-BA36-B437-BE5027C6EB3F}"/>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BC166A3C-A6DC-1F50-C2C9-C9B746463625}"/>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61D80DD3-35BC-9154-3206-C6CF3A6E444A}"/>
              </a:ext>
            </a:extLst>
          </p:cNvPr>
          <p:cNvPicPr>
            <a:picLocks noChangeAspect="1"/>
          </p:cNvPicPr>
          <p:nvPr/>
        </p:nvPicPr>
        <p:blipFill>
          <a:blip r:embed="rId2"/>
          <a:stretch>
            <a:fillRect/>
          </a:stretch>
        </p:blipFill>
        <p:spPr>
          <a:xfrm>
            <a:off x="1042987" y="5139799"/>
            <a:ext cx="10086975" cy="1152525"/>
          </a:xfrm>
          <a:prstGeom prst="rect">
            <a:avLst/>
          </a:prstGeom>
        </p:spPr>
      </p:pic>
      <p:pic>
        <p:nvPicPr>
          <p:cNvPr id="10" name="Picture 9">
            <a:extLst>
              <a:ext uri="{FF2B5EF4-FFF2-40B4-BE49-F238E27FC236}">
                <a16:creationId xmlns:a16="http://schemas.microsoft.com/office/drawing/2014/main" id="{ADB22D38-B110-016C-4D72-AA4717A91AC6}"/>
              </a:ext>
            </a:extLst>
          </p:cNvPr>
          <p:cNvPicPr>
            <a:picLocks noChangeAspect="1"/>
          </p:cNvPicPr>
          <p:nvPr/>
        </p:nvPicPr>
        <p:blipFill>
          <a:blip r:embed="rId3"/>
          <a:stretch>
            <a:fillRect/>
          </a:stretch>
        </p:blipFill>
        <p:spPr>
          <a:xfrm>
            <a:off x="1052774" y="3176856"/>
            <a:ext cx="10106025" cy="1895475"/>
          </a:xfrm>
          <a:prstGeom prst="rect">
            <a:avLst/>
          </a:prstGeom>
        </p:spPr>
      </p:pic>
    </p:spTree>
    <p:extLst>
      <p:ext uri="{BB962C8B-B14F-4D97-AF65-F5344CB8AC3E}">
        <p14:creationId xmlns:p14="http://schemas.microsoft.com/office/powerpoint/2010/main" val="4215353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DED5-C422-B5FC-FF87-421B4E791B0C}"/>
              </a:ext>
            </a:extLst>
          </p:cNvPr>
          <p:cNvSpPr>
            <a:spLocks noGrp="1"/>
          </p:cNvSpPr>
          <p:nvPr>
            <p:ph type="title"/>
          </p:nvPr>
        </p:nvSpPr>
        <p:spPr/>
        <p:txBody>
          <a:bodyPr/>
          <a:lstStyle/>
          <a:p>
            <a:r>
              <a:rPr lang="en-US" dirty="0"/>
              <a:t>13.4.3 Defining a Grid Class</a:t>
            </a:r>
          </a:p>
        </p:txBody>
      </p:sp>
      <p:sp>
        <p:nvSpPr>
          <p:cNvPr id="3" name="Content Placeholder 2">
            <a:extLst>
              <a:ext uri="{FF2B5EF4-FFF2-40B4-BE49-F238E27FC236}">
                <a16:creationId xmlns:a16="http://schemas.microsoft.com/office/drawing/2014/main" id="{FD26A355-F377-76DE-6BF2-13316BD6C511}"/>
              </a:ext>
            </a:extLst>
          </p:cNvPr>
          <p:cNvSpPr>
            <a:spLocks noGrp="1"/>
          </p:cNvSpPr>
          <p:nvPr>
            <p:ph idx="1"/>
          </p:nvPr>
        </p:nvSpPr>
        <p:spPr/>
        <p:txBody>
          <a:bodyPr/>
          <a:lstStyle/>
          <a:p>
            <a:r>
              <a:rPr lang="en-US" sz="2800" b="0" i="0" dirty="0">
                <a:solidFill>
                  <a:srgbClr val="242021"/>
                </a:solidFill>
                <a:effectLst/>
                <a:latin typeface="JansonText-Roman"/>
              </a:rPr>
              <a:t>A grid is conveniently represented using an array of arrays. </a:t>
            </a:r>
          </a:p>
          <a:p>
            <a:pPr lvl="1"/>
            <a:r>
              <a:rPr lang="en-US" b="0" i="0" dirty="0">
                <a:solidFill>
                  <a:srgbClr val="242021"/>
                </a:solidFill>
                <a:effectLst/>
                <a:latin typeface="JansonText-Roman"/>
              </a:rPr>
              <a:t>The length of the top-level array equals the number of rows in the grid. </a:t>
            </a:r>
          </a:p>
          <a:p>
            <a:pPr lvl="1"/>
            <a:r>
              <a:rPr lang="en-US" b="0" i="0" dirty="0">
                <a:solidFill>
                  <a:srgbClr val="242021"/>
                </a:solidFill>
                <a:effectLst/>
                <a:latin typeface="JansonText-Roman"/>
              </a:rPr>
              <a:t>Each cell in the top-level array is also an array. </a:t>
            </a:r>
          </a:p>
          <a:p>
            <a:pPr lvl="1"/>
            <a:r>
              <a:rPr lang="en-US" b="0" i="0" dirty="0">
                <a:solidFill>
                  <a:srgbClr val="242021"/>
                </a:solidFill>
                <a:effectLst/>
                <a:latin typeface="JansonText-Roman"/>
              </a:rPr>
              <a:t>The length of this array is the number of columns in the grid, and this array contains the data in a given row. </a:t>
            </a:r>
            <a:br>
              <a:rPr lang="en-US" sz="3200" dirty="0"/>
            </a:br>
            <a:endParaRPr lang="en-US" sz="3200" dirty="0"/>
          </a:p>
        </p:txBody>
      </p:sp>
      <p:sp>
        <p:nvSpPr>
          <p:cNvPr id="4" name="Slide Number Placeholder 3">
            <a:extLst>
              <a:ext uri="{FF2B5EF4-FFF2-40B4-BE49-F238E27FC236}">
                <a16:creationId xmlns:a16="http://schemas.microsoft.com/office/drawing/2014/main" id="{B6B5DEAA-590F-3235-F596-B85538F47C8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35</a:t>
            </a:fld>
            <a:endParaRPr lang="en-US" altLang="en-US" dirty="0"/>
          </a:p>
        </p:txBody>
      </p:sp>
      <p:sp>
        <p:nvSpPr>
          <p:cNvPr id="5" name="Footer Placeholder 4">
            <a:extLst>
              <a:ext uri="{FF2B5EF4-FFF2-40B4-BE49-F238E27FC236}">
                <a16:creationId xmlns:a16="http://schemas.microsoft.com/office/drawing/2014/main" id="{1725D0FE-8EAE-F164-6F97-D823BB26423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E7FB2F08-EC0C-171D-9F14-B0719FB19D9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4012501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7F48B-AA21-DC55-2A1C-4C5BA8A66630}"/>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C2C845FA-D96E-E059-B920-805FC5B055C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36</a:t>
            </a:fld>
            <a:endParaRPr lang="en-US" dirty="0"/>
          </a:p>
        </p:txBody>
      </p:sp>
      <p:sp>
        <p:nvSpPr>
          <p:cNvPr id="4" name="Footer Placeholder 3">
            <a:extLst>
              <a:ext uri="{FF2B5EF4-FFF2-40B4-BE49-F238E27FC236}">
                <a16:creationId xmlns:a16="http://schemas.microsoft.com/office/drawing/2014/main" id="{C5F37399-4E50-031F-5A5C-410AC93D8D4B}"/>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9A6DC95-4492-17FB-6F1A-EE25E72C9ACE}"/>
              </a:ext>
            </a:extLst>
          </p:cNvPr>
          <p:cNvPicPr>
            <a:picLocks noChangeAspect="1"/>
          </p:cNvPicPr>
          <p:nvPr/>
        </p:nvPicPr>
        <p:blipFill>
          <a:blip r:embed="rId2"/>
          <a:stretch>
            <a:fillRect/>
          </a:stretch>
        </p:blipFill>
        <p:spPr>
          <a:xfrm>
            <a:off x="1028700" y="571500"/>
            <a:ext cx="10134600" cy="5715000"/>
          </a:xfrm>
          <a:prstGeom prst="rect">
            <a:avLst/>
          </a:prstGeom>
        </p:spPr>
      </p:pic>
    </p:spTree>
    <p:extLst>
      <p:ext uri="{BB962C8B-B14F-4D97-AF65-F5344CB8AC3E}">
        <p14:creationId xmlns:p14="http://schemas.microsoft.com/office/powerpoint/2010/main" val="1596697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95D8B1-EC6B-FC51-9A8A-AA090D600B0E}"/>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3B60BCBB-8C1F-1DFF-054A-2B54A6C87EF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37</a:t>
            </a:fld>
            <a:endParaRPr lang="en-US" dirty="0"/>
          </a:p>
        </p:txBody>
      </p:sp>
      <p:sp>
        <p:nvSpPr>
          <p:cNvPr id="4" name="Footer Placeholder 3">
            <a:extLst>
              <a:ext uri="{FF2B5EF4-FFF2-40B4-BE49-F238E27FC236}">
                <a16:creationId xmlns:a16="http://schemas.microsoft.com/office/drawing/2014/main" id="{42D3DFCD-9C91-FAF9-D061-066C09591F6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DF8E93D4-0E94-99DF-E6F6-502048C9B0B9}"/>
              </a:ext>
            </a:extLst>
          </p:cNvPr>
          <p:cNvPicPr>
            <a:picLocks noChangeAspect="1"/>
          </p:cNvPicPr>
          <p:nvPr/>
        </p:nvPicPr>
        <p:blipFill>
          <a:blip r:embed="rId2"/>
          <a:stretch>
            <a:fillRect/>
          </a:stretch>
        </p:blipFill>
        <p:spPr>
          <a:xfrm>
            <a:off x="1090612" y="1709737"/>
            <a:ext cx="10010775" cy="3438525"/>
          </a:xfrm>
          <a:prstGeom prst="rect">
            <a:avLst/>
          </a:prstGeom>
        </p:spPr>
      </p:pic>
    </p:spTree>
    <p:extLst>
      <p:ext uri="{BB962C8B-B14F-4D97-AF65-F5344CB8AC3E}">
        <p14:creationId xmlns:p14="http://schemas.microsoft.com/office/powerpoint/2010/main" val="2895774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6166-C5F0-7EDD-3F81-EA51DDE80228}"/>
              </a:ext>
            </a:extLst>
          </p:cNvPr>
          <p:cNvSpPr>
            <a:spLocks noGrp="1"/>
          </p:cNvSpPr>
          <p:nvPr>
            <p:ph type="title"/>
          </p:nvPr>
        </p:nvSpPr>
        <p:spPr/>
        <p:txBody>
          <a:bodyPr/>
          <a:lstStyle/>
          <a:p>
            <a:r>
              <a:rPr lang="en-US" dirty="0"/>
              <a:t>13.4.4 Ragged Grids and Multidimensional Arrays</a:t>
            </a:r>
          </a:p>
        </p:txBody>
      </p:sp>
      <p:sp>
        <p:nvSpPr>
          <p:cNvPr id="3" name="Content Placeholder 2">
            <a:extLst>
              <a:ext uri="{FF2B5EF4-FFF2-40B4-BE49-F238E27FC236}">
                <a16:creationId xmlns:a16="http://schemas.microsoft.com/office/drawing/2014/main" id="{254A5985-4D1B-8659-E2E0-5E9DE61132EC}"/>
              </a:ext>
            </a:extLst>
          </p:cNvPr>
          <p:cNvSpPr>
            <a:spLocks noGrp="1"/>
          </p:cNvSpPr>
          <p:nvPr>
            <p:ph idx="1"/>
          </p:nvPr>
        </p:nvSpPr>
        <p:spPr/>
        <p:txBody>
          <a:bodyPr/>
          <a:lstStyle/>
          <a:p>
            <a:r>
              <a:rPr lang="en-US" b="0" i="0" dirty="0">
                <a:solidFill>
                  <a:srgbClr val="242021"/>
                </a:solidFill>
                <a:effectLst/>
                <a:latin typeface="JansonText-Roman"/>
              </a:rPr>
              <a:t>It is also possible to create ragged grids and grids of more than two dimensions.</a:t>
            </a:r>
            <a:r>
              <a:rPr lang="en-US" sz="3200" dirty="0"/>
              <a:t> </a:t>
            </a:r>
          </a:p>
          <a:p>
            <a:r>
              <a:rPr lang="en-US" b="0" i="0" dirty="0">
                <a:solidFill>
                  <a:srgbClr val="242021"/>
                </a:solidFill>
                <a:effectLst/>
                <a:latin typeface="JansonText-Roman"/>
              </a:rPr>
              <a:t>In a ragged grid, there are a fixed number of rows, but the number of columns of data in each row can vary. </a:t>
            </a:r>
          </a:p>
          <a:p>
            <a:r>
              <a:rPr lang="en-US" b="0" i="0" dirty="0">
                <a:solidFill>
                  <a:srgbClr val="242021"/>
                </a:solidFill>
                <a:effectLst/>
                <a:latin typeface="JansonText-Roman"/>
              </a:rPr>
              <a:t>Dimensions can also be added to the definition of a grid when necessary</a:t>
            </a:r>
            <a:r>
              <a:rPr lang="en-US" sz="3200" dirty="0"/>
              <a:t> </a:t>
            </a:r>
          </a:p>
          <a:p>
            <a:pPr lvl="1"/>
            <a:r>
              <a:rPr lang="en-US" sz="1800" dirty="0"/>
              <a:t>3D array</a:t>
            </a:r>
          </a:p>
        </p:txBody>
      </p:sp>
      <p:sp>
        <p:nvSpPr>
          <p:cNvPr id="4" name="Slide Number Placeholder 3">
            <a:extLst>
              <a:ext uri="{FF2B5EF4-FFF2-40B4-BE49-F238E27FC236}">
                <a16:creationId xmlns:a16="http://schemas.microsoft.com/office/drawing/2014/main" id="{3BFD5282-D2F4-86DE-EA72-B175B0CD99F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38</a:t>
            </a:fld>
            <a:endParaRPr lang="en-US" altLang="en-US" dirty="0"/>
          </a:p>
        </p:txBody>
      </p:sp>
      <p:sp>
        <p:nvSpPr>
          <p:cNvPr id="5" name="Footer Placeholder 4">
            <a:extLst>
              <a:ext uri="{FF2B5EF4-FFF2-40B4-BE49-F238E27FC236}">
                <a16:creationId xmlns:a16="http://schemas.microsoft.com/office/drawing/2014/main" id="{C5435CB2-0DDC-9E55-3D51-A8DE360230CB}"/>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7B8CA51E-C9D7-26CB-1660-39981C1A8F4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1593409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7370E4-EF3C-222E-FE08-6E2C537CDA13}"/>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22CAE93-4D3F-2750-CF4E-0D3FD0551D3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39</a:t>
            </a:fld>
            <a:endParaRPr lang="en-US" dirty="0"/>
          </a:p>
        </p:txBody>
      </p:sp>
      <p:sp>
        <p:nvSpPr>
          <p:cNvPr id="4" name="Footer Placeholder 3">
            <a:extLst>
              <a:ext uri="{FF2B5EF4-FFF2-40B4-BE49-F238E27FC236}">
                <a16:creationId xmlns:a16="http://schemas.microsoft.com/office/drawing/2014/main" id="{4DD3DEA9-A6D3-3917-BDAE-94E32EFAC68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4986AD5-A978-705A-22E1-AA5CB290F4E0}"/>
              </a:ext>
            </a:extLst>
          </p:cNvPr>
          <p:cNvPicPr>
            <a:picLocks noChangeAspect="1"/>
          </p:cNvPicPr>
          <p:nvPr/>
        </p:nvPicPr>
        <p:blipFill>
          <a:blip r:embed="rId2"/>
          <a:stretch>
            <a:fillRect/>
          </a:stretch>
        </p:blipFill>
        <p:spPr>
          <a:xfrm>
            <a:off x="1314450" y="1295400"/>
            <a:ext cx="9505950" cy="2771775"/>
          </a:xfrm>
          <a:prstGeom prst="rect">
            <a:avLst/>
          </a:prstGeom>
        </p:spPr>
      </p:pic>
      <p:pic>
        <p:nvPicPr>
          <p:cNvPr id="8" name="Picture 7">
            <a:extLst>
              <a:ext uri="{FF2B5EF4-FFF2-40B4-BE49-F238E27FC236}">
                <a16:creationId xmlns:a16="http://schemas.microsoft.com/office/drawing/2014/main" id="{57F94FEC-1D60-B2D7-927D-7401FF2477F9}"/>
              </a:ext>
            </a:extLst>
          </p:cNvPr>
          <p:cNvPicPr>
            <a:picLocks noChangeAspect="1"/>
          </p:cNvPicPr>
          <p:nvPr/>
        </p:nvPicPr>
        <p:blipFill>
          <a:blip r:embed="rId3"/>
          <a:stretch>
            <a:fillRect/>
          </a:stretch>
        </p:blipFill>
        <p:spPr>
          <a:xfrm>
            <a:off x="1219200" y="4067175"/>
            <a:ext cx="9982200" cy="885825"/>
          </a:xfrm>
          <a:prstGeom prst="rect">
            <a:avLst/>
          </a:prstGeom>
        </p:spPr>
      </p:pic>
    </p:spTree>
    <p:extLst>
      <p:ext uri="{BB962C8B-B14F-4D97-AF65-F5344CB8AC3E}">
        <p14:creationId xmlns:p14="http://schemas.microsoft.com/office/powerpoint/2010/main" val="808289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0F71E-6282-3D91-8E72-77AD8CD7C678}"/>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23890EC-3E3E-6CC6-455E-C17FC5061D3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40</a:t>
            </a:fld>
            <a:endParaRPr lang="en-US" dirty="0"/>
          </a:p>
        </p:txBody>
      </p:sp>
      <p:sp>
        <p:nvSpPr>
          <p:cNvPr id="4" name="Footer Placeholder 3">
            <a:extLst>
              <a:ext uri="{FF2B5EF4-FFF2-40B4-BE49-F238E27FC236}">
                <a16:creationId xmlns:a16="http://schemas.microsoft.com/office/drawing/2014/main" id="{629B93AF-4A62-C8CC-9043-F9CADD487F0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226F488-81F8-30EF-FF72-984AEE99FA63}"/>
              </a:ext>
            </a:extLst>
          </p:cNvPr>
          <p:cNvPicPr>
            <a:picLocks noChangeAspect="1"/>
          </p:cNvPicPr>
          <p:nvPr/>
        </p:nvPicPr>
        <p:blipFill>
          <a:blip r:embed="rId2"/>
          <a:stretch>
            <a:fillRect/>
          </a:stretch>
        </p:blipFill>
        <p:spPr>
          <a:xfrm>
            <a:off x="757237" y="1114425"/>
            <a:ext cx="10677525" cy="4629150"/>
          </a:xfrm>
          <a:prstGeom prst="rect">
            <a:avLst/>
          </a:prstGeom>
        </p:spPr>
      </p:pic>
    </p:spTree>
    <p:extLst>
      <p:ext uri="{BB962C8B-B14F-4D97-AF65-F5344CB8AC3E}">
        <p14:creationId xmlns:p14="http://schemas.microsoft.com/office/powerpoint/2010/main" val="7425558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570C30-BFD1-369C-935C-0BAF4B29953C}"/>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90F73510-0F5B-7075-2B3E-FBFAAB6FAAD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41</a:t>
            </a:fld>
            <a:endParaRPr lang="en-US" dirty="0"/>
          </a:p>
        </p:txBody>
      </p:sp>
      <p:sp>
        <p:nvSpPr>
          <p:cNvPr id="4" name="Footer Placeholder 3">
            <a:extLst>
              <a:ext uri="{FF2B5EF4-FFF2-40B4-BE49-F238E27FC236}">
                <a16:creationId xmlns:a16="http://schemas.microsoft.com/office/drawing/2014/main" id="{C28C1DC6-9156-1547-A6B8-6E35940A124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2523C81D-366B-1E0E-162C-C643738A0679}"/>
              </a:ext>
            </a:extLst>
          </p:cNvPr>
          <p:cNvPicPr>
            <a:picLocks noChangeAspect="1"/>
          </p:cNvPicPr>
          <p:nvPr/>
        </p:nvPicPr>
        <p:blipFill>
          <a:blip r:embed="rId2"/>
          <a:stretch>
            <a:fillRect/>
          </a:stretch>
        </p:blipFill>
        <p:spPr>
          <a:xfrm>
            <a:off x="1023937" y="2657475"/>
            <a:ext cx="10144125" cy="1543050"/>
          </a:xfrm>
          <a:prstGeom prst="rect">
            <a:avLst/>
          </a:prstGeom>
        </p:spPr>
      </p:pic>
    </p:spTree>
    <p:extLst>
      <p:ext uri="{BB962C8B-B14F-4D97-AF65-F5344CB8AC3E}">
        <p14:creationId xmlns:p14="http://schemas.microsoft.com/office/powerpoint/2010/main" val="3789731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FA27C-9F7C-7F5C-CF05-95465E429914}"/>
              </a:ext>
            </a:extLst>
          </p:cNvPr>
          <p:cNvSpPr>
            <a:spLocks noGrp="1"/>
          </p:cNvSpPr>
          <p:nvPr>
            <p:ph type="title"/>
          </p:nvPr>
        </p:nvSpPr>
        <p:spPr/>
        <p:txBody>
          <a:bodyPr/>
          <a:lstStyle/>
          <a:p>
            <a:r>
              <a:rPr lang="en-US" dirty="0"/>
              <a:t>13.5 Linked Structures</a:t>
            </a:r>
          </a:p>
        </p:txBody>
      </p:sp>
      <p:sp>
        <p:nvSpPr>
          <p:cNvPr id="3" name="Date Placeholder 2">
            <a:extLst>
              <a:ext uri="{FF2B5EF4-FFF2-40B4-BE49-F238E27FC236}">
                <a16:creationId xmlns:a16="http://schemas.microsoft.com/office/drawing/2014/main" id="{32A7E7CF-DA9A-F8F5-C45D-C6F33E9F707F}"/>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C36C60DF-14F4-978F-6107-F0799A9373A9}"/>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42</a:t>
            </a:fld>
            <a:endParaRPr lang="en-US" dirty="0"/>
          </a:p>
        </p:txBody>
      </p:sp>
      <p:sp>
        <p:nvSpPr>
          <p:cNvPr id="5" name="Footer Placeholder 4">
            <a:extLst>
              <a:ext uri="{FF2B5EF4-FFF2-40B4-BE49-F238E27FC236}">
                <a16:creationId xmlns:a16="http://schemas.microsoft.com/office/drawing/2014/main" id="{A3E5E35F-FDA1-5A3A-E0AC-486B5B17AC4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2178320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0081-866B-4993-C533-367A8182AF8A}"/>
              </a:ext>
            </a:extLst>
          </p:cNvPr>
          <p:cNvSpPr>
            <a:spLocks noGrp="1"/>
          </p:cNvSpPr>
          <p:nvPr>
            <p:ph type="title"/>
          </p:nvPr>
        </p:nvSpPr>
        <p:spPr/>
        <p:txBody>
          <a:bodyPr/>
          <a:lstStyle/>
          <a:p>
            <a:r>
              <a:rPr lang="en-US" dirty="0"/>
              <a:t>13.5.1 Singly Linked Structures and Doubly Linked Structures</a:t>
            </a:r>
          </a:p>
        </p:txBody>
      </p:sp>
      <p:sp>
        <p:nvSpPr>
          <p:cNvPr id="3" name="Content Placeholder 2">
            <a:extLst>
              <a:ext uri="{FF2B5EF4-FFF2-40B4-BE49-F238E27FC236}">
                <a16:creationId xmlns:a16="http://schemas.microsoft.com/office/drawing/2014/main" id="{28936BAA-86D3-A363-88B8-8F7C6905E3F0}"/>
              </a:ext>
            </a:extLst>
          </p:cNvPr>
          <p:cNvSpPr>
            <a:spLocks noGrp="1"/>
          </p:cNvSpPr>
          <p:nvPr>
            <p:ph idx="1"/>
          </p:nvPr>
        </p:nvSpPr>
        <p:spPr/>
        <p:txBody>
          <a:bodyPr/>
          <a:lstStyle/>
          <a:p>
            <a:r>
              <a:rPr lang="en-US" sz="2000" b="0" i="0" dirty="0">
                <a:solidFill>
                  <a:srgbClr val="242021"/>
                </a:solidFill>
                <a:effectLst/>
                <a:latin typeface="JansonText-Roman"/>
              </a:rPr>
              <a:t>A linked structure consists of items that are linked to other items.</a:t>
            </a:r>
          </a:p>
          <a:p>
            <a:r>
              <a:rPr lang="en-US" sz="2000" b="0" i="0" dirty="0">
                <a:solidFill>
                  <a:srgbClr val="242021"/>
                </a:solidFill>
                <a:effectLst/>
                <a:latin typeface="JansonText-Roman"/>
              </a:rPr>
              <a:t>The two simplest linked structures are the </a:t>
            </a:r>
            <a:r>
              <a:rPr lang="en-US" sz="2000" b="1" i="0" dirty="0">
                <a:solidFill>
                  <a:srgbClr val="242021"/>
                </a:solidFill>
                <a:effectLst/>
                <a:latin typeface="JansonText-Bold"/>
              </a:rPr>
              <a:t>singly linked structure </a:t>
            </a:r>
            <a:r>
              <a:rPr lang="en-US" sz="2000" b="0" i="0" dirty="0">
                <a:solidFill>
                  <a:srgbClr val="242021"/>
                </a:solidFill>
                <a:effectLst/>
                <a:latin typeface="JansonText-Roman"/>
              </a:rPr>
              <a:t>and the </a:t>
            </a:r>
            <a:r>
              <a:rPr lang="en-US" sz="2000" b="1" i="0" dirty="0">
                <a:solidFill>
                  <a:srgbClr val="242021"/>
                </a:solidFill>
                <a:effectLst/>
                <a:latin typeface="JansonText-Bold"/>
              </a:rPr>
              <a:t>doubly linked structure</a:t>
            </a:r>
            <a:r>
              <a:rPr lang="en-US" sz="2800" dirty="0"/>
              <a:t> </a:t>
            </a:r>
          </a:p>
        </p:txBody>
      </p:sp>
      <p:sp>
        <p:nvSpPr>
          <p:cNvPr id="4" name="Slide Number Placeholder 3">
            <a:extLst>
              <a:ext uri="{FF2B5EF4-FFF2-40B4-BE49-F238E27FC236}">
                <a16:creationId xmlns:a16="http://schemas.microsoft.com/office/drawing/2014/main" id="{52F7929B-2E61-FDBF-066A-A758702B5D0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43</a:t>
            </a:fld>
            <a:endParaRPr lang="en-US" altLang="en-US" dirty="0"/>
          </a:p>
        </p:txBody>
      </p:sp>
      <p:sp>
        <p:nvSpPr>
          <p:cNvPr id="5" name="Footer Placeholder 4">
            <a:extLst>
              <a:ext uri="{FF2B5EF4-FFF2-40B4-BE49-F238E27FC236}">
                <a16:creationId xmlns:a16="http://schemas.microsoft.com/office/drawing/2014/main" id="{99D6D76E-B23B-EEC0-A773-2CC362BE9266}"/>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52F8B31D-79B3-14D2-5092-690BCD41F664}"/>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46E383BA-D2B2-A184-5C22-4ED0696A8383}"/>
              </a:ext>
            </a:extLst>
          </p:cNvPr>
          <p:cNvPicPr>
            <a:picLocks noChangeAspect="1"/>
          </p:cNvPicPr>
          <p:nvPr/>
        </p:nvPicPr>
        <p:blipFill>
          <a:blip r:embed="rId2"/>
          <a:stretch>
            <a:fillRect/>
          </a:stretch>
        </p:blipFill>
        <p:spPr>
          <a:xfrm>
            <a:off x="2357437" y="3124029"/>
            <a:ext cx="7477125" cy="3203249"/>
          </a:xfrm>
          <a:prstGeom prst="rect">
            <a:avLst/>
          </a:prstGeom>
        </p:spPr>
      </p:pic>
    </p:spTree>
    <p:extLst>
      <p:ext uri="{BB962C8B-B14F-4D97-AF65-F5344CB8AC3E}">
        <p14:creationId xmlns:p14="http://schemas.microsoft.com/office/powerpoint/2010/main" val="2231372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79E7-71EC-F04B-BE20-9DA9AEA2D9EE}"/>
              </a:ext>
            </a:extLst>
          </p:cNvPr>
          <p:cNvSpPr>
            <a:spLocks noGrp="1"/>
          </p:cNvSpPr>
          <p:nvPr>
            <p:ph type="title"/>
          </p:nvPr>
        </p:nvSpPr>
        <p:spPr/>
        <p:txBody>
          <a:bodyPr/>
          <a:lstStyle/>
          <a:p>
            <a:r>
              <a:rPr lang="en-US" dirty="0"/>
              <a:t>13.5.2 Noncontiguous Memory and Nodes</a:t>
            </a:r>
          </a:p>
        </p:txBody>
      </p:sp>
      <p:sp>
        <p:nvSpPr>
          <p:cNvPr id="3" name="Content Placeholder 2">
            <a:extLst>
              <a:ext uri="{FF2B5EF4-FFF2-40B4-BE49-F238E27FC236}">
                <a16:creationId xmlns:a16="http://schemas.microsoft.com/office/drawing/2014/main" id="{84037CE0-74C4-1D2E-9AA9-9E6F9EB03967}"/>
              </a:ext>
            </a:extLst>
          </p:cNvPr>
          <p:cNvSpPr>
            <a:spLocks noGrp="1"/>
          </p:cNvSpPr>
          <p:nvPr>
            <p:ph idx="1"/>
          </p:nvPr>
        </p:nvSpPr>
        <p:spPr/>
        <p:txBody>
          <a:bodyPr/>
          <a:lstStyle/>
          <a:p>
            <a:r>
              <a:rPr lang="en-US" sz="2000" b="1" i="0" dirty="0">
                <a:solidFill>
                  <a:srgbClr val="242021"/>
                </a:solidFill>
                <a:effectLst/>
                <a:latin typeface="JansonText-Bold"/>
              </a:rPr>
              <a:t>noncontiguous memory: </a:t>
            </a:r>
            <a:r>
              <a:rPr lang="en-US" sz="2000" b="0" i="0" dirty="0">
                <a:solidFill>
                  <a:srgbClr val="242021"/>
                </a:solidFill>
                <a:effectLst/>
                <a:latin typeface="JansonText-Roman"/>
              </a:rPr>
              <a:t>the cell for a given item in a linked structure can be found anywhere in memory as long as the computer can follow a link to its address or location.  </a:t>
            </a:r>
            <a:br>
              <a:rPr lang="en-US" sz="2800" dirty="0"/>
            </a:br>
            <a:endParaRPr lang="en-US" sz="2800" dirty="0"/>
          </a:p>
        </p:txBody>
      </p:sp>
      <p:sp>
        <p:nvSpPr>
          <p:cNvPr id="4" name="Slide Number Placeholder 3">
            <a:extLst>
              <a:ext uri="{FF2B5EF4-FFF2-40B4-BE49-F238E27FC236}">
                <a16:creationId xmlns:a16="http://schemas.microsoft.com/office/drawing/2014/main" id="{A7D15898-CFD0-52B5-D07F-03797500D95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44</a:t>
            </a:fld>
            <a:endParaRPr lang="en-US" altLang="en-US" dirty="0"/>
          </a:p>
        </p:txBody>
      </p:sp>
      <p:sp>
        <p:nvSpPr>
          <p:cNvPr id="5" name="Footer Placeholder 4">
            <a:extLst>
              <a:ext uri="{FF2B5EF4-FFF2-40B4-BE49-F238E27FC236}">
                <a16:creationId xmlns:a16="http://schemas.microsoft.com/office/drawing/2014/main" id="{9B94D563-4815-DEA9-8A58-EFF6962CE7AE}"/>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5AFD0EB5-16AB-3D8E-96B3-D328D08CD429}"/>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E67A0EA1-EB2B-67BB-9789-88A7AE1BF79C}"/>
              </a:ext>
            </a:extLst>
          </p:cNvPr>
          <p:cNvPicPr>
            <a:picLocks noChangeAspect="1"/>
          </p:cNvPicPr>
          <p:nvPr/>
        </p:nvPicPr>
        <p:blipFill>
          <a:blip r:embed="rId2"/>
          <a:stretch>
            <a:fillRect/>
          </a:stretch>
        </p:blipFill>
        <p:spPr>
          <a:xfrm>
            <a:off x="1947862" y="3124200"/>
            <a:ext cx="8296275" cy="2914650"/>
          </a:xfrm>
          <a:prstGeom prst="rect">
            <a:avLst/>
          </a:prstGeom>
        </p:spPr>
      </p:pic>
    </p:spTree>
    <p:extLst>
      <p:ext uri="{BB962C8B-B14F-4D97-AF65-F5344CB8AC3E}">
        <p14:creationId xmlns:p14="http://schemas.microsoft.com/office/powerpoint/2010/main" val="1714539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5DFAC-BD23-A0CF-E6DE-131D95E8B0A6}"/>
              </a:ext>
            </a:extLst>
          </p:cNvPr>
          <p:cNvSpPr>
            <a:spLocks noGrp="1"/>
          </p:cNvSpPr>
          <p:nvPr>
            <p:ph type="title"/>
          </p:nvPr>
        </p:nvSpPr>
        <p:spPr/>
        <p:txBody>
          <a:bodyPr/>
          <a:lstStyle/>
          <a:p>
            <a:r>
              <a:rPr lang="en-US" dirty="0"/>
              <a:t>Non-continuous memory</a:t>
            </a:r>
          </a:p>
        </p:txBody>
      </p:sp>
      <p:sp>
        <p:nvSpPr>
          <p:cNvPr id="3" name="Date Placeholder 2">
            <a:extLst>
              <a:ext uri="{FF2B5EF4-FFF2-40B4-BE49-F238E27FC236}">
                <a16:creationId xmlns:a16="http://schemas.microsoft.com/office/drawing/2014/main" id="{25CA4776-0C02-D288-3342-17C91607873D}"/>
              </a:ext>
            </a:extLst>
          </p:cNvPr>
          <p:cNvSpPr>
            <a:spLocks noGrp="1"/>
          </p:cNvSpPr>
          <p:nvPr>
            <p:ph type="dt" sz="half" idx="10"/>
          </p:nvPr>
        </p:nvSpPr>
        <p:spPr/>
        <p:txBody>
          <a:bodyPr/>
          <a:lstStyle/>
          <a:p>
            <a:pPr>
              <a:buFont typeface="Monotype Sorts" charset="2"/>
              <a:buNone/>
              <a:defRPr/>
            </a:pPr>
            <a:fld id="{C4105860-DA06-4136-8ED8-157A1C8FEBE0}" type="datetime1">
              <a:rPr lang="en-US" smtClean="0"/>
              <a:t>12/19/2024</a:t>
            </a:fld>
            <a:endParaRPr lang="en-US" dirty="0"/>
          </a:p>
        </p:txBody>
      </p:sp>
      <p:sp>
        <p:nvSpPr>
          <p:cNvPr id="4" name="Slide Number Placeholder 3">
            <a:extLst>
              <a:ext uri="{FF2B5EF4-FFF2-40B4-BE49-F238E27FC236}">
                <a16:creationId xmlns:a16="http://schemas.microsoft.com/office/drawing/2014/main" id="{0E36516B-3A43-3306-B356-A2DA0BC69618}"/>
              </a:ext>
            </a:extLst>
          </p:cNvPr>
          <p:cNvSpPr>
            <a:spLocks noGrp="1"/>
          </p:cNvSpPr>
          <p:nvPr>
            <p:ph type="sldNum" sz="quarter" idx="11"/>
          </p:nvPr>
        </p:nvSpPr>
        <p:spPr/>
        <p:txBody>
          <a:bodyPr/>
          <a:lstStyle/>
          <a:p>
            <a:pPr>
              <a:buFont typeface="Monotype Sorts" charset="2"/>
              <a:buNone/>
              <a:defRPr/>
            </a:pPr>
            <a:fld id="{3668E2E4-C289-40FA-803B-52DC86338CE3}" type="slidenum">
              <a:rPr lang="en-US" smtClean="0"/>
              <a:pPr>
                <a:buFont typeface="Monotype Sorts" charset="2"/>
                <a:buNone/>
                <a:defRPr/>
              </a:pPr>
              <a:t>45</a:t>
            </a:fld>
            <a:endParaRPr lang="en-US" dirty="0"/>
          </a:p>
        </p:txBody>
      </p:sp>
      <p:sp>
        <p:nvSpPr>
          <p:cNvPr id="5" name="Footer Placeholder 4">
            <a:extLst>
              <a:ext uri="{FF2B5EF4-FFF2-40B4-BE49-F238E27FC236}">
                <a16:creationId xmlns:a16="http://schemas.microsoft.com/office/drawing/2014/main" id="{36C659C6-2D2D-59E9-42B3-6CB99C33691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7" name="Picture 6">
            <a:extLst>
              <a:ext uri="{FF2B5EF4-FFF2-40B4-BE49-F238E27FC236}">
                <a16:creationId xmlns:a16="http://schemas.microsoft.com/office/drawing/2014/main" id="{7119F0D9-ADBD-79E5-1C34-94488B0D4644}"/>
              </a:ext>
            </a:extLst>
          </p:cNvPr>
          <p:cNvPicPr>
            <a:picLocks noChangeAspect="1"/>
          </p:cNvPicPr>
          <p:nvPr/>
        </p:nvPicPr>
        <p:blipFill>
          <a:blip r:embed="rId2"/>
          <a:stretch>
            <a:fillRect/>
          </a:stretch>
        </p:blipFill>
        <p:spPr>
          <a:xfrm>
            <a:off x="1957387" y="1647825"/>
            <a:ext cx="8277225" cy="3562350"/>
          </a:xfrm>
          <a:prstGeom prst="rect">
            <a:avLst/>
          </a:prstGeom>
        </p:spPr>
      </p:pic>
    </p:spTree>
    <p:extLst>
      <p:ext uri="{BB962C8B-B14F-4D97-AF65-F5344CB8AC3E}">
        <p14:creationId xmlns:p14="http://schemas.microsoft.com/office/powerpoint/2010/main" val="1258400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7CFD-AFB7-4085-4941-56D4A56B8F79}"/>
              </a:ext>
            </a:extLst>
          </p:cNvPr>
          <p:cNvSpPr>
            <a:spLocks noGrp="1"/>
          </p:cNvSpPr>
          <p:nvPr>
            <p:ph type="title"/>
          </p:nvPr>
        </p:nvSpPr>
        <p:spPr/>
        <p:txBody>
          <a:bodyPr/>
          <a:lstStyle/>
          <a:p>
            <a:r>
              <a:rPr lang="en-US" dirty="0"/>
              <a:t>13.5.3 Defining a Singly Linked Node Class</a:t>
            </a:r>
          </a:p>
        </p:txBody>
      </p:sp>
      <p:sp>
        <p:nvSpPr>
          <p:cNvPr id="3" name="Content Placeholder 2">
            <a:extLst>
              <a:ext uri="{FF2B5EF4-FFF2-40B4-BE49-F238E27FC236}">
                <a16:creationId xmlns:a16="http://schemas.microsoft.com/office/drawing/2014/main" id="{49CE6FE4-A56C-0597-CED9-36AA7BF5382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A1D36E0-C2D0-30D8-08B1-4261B095C3E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46</a:t>
            </a:fld>
            <a:endParaRPr lang="en-US" altLang="en-US" dirty="0"/>
          </a:p>
        </p:txBody>
      </p:sp>
      <p:sp>
        <p:nvSpPr>
          <p:cNvPr id="5" name="Footer Placeholder 4">
            <a:extLst>
              <a:ext uri="{FF2B5EF4-FFF2-40B4-BE49-F238E27FC236}">
                <a16:creationId xmlns:a16="http://schemas.microsoft.com/office/drawing/2014/main" id="{8B5E9E51-54B1-D21C-9BFC-041AB46479AF}"/>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68EE3F4F-5532-A208-5862-A8E9466ED76A}"/>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89B74605-0C23-A218-596B-7BF936D82384}"/>
              </a:ext>
            </a:extLst>
          </p:cNvPr>
          <p:cNvPicPr>
            <a:picLocks noChangeAspect="1"/>
          </p:cNvPicPr>
          <p:nvPr/>
        </p:nvPicPr>
        <p:blipFill>
          <a:blip r:embed="rId2"/>
          <a:stretch>
            <a:fillRect/>
          </a:stretch>
        </p:blipFill>
        <p:spPr>
          <a:xfrm>
            <a:off x="1052512" y="2500312"/>
            <a:ext cx="10086975" cy="1857375"/>
          </a:xfrm>
          <a:prstGeom prst="rect">
            <a:avLst/>
          </a:prstGeom>
        </p:spPr>
      </p:pic>
    </p:spTree>
    <p:extLst>
      <p:ext uri="{BB962C8B-B14F-4D97-AF65-F5344CB8AC3E}">
        <p14:creationId xmlns:p14="http://schemas.microsoft.com/office/powerpoint/2010/main" val="3236212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1C8E4-3DA1-CE7E-54AA-18F5E116CC74}"/>
              </a:ext>
            </a:extLst>
          </p:cNvPr>
          <p:cNvSpPr>
            <a:spLocks noGrp="1"/>
          </p:cNvSpPr>
          <p:nvPr>
            <p:ph type="title"/>
          </p:nvPr>
        </p:nvSpPr>
        <p:spPr/>
        <p:txBody>
          <a:bodyPr/>
          <a:lstStyle/>
          <a:p>
            <a:r>
              <a:rPr lang="en-US" dirty="0"/>
              <a:t>13.5.4 Using the Singly Linked Node Class</a:t>
            </a:r>
          </a:p>
        </p:txBody>
      </p:sp>
      <p:pic>
        <p:nvPicPr>
          <p:cNvPr id="12" name="Content Placeholder 11">
            <a:extLst>
              <a:ext uri="{FF2B5EF4-FFF2-40B4-BE49-F238E27FC236}">
                <a16:creationId xmlns:a16="http://schemas.microsoft.com/office/drawing/2014/main" id="{4B044445-3C82-98B7-8A79-E0B4FBCBFA84}"/>
              </a:ext>
            </a:extLst>
          </p:cNvPr>
          <p:cNvPicPr>
            <a:picLocks noGrp="1" noChangeAspect="1"/>
          </p:cNvPicPr>
          <p:nvPr>
            <p:ph idx="1"/>
          </p:nvPr>
        </p:nvPicPr>
        <p:blipFill>
          <a:blip r:embed="rId2"/>
          <a:stretch>
            <a:fillRect/>
          </a:stretch>
        </p:blipFill>
        <p:spPr>
          <a:xfrm>
            <a:off x="2057400" y="3736972"/>
            <a:ext cx="8239125" cy="2600325"/>
          </a:xfrm>
        </p:spPr>
      </p:pic>
      <p:sp>
        <p:nvSpPr>
          <p:cNvPr id="4" name="Slide Number Placeholder 3">
            <a:extLst>
              <a:ext uri="{FF2B5EF4-FFF2-40B4-BE49-F238E27FC236}">
                <a16:creationId xmlns:a16="http://schemas.microsoft.com/office/drawing/2014/main" id="{345025D5-FC68-D738-8125-2241F317D16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47</a:t>
            </a:fld>
            <a:endParaRPr lang="en-US" altLang="en-US" dirty="0"/>
          </a:p>
        </p:txBody>
      </p:sp>
      <p:sp>
        <p:nvSpPr>
          <p:cNvPr id="5" name="Footer Placeholder 4">
            <a:extLst>
              <a:ext uri="{FF2B5EF4-FFF2-40B4-BE49-F238E27FC236}">
                <a16:creationId xmlns:a16="http://schemas.microsoft.com/office/drawing/2014/main" id="{9FD37C40-9EB6-E57A-99F9-E3627156BE11}"/>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02917B20-0334-6AFA-04C8-38E3FD62A2D2}"/>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10" name="Picture 9">
            <a:extLst>
              <a:ext uri="{FF2B5EF4-FFF2-40B4-BE49-F238E27FC236}">
                <a16:creationId xmlns:a16="http://schemas.microsoft.com/office/drawing/2014/main" id="{D6FCAAD4-E2FB-FE73-892E-D197FD9DDFB1}"/>
              </a:ext>
            </a:extLst>
          </p:cNvPr>
          <p:cNvPicPr>
            <a:picLocks noChangeAspect="1"/>
          </p:cNvPicPr>
          <p:nvPr/>
        </p:nvPicPr>
        <p:blipFill>
          <a:blip r:embed="rId3"/>
          <a:stretch>
            <a:fillRect/>
          </a:stretch>
        </p:blipFill>
        <p:spPr>
          <a:xfrm>
            <a:off x="1190625" y="1510506"/>
            <a:ext cx="10163175" cy="2381250"/>
          </a:xfrm>
          <a:prstGeom prst="rect">
            <a:avLst/>
          </a:prstGeom>
        </p:spPr>
      </p:pic>
      <p:pic>
        <p:nvPicPr>
          <p:cNvPr id="14" name="Picture 13">
            <a:extLst>
              <a:ext uri="{FF2B5EF4-FFF2-40B4-BE49-F238E27FC236}">
                <a16:creationId xmlns:a16="http://schemas.microsoft.com/office/drawing/2014/main" id="{6B88D82A-65D9-A8AA-7161-B7F15F8E2953}"/>
              </a:ext>
            </a:extLst>
          </p:cNvPr>
          <p:cNvPicPr>
            <a:picLocks noChangeAspect="1"/>
          </p:cNvPicPr>
          <p:nvPr/>
        </p:nvPicPr>
        <p:blipFill>
          <a:blip r:embed="rId4"/>
          <a:stretch>
            <a:fillRect/>
          </a:stretch>
        </p:blipFill>
        <p:spPr>
          <a:xfrm>
            <a:off x="5514976" y="1295400"/>
            <a:ext cx="6648450" cy="1114425"/>
          </a:xfrm>
          <a:prstGeom prst="rect">
            <a:avLst/>
          </a:prstGeom>
        </p:spPr>
      </p:pic>
    </p:spTree>
    <p:extLst>
      <p:ext uri="{BB962C8B-B14F-4D97-AF65-F5344CB8AC3E}">
        <p14:creationId xmlns:p14="http://schemas.microsoft.com/office/powerpoint/2010/main" val="4043407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5E314C-38B9-EF84-ACA4-B3214B754F7F}"/>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7E18CF3D-13D3-C026-48BE-46E44C30BBB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48</a:t>
            </a:fld>
            <a:endParaRPr lang="en-US" dirty="0"/>
          </a:p>
        </p:txBody>
      </p:sp>
      <p:sp>
        <p:nvSpPr>
          <p:cNvPr id="4" name="Footer Placeholder 3">
            <a:extLst>
              <a:ext uri="{FF2B5EF4-FFF2-40B4-BE49-F238E27FC236}">
                <a16:creationId xmlns:a16="http://schemas.microsoft.com/office/drawing/2014/main" id="{D599150B-AD1A-F116-37AA-4FE1673602C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8EDE7B0E-8633-BF39-C05C-213B44CA7FDA}"/>
              </a:ext>
            </a:extLst>
          </p:cNvPr>
          <p:cNvPicPr>
            <a:picLocks noChangeAspect="1"/>
          </p:cNvPicPr>
          <p:nvPr/>
        </p:nvPicPr>
        <p:blipFill>
          <a:blip r:embed="rId2"/>
          <a:stretch>
            <a:fillRect/>
          </a:stretch>
        </p:blipFill>
        <p:spPr>
          <a:xfrm>
            <a:off x="1090612" y="1104900"/>
            <a:ext cx="10010775" cy="4648200"/>
          </a:xfrm>
          <a:prstGeom prst="rect">
            <a:avLst/>
          </a:prstGeom>
        </p:spPr>
      </p:pic>
    </p:spTree>
    <p:extLst>
      <p:ext uri="{BB962C8B-B14F-4D97-AF65-F5344CB8AC3E}">
        <p14:creationId xmlns:p14="http://schemas.microsoft.com/office/powerpoint/2010/main" val="5458637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60D7EC-AF44-12C4-03C0-877F254CB295}"/>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83C3D3C0-5503-7299-627B-49104245116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49</a:t>
            </a:fld>
            <a:endParaRPr lang="en-US" dirty="0"/>
          </a:p>
        </p:txBody>
      </p:sp>
      <p:sp>
        <p:nvSpPr>
          <p:cNvPr id="4" name="Footer Placeholder 3">
            <a:extLst>
              <a:ext uri="{FF2B5EF4-FFF2-40B4-BE49-F238E27FC236}">
                <a16:creationId xmlns:a16="http://schemas.microsoft.com/office/drawing/2014/main" id="{389E1632-D4B2-7008-BBCF-E3298EF410D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8A4A89C-2CE4-5A38-1040-A8593740F54D}"/>
              </a:ext>
            </a:extLst>
          </p:cNvPr>
          <p:cNvPicPr>
            <a:picLocks noChangeAspect="1"/>
          </p:cNvPicPr>
          <p:nvPr/>
        </p:nvPicPr>
        <p:blipFill>
          <a:blip r:embed="rId2"/>
          <a:stretch>
            <a:fillRect/>
          </a:stretch>
        </p:blipFill>
        <p:spPr>
          <a:xfrm>
            <a:off x="1290637" y="1919287"/>
            <a:ext cx="9610725" cy="3019425"/>
          </a:xfrm>
          <a:prstGeom prst="rect">
            <a:avLst/>
          </a:prstGeom>
        </p:spPr>
      </p:pic>
    </p:spTree>
    <p:extLst>
      <p:ext uri="{BB962C8B-B14F-4D97-AF65-F5344CB8AC3E}">
        <p14:creationId xmlns:p14="http://schemas.microsoft.com/office/powerpoint/2010/main" val="583166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5218F-91FC-5EEB-7648-B43017E91C38}"/>
              </a:ext>
            </a:extLst>
          </p:cNvPr>
          <p:cNvSpPr>
            <a:spLocks noGrp="1"/>
          </p:cNvSpPr>
          <p:nvPr>
            <p:ph type="title"/>
          </p:nvPr>
        </p:nvSpPr>
        <p:spPr/>
        <p:txBody>
          <a:bodyPr/>
          <a:lstStyle/>
          <a:p>
            <a:r>
              <a:rPr lang="en-US" dirty="0"/>
              <a:t>13.6 Operations on Singly Linked Structures</a:t>
            </a:r>
          </a:p>
        </p:txBody>
      </p:sp>
      <p:sp>
        <p:nvSpPr>
          <p:cNvPr id="3" name="Date Placeholder 2">
            <a:extLst>
              <a:ext uri="{FF2B5EF4-FFF2-40B4-BE49-F238E27FC236}">
                <a16:creationId xmlns:a16="http://schemas.microsoft.com/office/drawing/2014/main" id="{EAF0971F-A05A-646A-98E8-012EBC886C82}"/>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33AC4A64-E978-5E43-FB4E-0DB048152C1D}"/>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50</a:t>
            </a:fld>
            <a:endParaRPr lang="en-US" dirty="0"/>
          </a:p>
        </p:txBody>
      </p:sp>
      <p:sp>
        <p:nvSpPr>
          <p:cNvPr id="5" name="Footer Placeholder 4">
            <a:extLst>
              <a:ext uri="{FF2B5EF4-FFF2-40B4-BE49-F238E27FC236}">
                <a16:creationId xmlns:a16="http://schemas.microsoft.com/office/drawing/2014/main" id="{B6DD7273-F938-0599-51CB-FEC5E7DD8400}"/>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7649653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B252-C892-F20E-3EDB-CEBAC8E60599}"/>
              </a:ext>
            </a:extLst>
          </p:cNvPr>
          <p:cNvSpPr>
            <a:spLocks noGrp="1"/>
          </p:cNvSpPr>
          <p:nvPr>
            <p:ph type="title"/>
          </p:nvPr>
        </p:nvSpPr>
        <p:spPr/>
        <p:txBody>
          <a:bodyPr/>
          <a:lstStyle/>
          <a:p>
            <a:r>
              <a:rPr lang="en-US" dirty="0"/>
              <a:t>13.6.1 Traversal</a:t>
            </a:r>
          </a:p>
        </p:txBody>
      </p:sp>
      <p:sp>
        <p:nvSpPr>
          <p:cNvPr id="3" name="Content Placeholder 2">
            <a:extLst>
              <a:ext uri="{FF2B5EF4-FFF2-40B4-BE49-F238E27FC236}">
                <a16:creationId xmlns:a16="http://schemas.microsoft.com/office/drawing/2014/main" id="{588BDFB2-1617-8010-FB7B-48609D04A29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147DA8B-D085-B92F-EE85-36AE70715F54}"/>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51</a:t>
            </a:fld>
            <a:endParaRPr lang="en-US" altLang="en-US" dirty="0"/>
          </a:p>
        </p:txBody>
      </p:sp>
      <p:sp>
        <p:nvSpPr>
          <p:cNvPr id="5" name="Footer Placeholder 4">
            <a:extLst>
              <a:ext uri="{FF2B5EF4-FFF2-40B4-BE49-F238E27FC236}">
                <a16:creationId xmlns:a16="http://schemas.microsoft.com/office/drawing/2014/main" id="{9F020CDE-F947-261D-EB2F-44EEAFDEA00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05C29DF5-CB12-FC0B-C7CD-3998268C060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4E4E27C2-C2E8-2113-9B30-260BA44FF5D1}"/>
              </a:ext>
            </a:extLst>
          </p:cNvPr>
          <p:cNvPicPr>
            <a:picLocks noChangeAspect="1"/>
          </p:cNvPicPr>
          <p:nvPr/>
        </p:nvPicPr>
        <p:blipFill>
          <a:blip r:embed="rId2"/>
          <a:stretch>
            <a:fillRect/>
          </a:stretch>
        </p:blipFill>
        <p:spPr>
          <a:xfrm>
            <a:off x="1100137" y="2724150"/>
            <a:ext cx="9991725" cy="1409700"/>
          </a:xfrm>
          <a:prstGeom prst="rect">
            <a:avLst/>
          </a:prstGeom>
        </p:spPr>
      </p:pic>
    </p:spTree>
    <p:extLst>
      <p:ext uri="{BB962C8B-B14F-4D97-AF65-F5344CB8AC3E}">
        <p14:creationId xmlns:p14="http://schemas.microsoft.com/office/powerpoint/2010/main" val="2701344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5E23DC-2B27-2457-B043-E84A626B5CED}"/>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BAD6A93-A021-08C1-3880-6E1FE7CA2F1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52</a:t>
            </a:fld>
            <a:endParaRPr lang="en-US" dirty="0"/>
          </a:p>
        </p:txBody>
      </p:sp>
      <p:sp>
        <p:nvSpPr>
          <p:cNvPr id="4" name="Footer Placeholder 3">
            <a:extLst>
              <a:ext uri="{FF2B5EF4-FFF2-40B4-BE49-F238E27FC236}">
                <a16:creationId xmlns:a16="http://schemas.microsoft.com/office/drawing/2014/main" id="{A564A97F-335F-E6D9-5CA0-E8EE346591A5}"/>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D07D752-C1D1-BBDC-45A3-DD1DC35AC293}"/>
              </a:ext>
            </a:extLst>
          </p:cNvPr>
          <p:cNvPicPr>
            <a:picLocks noChangeAspect="1"/>
          </p:cNvPicPr>
          <p:nvPr/>
        </p:nvPicPr>
        <p:blipFill>
          <a:blip r:embed="rId2"/>
          <a:stretch>
            <a:fillRect/>
          </a:stretch>
        </p:blipFill>
        <p:spPr>
          <a:xfrm>
            <a:off x="2083836" y="-76200"/>
            <a:ext cx="8024327" cy="6858000"/>
          </a:xfrm>
          <a:prstGeom prst="rect">
            <a:avLst/>
          </a:prstGeom>
        </p:spPr>
      </p:pic>
    </p:spTree>
    <p:extLst>
      <p:ext uri="{BB962C8B-B14F-4D97-AF65-F5344CB8AC3E}">
        <p14:creationId xmlns:p14="http://schemas.microsoft.com/office/powerpoint/2010/main" val="17407817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D9C9-C03E-2355-F5F1-3480EA5CAB2B}"/>
              </a:ext>
            </a:extLst>
          </p:cNvPr>
          <p:cNvSpPr>
            <a:spLocks noGrp="1"/>
          </p:cNvSpPr>
          <p:nvPr>
            <p:ph type="title"/>
          </p:nvPr>
        </p:nvSpPr>
        <p:spPr/>
        <p:txBody>
          <a:bodyPr/>
          <a:lstStyle/>
          <a:p>
            <a:r>
              <a:rPr lang="en-US" dirty="0"/>
              <a:t>13.6.2 Searching</a:t>
            </a:r>
          </a:p>
        </p:txBody>
      </p:sp>
      <p:sp>
        <p:nvSpPr>
          <p:cNvPr id="3" name="Content Placeholder 2">
            <a:extLst>
              <a:ext uri="{FF2B5EF4-FFF2-40B4-BE49-F238E27FC236}">
                <a16:creationId xmlns:a16="http://schemas.microsoft.com/office/drawing/2014/main" id="{F3ADDEB4-BF55-528C-2470-4F8669EB06F7}"/>
              </a:ext>
            </a:extLst>
          </p:cNvPr>
          <p:cNvSpPr>
            <a:spLocks noGrp="1"/>
          </p:cNvSpPr>
          <p:nvPr>
            <p:ph idx="1"/>
          </p:nvPr>
        </p:nvSpPr>
        <p:spPr/>
        <p:txBody>
          <a:bodyPr/>
          <a:lstStyle/>
          <a:p>
            <a:r>
              <a:rPr lang="en-US" dirty="0"/>
              <a:t>Search for a given item</a:t>
            </a:r>
          </a:p>
        </p:txBody>
      </p:sp>
      <p:sp>
        <p:nvSpPr>
          <p:cNvPr id="4" name="Slide Number Placeholder 3">
            <a:extLst>
              <a:ext uri="{FF2B5EF4-FFF2-40B4-BE49-F238E27FC236}">
                <a16:creationId xmlns:a16="http://schemas.microsoft.com/office/drawing/2014/main" id="{864BAC0F-500D-5DD2-AD6C-3D9103639A2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53</a:t>
            </a:fld>
            <a:endParaRPr lang="en-US" altLang="en-US" dirty="0"/>
          </a:p>
        </p:txBody>
      </p:sp>
      <p:sp>
        <p:nvSpPr>
          <p:cNvPr id="5" name="Footer Placeholder 4">
            <a:extLst>
              <a:ext uri="{FF2B5EF4-FFF2-40B4-BE49-F238E27FC236}">
                <a16:creationId xmlns:a16="http://schemas.microsoft.com/office/drawing/2014/main" id="{93E7C117-C0A7-3C10-EB04-7F9B25C64D31}"/>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FB4A2C3-514D-DFDC-E09E-DFC7FBBA398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1478F292-85D9-BD7B-4E04-B9CE7E9DA3F0}"/>
              </a:ext>
            </a:extLst>
          </p:cNvPr>
          <p:cNvPicPr>
            <a:picLocks noChangeAspect="1"/>
          </p:cNvPicPr>
          <p:nvPr/>
        </p:nvPicPr>
        <p:blipFill>
          <a:blip r:embed="rId2"/>
          <a:stretch>
            <a:fillRect/>
          </a:stretch>
        </p:blipFill>
        <p:spPr>
          <a:xfrm>
            <a:off x="1109662" y="3099667"/>
            <a:ext cx="9972675" cy="2114550"/>
          </a:xfrm>
          <a:prstGeom prst="rect">
            <a:avLst/>
          </a:prstGeom>
        </p:spPr>
      </p:pic>
    </p:spTree>
    <p:extLst>
      <p:ext uri="{BB962C8B-B14F-4D97-AF65-F5344CB8AC3E}">
        <p14:creationId xmlns:p14="http://schemas.microsoft.com/office/powerpoint/2010/main" val="1001954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5D9C9-C03E-2355-F5F1-3480EA5CAB2B}"/>
              </a:ext>
            </a:extLst>
          </p:cNvPr>
          <p:cNvSpPr>
            <a:spLocks noGrp="1"/>
          </p:cNvSpPr>
          <p:nvPr>
            <p:ph type="title"/>
          </p:nvPr>
        </p:nvSpPr>
        <p:spPr/>
        <p:txBody>
          <a:bodyPr/>
          <a:lstStyle/>
          <a:p>
            <a:r>
              <a:rPr lang="en-US" dirty="0"/>
              <a:t>13.6.2 Searching</a:t>
            </a:r>
          </a:p>
        </p:txBody>
      </p:sp>
      <p:sp>
        <p:nvSpPr>
          <p:cNvPr id="3" name="Content Placeholder 2">
            <a:extLst>
              <a:ext uri="{FF2B5EF4-FFF2-40B4-BE49-F238E27FC236}">
                <a16:creationId xmlns:a16="http://schemas.microsoft.com/office/drawing/2014/main" id="{F3ADDEB4-BF55-528C-2470-4F8669EB06F7}"/>
              </a:ext>
            </a:extLst>
          </p:cNvPr>
          <p:cNvSpPr>
            <a:spLocks noGrp="1"/>
          </p:cNvSpPr>
          <p:nvPr>
            <p:ph idx="1"/>
          </p:nvPr>
        </p:nvSpPr>
        <p:spPr/>
        <p:txBody>
          <a:bodyPr/>
          <a:lstStyle/>
          <a:p>
            <a:r>
              <a:rPr lang="en-US" b="0" i="0" dirty="0">
                <a:solidFill>
                  <a:srgbClr val="242021"/>
                </a:solidFill>
                <a:effectLst/>
                <a:latin typeface="JansonText-Roman"/>
              </a:rPr>
              <a:t>Accessing the </a:t>
            </a:r>
            <a:r>
              <a:rPr lang="en-US" b="0" i="1" dirty="0" err="1">
                <a:solidFill>
                  <a:srgbClr val="242021"/>
                </a:solidFill>
                <a:effectLst/>
                <a:latin typeface="JansonText-Italic"/>
              </a:rPr>
              <a:t>i</a:t>
            </a:r>
            <a:r>
              <a:rPr lang="en-US" b="0" i="0" dirty="0" err="1">
                <a:solidFill>
                  <a:srgbClr val="242021"/>
                </a:solidFill>
                <a:effectLst/>
                <a:latin typeface="JansonText-Roman"/>
              </a:rPr>
              <a:t>th</a:t>
            </a:r>
            <a:r>
              <a:rPr lang="en-US" b="0" i="0" dirty="0">
                <a:solidFill>
                  <a:srgbClr val="242021"/>
                </a:solidFill>
                <a:effectLst/>
                <a:latin typeface="JansonText-Roman"/>
              </a:rPr>
              <a:t> item:</a:t>
            </a:r>
            <a:r>
              <a:rPr lang="en-US" sz="3200" dirty="0"/>
              <a:t> </a:t>
            </a:r>
            <a:br>
              <a:rPr lang="en-US" sz="3200" dirty="0"/>
            </a:br>
            <a:endParaRPr lang="en-US" sz="3200" dirty="0"/>
          </a:p>
        </p:txBody>
      </p:sp>
      <p:sp>
        <p:nvSpPr>
          <p:cNvPr id="4" name="Slide Number Placeholder 3">
            <a:extLst>
              <a:ext uri="{FF2B5EF4-FFF2-40B4-BE49-F238E27FC236}">
                <a16:creationId xmlns:a16="http://schemas.microsoft.com/office/drawing/2014/main" id="{864BAC0F-500D-5DD2-AD6C-3D9103639A2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54</a:t>
            </a:fld>
            <a:endParaRPr lang="en-US" altLang="en-US" dirty="0"/>
          </a:p>
        </p:txBody>
      </p:sp>
      <p:sp>
        <p:nvSpPr>
          <p:cNvPr id="5" name="Footer Placeholder 4">
            <a:extLst>
              <a:ext uri="{FF2B5EF4-FFF2-40B4-BE49-F238E27FC236}">
                <a16:creationId xmlns:a16="http://schemas.microsoft.com/office/drawing/2014/main" id="{93E7C117-C0A7-3C10-EB04-7F9B25C64D31}"/>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FB4A2C3-514D-DFDC-E09E-DFC7FBBA398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9" name="Picture 8">
            <a:extLst>
              <a:ext uri="{FF2B5EF4-FFF2-40B4-BE49-F238E27FC236}">
                <a16:creationId xmlns:a16="http://schemas.microsoft.com/office/drawing/2014/main" id="{66001D30-07D1-2C6E-A300-5898EA1CEB95}"/>
              </a:ext>
            </a:extLst>
          </p:cNvPr>
          <p:cNvPicPr>
            <a:picLocks noChangeAspect="1"/>
          </p:cNvPicPr>
          <p:nvPr/>
        </p:nvPicPr>
        <p:blipFill>
          <a:blip r:embed="rId2"/>
          <a:stretch>
            <a:fillRect/>
          </a:stretch>
        </p:blipFill>
        <p:spPr>
          <a:xfrm>
            <a:off x="1100137" y="3276600"/>
            <a:ext cx="9991725" cy="1838325"/>
          </a:xfrm>
          <a:prstGeom prst="rect">
            <a:avLst/>
          </a:prstGeom>
        </p:spPr>
      </p:pic>
    </p:spTree>
    <p:extLst>
      <p:ext uri="{BB962C8B-B14F-4D97-AF65-F5344CB8AC3E}">
        <p14:creationId xmlns:p14="http://schemas.microsoft.com/office/powerpoint/2010/main" val="37402203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02A6A-E24E-7DB7-DBFB-E9217F11A6A8}"/>
              </a:ext>
            </a:extLst>
          </p:cNvPr>
          <p:cNvSpPr>
            <a:spLocks noGrp="1"/>
          </p:cNvSpPr>
          <p:nvPr>
            <p:ph type="title"/>
          </p:nvPr>
        </p:nvSpPr>
        <p:spPr/>
        <p:txBody>
          <a:bodyPr/>
          <a:lstStyle/>
          <a:p>
            <a:r>
              <a:rPr lang="en-US" dirty="0"/>
              <a:t>13.6.3 Replacement</a:t>
            </a:r>
          </a:p>
        </p:txBody>
      </p:sp>
      <p:sp>
        <p:nvSpPr>
          <p:cNvPr id="3" name="Content Placeholder 2">
            <a:extLst>
              <a:ext uri="{FF2B5EF4-FFF2-40B4-BE49-F238E27FC236}">
                <a16:creationId xmlns:a16="http://schemas.microsoft.com/office/drawing/2014/main" id="{104C2CC0-DDCE-1EF7-D931-121FD1ED473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3DFDE9D-04C8-979B-C17E-3CD2D629B93D}"/>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55</a:t>
            </a:fld>
            <a:endParaRPr lang="en-US" altLang="en-US" dirty="0"/>
          </a:p>
        </p:txBody>
      </p:sp>
      <p:sp>
        <p:nvSpPr>
          <p:cNvPr id="5" name="Footer Placeholder 4">
            <a:extLst>
              <a:ext uri="{FF2B5EF4-FFF2-40B4-BE49-F238E27FC236}">
                <a16:creationId xmlns:a16="http://schemas.microsoft.com/office/drawing/2014/main" id="{B4EA6DA1-9551-5A65-B746-7E33BD9F6B0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2307A9AE-9DCF-3167-E41D-D7B4170F5974}"/>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555B8DD5-2AEB-2215-8FA1-F0C4422C237C}"/>
              </a:ext>
            </a:extLst>
          </p:cNvPr>
          <p:cNvPicPr>
            <a:picLocks noChangeAspect="1"/>
          </p:cNvPicPr>
          <p:nvPr/>
        </p:nvPicPr>
        <p:blipFill>
          <a:blip r:embed="rId2"/>
          <a:stretch>
            <a:fillRect/>
          </a:stretch>
        </p:blipFill>
        <p:spPr>
          <a:xfrm>
            <a:off x="1114425" y="2821243"/>
            <a:ext cx="9963150" cy="2352675"/>
          </a:xfrm>
          <a:prstGeom prst="rect">
            <a:avLst/>
          </a:prstGeom>
        </p:spPr>
      </p:pic>
    </p:spTree>
    <p:extLst>
      <p:ext uri="{BB962C8B-B14F-4D97-AF65-F5344CB8AC3E}">
        <p14:creationId xmlns:p14="http://schemas.microsoft.com/office/powerpoint/2010/main" val="4509166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6240D7-E485-BA53-C751-8809EB2DE416}"/>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AD28A43-A092-D86F-DB99-3B5AEF97D95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56</a:t>
            </a:fld>
            <a:endParaRPr lang="en-US" dirty="0"/>
          </a:p>
        </p:txBody>
      </p:sp>
      <p:sp>
        <p:nvSpPr>
          <p:cNvPr id="4" name="Footer Placeholder 3">
            <a:extLst>
              <a:ext uri="{FF2B5EF4-FFF2-40B4-BE49-F238E27FC236}">
                <a16:creationId xmlns:a16="http://schemas.microsoft.com/office/drawing/2014/main" id="{22D11551-5991-6F02-2680-D37713BE99AA}"/>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2278DFA0-0014-41B9-FEDF-18B970E94918}"/>
              </a:ext>
            </a:extLst>
          </p:cNvPr>
          <p:cNvPicPr>
            <a:picLocks noChangeAspect="1"/>
          </p:cNvPicPr>
          <p:nvPr/>
        </p:nvPicPr>
        <p:blipFill>
          <a:blip r:embed="rId2"/>
          <a:stretch>
            <a:fillRect/>
          </a:stretch>
        </p:blipFill>
        <p:spPr>
          <a:xfrm>
            <a:off x="1119187" y="2524125"/>
            <a:ext cx="9953625" cy="1809750"/>
          </a:xfrm>
          <a:prstGeom prst="rect">
            <a:avLst/>
          </a:prstGeom>
        </p:spPr>
      </p:pic>
    </p:spTree>
    <p:extLst>
      <p:ext uri="{BB962C8B-B14F-4D97-AF65-F5344CB8AC3E}">
        <p14:creationId xmlns:p14="http://schemas.microsoft.com/office/powerpoint/2010/main" val="39918252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2772-0E68-0571-0543-23ADDC03702B}"/>
              </a:ext>
            </a:extLst>
          </p:cNvPr>
          <p:cNvSpPr>
            <a:spLocks noGrp="1"/>
          </p:cNvSpPr>
          <p:nvPr>
            <p:ph type="title"/>
          </p:nvPr>
        </p:nvSpPr>
        <p:spPr/>
        <p:txBody>
          <a:bodyPr/>
          <a:lstStyle/>
          <a:p>
            <a:r>
              <a:rPr lang="en-US" dirty="0"/>
              <a:t>13.6.4 Inserting at the Beginning</a:t>
            </a:r>
          </a:p>
        </p:txBody>
      </p:sp>
      <p:sp>
        <p:nvSpPr>
          <p:cNvPr id="3" name="Content Placeholder 2">
            <a:extLst>
              <a:ext uri="{FF2B5EF4-FFF2-40B4-BE49-F238E27FC236}">
                <a16:creationId xmlns:a16="http://schemas.microsoft.com/office/drawing/2014/main" id="{EFC80839-BA03-C16D-102F-77FE6A700020}"/>
              </a:ext>
            </a:extLst>
          </p:cNvPr>
          <p:cNvSpPr>
            <a:spLocks noGrp="1"/>
          </p:cNvSpPr>
          <p:nvPr>
            <p:ph idx="1"/>
          </p:nvPr>
        </p:nvSpPr>
        <p:spPr>
          <a:xfrm>
            <a:off x="838200" y="1825625"/>
            <a:ext cx="2743200" cy="4351338"/>
          </a:xfrm>
        </p:spPr>
        <p:txBody>
          <a:bodyPr/>
          <a:lstStyle/>
          <a:p>
            <a:r>
              <a:rPr lang="en-US" sz="1800" b="0" i="0" dirty="0">
                <a:solidFill>
                  <a:srgbClr val="242021"/>
                </a:solidFill>
                <a:effectLst/>
                <a:latin typeface="JansonText-Roman"/>
              </a:rPr>
              <a:t>Two cases:</a:t>
            </a:r>
          </a:p>
          <a:p>
            <a:pPr lvl="1"/>
            <a:r>
              <a:rPr lang="en-US" dirty="0">
                <a:solidFill>
                  <a:srgbClr val="242021"/>
                </a:solidFill>
                <a:latin typeface="JansonText-Roman"/>
              </a:rPr>
              <a:t>Empty list </a:t>
            </a:r>
            <a:r>
              <a:rPr lang="en-US" dirty="0">
                <a:solidFill>
                  <a:srgbClr val="242021"/>
                </a:solidFill>
                <a:latin typeface="JansonText-Roman"/>
                <a:sym typeface="Wingdings" panose="05000000000000000000" pitchFamily="2" charset="2"/>
              </a:rPr>
              <a:t> head is none</a:t>
            </a:r>
            <a:endParaRPr lang="en-US" dirty="0">
              <a:solidFill>
                <a:srgbClr val="242021"/>
              </a:solidFill>
              <a:latin typeface="JansonText-Roman"/>
            </a:endParaRPr>
          </a:p>
          <a:p>
            <a:pPr lvl="1"/>
            <a:r>
              <a:rPr lang="en-US" dirty="0">
                <a:solidFill>
                  <a:srgbClr val="242021"/>
                </a:solidFill>
                <a:latin typeface="JansonText-Roman"/>
              </a:rPr>
              <a:t>Non-empty list </a:t>
            </a:r>
            <a:r>
              <a:rPr lang="en-US" dirty="0">
                <a:solidFill>
                  <a:srgbClr val="242021"/>
                </a:solidFill>
                <a:latin typeface="JansonText-Roman"/>
                <a:sym typeface="Wingdings" panose="05000000000000000000" pitchFamily="2" charset="2"/>
              </a:rPr>
              <a:t> head is not none.</a:t>
            </a:r>
          </a:p>
          <a:p>
            <a:r>
              <a:rPr lang="en-US" sz="2000" b="0" i="0" dirty="0">
                <a:solidFill>
                  <a:srgbClr val="242021"/>
                </a:solidFill>
                <a:effectLst/>
                <a:latin typeface="JansonText-Roman"/>
              </a:rPr>
              <a:t>Inserting data at the beginning of a linked structure uses constant time and memory.</a:t>
            </a:r>
          </a:p>
          <a:p>
            <a:endParaRPr lang="en-US" dirty="0"/>
          </a:p>
        </p:txBody>
      </p:sp>
      <p:sp>
        <p:nvSpPr>
          <p:cNvPr id="4" name="Slide Number Placeholder 3">
            <a:extLst>
              <a:ext uri="{FF2B5EF4-FFF2-40B4-BE49-F238E27FC236}">
                <a16:creationId xmlns:a16="http://schemas.microsoft.com/office/drawing/2014/main" id="{021E2628-F3B1-DBE8-780D-4DFEA3B5B296}"/>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57</a:t>
            </a:fld>
            <a:endParaRPr lang="en-US" altLang="en-US" dirty="0"/>
          </a:p>
        </p:txBody>
      </p:sp>
      <p:sp>
        <p:nvSpPr>
          <p:cNvPr id="5" name="Footer Placeholder 4">
            <a:extLst>
              <a:ext uri="{FF2B5EF4-FFF2-40B4-BE49-F238E27FC236}">
                <a16:creationId xmlns:a16="http://schemas.microsoft.com/office/drawing/2014/main" id="{3741539E-A38C-3B25-9615-1928CDE82C4C}"/>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28F8A240-F814-29D7-D3B5-8C195B7462B1}"/>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77D8AEF4-8DB2-6C80-DF86-FCB896A65700}"/>
              </a:ext>
            </a:extLst>
          </p:cNvPr>
          <p:cNvPicPr>
            <a:picLocks noChangeAspect="1"/>
          </p:cNvPicPr>
          <p:nvPr/>
        </p:nvPicPr>
        <p:blipFill>
          <a:blip r:embed="rId2"/>
          <a:stretch>
            <a:fillRect/>
          </a:stretch>
        </p:blipFill>
        <p:spPr>
          <a:xfrm>
            <a:off x="3733800" y="1387473"/>
            <a:ext cx="8162925" cy="5105400"/>
          </a:xfrm>
          <a:prstGeom prst="rect">
            <a:avLst/>
          </a:prstGeom>
        </p:spPr>
      </p:pic>
    </p:spTree>
    <p:extLst>
      <p:ext uri="{BB962C8B-B14F-4D97-AF65-F5344CB8AC3E}">
        <p14:creationId xmlns:p14="http://schemas.microsoft.com/office/powerpoint/2010/main" val="33682786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D2033-3BF2-C379-C80C-A2DEAA19354E}"/>
              </a:ext>
            </a:extLst>
          </p:cNvPr>
          <p:cNvSpPr>
            <a:spLocks noGrp="1"/>
          </p:cNvSpPr>
          <p:nvPr>
            <p:ph type="title"/>
          </p:nvPr>
        </p:nvSpPr>
        <p:spPr/>
        <p:txBody>
          <a:bodyPr/>
          <a:lstStyle/>
          <a:p>
            <a:r>
              <a:rPr lang="en-US" dirty="0"/>
              <a:t>13.6.5 Inserting at the End</a:t>
            </a:r>
          </a:p>
        </p:txBody>
      </p:sp>
      <p:sp>
        <p:nvSpPr>
          <p:cNvPr id="3" name="Content Placeholder 2">
            <a:extLst>
              <a:ext uri="{FF2B5EF4-FFF2-40B4-BE49-F238E27FC236}">
                <a16:creationId xmlns:a16="http://schemas.microsoft.com/office/drawing/2014/main" id="{32D81EF1-E5AA-BF82-9618-C71BB9217DB2}"/>
              </a:ext>
            </a:extLst>
          </p:cNvPr>
          <p:cNvSpPr>
            <a:spLocks noGrp="1"/>
          </p:cNvSpPr>
          <p:nvPr>
            <p:ph idx="1"/>
          </p:nvPr>
        </p:nvSpPr>
        <p:spPr>
          <a:xfrm>
            <a:off x="838200" y="1828800"/>
            <a:ext cx="10515600" cy="4351338"/>
          </a:xfrm>
        </p:spPr>
        <p:txBody>
          <a:bodyPr/>
          <a:lstStyle/>
          <a:p>
            <a:r>
              <a:rPr lang="en-US" b="0" i="0" dirty="0">
                <a:solidFill>
                  <a:srgbClr val="242021"/>
                </a:solidFill>
                <a:effectLst/>
                <a:latin typeface="JansonText-Roman"/>
              </a:rPr>
              <a:t>Two cases:</a:t>
            </a:r>
          </a:p>
          <a:p>
            <a:pPr lvl="1"/>
            <a:r>
              <a:rPr lang="en-US" sz="1800" b="0" i="0" dirty="0">
                <a:solidFill>
                  <a:srgbClr val="242021"/>
                </a:solidFill>
                <a:effectLst/>
                <a:latin typeface="JansonText-Roman"/>
              </a:rPr>
              <a:t>1 The </a:t>
            </a:r>
            <a:r>
              <a:rPr lang="en-US" sz="1800" b="1" i="0" dirty="0">
                <a:solidFill>
                  <a:srgbClr val="242021"/>
                </a:solidFill>
                <a:effectLst/>
                <a:latin typeface="GexCourier-SuperBold"/>
              </a:rPr>
              <a:t>head </a:t>
            </a:r>
            <a:r>
              <a:rPr lang="en-US" sz="1800" b="0" i="0" dirty="0">
                <a:solidFill>
                  <a:srgbClr val="242021"/>
                </a:solidFill>
                <a:effectLst/>
                <a:latin typeface="JansonText-Roman"/>
              </a:rPr>
              <a:t>pointer is </a:t>
            </a:r>
            <a:r>
              <a:rPr lang="en-US" sz="1800" b="1" i="0" dirty="0">
                <a:solidFill>
                  <a:srgbClr val="242021"/>
                </a:solidFill>
                <a:effectLst/>
                <a:latin typeface="GexCourier-SuperBold"/>
              </a:rPr>
              <a:t>None</a:t>
            </a:r>
            <a:r>
              <a:rPr lang="en-US" sz="1800" b="0" i="0" dirty="0">
                <a:solidFill>
                  <a:srgbClr val="242021"/>
                </a:solidFill>
                <a:effectLst/>
                <a:latin typeface="JansonText-Roman"/>
              </a:rPr>
              <a:t>, so the head pointer is set to the new node.</a:t>
            </a:r>
          </a:p>
          <a:p>
            <a:pPr lvl="1"/>
            <a:r>
              <a:rPr lang="en-US" sz="1800" b="0" i="0" dirty="0">
                <a:solidFill>
                  <a:srgbClr val="242021"/>
                </a:solidFill>
                <a:effectLst/>
                <a:latin typeface="JansonText-Roman"/>
              </a:rPr>
              <a:t>2 The </a:t>
            </a:r>
            <a:r>
              <a:rPr lang="en-US" sz="1800" b="1" i="0" dirty="0">
                <a:solidFill>
                  <a:srgbClr val="242021"/>
                </a:solidFill>
                <a:effectLst/>
                <a:latin typeface="GexCourier-SuperBold"/>
              </a:rPr>
              <a:t>head </a:t>
            </a:r>
            <a:r>
              <a:rPr lang="en-US" sz="1800" b="0" i="0" dirty="0">
                <a:solidFill>
                  <a:srgbClr val="242021"/>
                </a:solidFill>
                <a:effectLst/>
                <a:latin typeface="JansonText-Roman"/>
              </a:rPr>
              <a:t>pointer is not </a:t>
            </a:r>
            <a:r>
              <a:rPr lang="en-US" sz="1800" b="1" i="0" dirty="0">
                <a:solidFill>
                  <a:srgbClr val="242021"/>
                </a:solidFill>
                <a:effectLst/>
                <a:latin typeface="GexCourier-SuperBold"/>
              </a:rPr>
              <a:t>None</a:t>
            </a:r>
            <a:r>
              <a:rPr lang="en-US" sz="1800" b="0" i="0" dirty="0">
                <a:solidFill>
                  <a:srgbClr val="242021"/>
                </a:solidFill>
                <a:effectLst/>
                <a:latin typeface="JansonText-Roman"/>
              </a:rPr>
              <a:t>, so the code searches for the last node and aims its next pointer at the new node.</a:t>
            </a:r>
            <a:r>
              <a:rPr lang="en-US" sz="2800" dirty="0"/>
              <a:t> </a:t>
            </a:r>
          </a:p>
        </p:txBody>
      </p:sp>
      <p:sp>
        <p:nvSpPr>
          <p:cNvPr id="4" name="Slide Number Placeholder 3">
            <a:extLst>
              <a:ext uri="{FF2B5EF4-FFF2-40B4-BE49-F238E27FC236}">
                <a16:creationId xmlns:a16="http://schemas.microsoft.com/office/drawing/2014/main" id="{2B1FDCCF-08E8-F606-69DA-C95024782C8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58</a:t>
            </a:fld>
            <a:endParaRPr lang="en-US" altLang="en-US" dirty="0"/>
          </a:p>
        </p:txBody>
      </p:sp>
      <p:sp>
        <p:nvSpPr>
          <p:cNvPr id="5" name="Footer Placeholder 4">
            <a:extLst>
              <a:ext uri="{FF2B5EF4-FFF2-40B4-BE49-F238E27FC236}">
                <a16:creationId xmlns:a16="http://schemas.microsoft.com/office/drawing/2014/main" id="{408F1D3B-6748-E191-DF89-23FC7297AE2A}"/>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547F3577-4E93-7F43-1177-D9C3E627A4B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1F9800E5-DFAA-1B50-B344-3FB8C2565C87}"/>
              </a:ext>
            </a:extLst>
          </p:cNvPr>
          <p:cNvPicPr>
            <a:picLocks noChangeAspect="1"/>
          </p:cNvPicPr>
          <p:nvPr/>
        </p:nvPicPr>
        <p:blipFill>
          <a:blip r:embed="rId2"/>
          <a:stretch>
            <a:fillRect/>
          </a:stretch>
        </p:blipFill>
        <p:spPr>
          <a:xfrm>
            <a:off x="914400" y="3927386"/>
            <a:ext cx="10001250" cy="2362200"/>
          </a:xfrm>
          <a:prstGeom prst="rect">
            <a:avLst/>
          </a:prstGeom>
        </p:spPr>
      </p:pic>
    </p:spTree>
    <p:extLst>
      <p:ext uri="{BB962C8B-B14F-4D97-AF65-F5344CB8AC3E}">
        <p14:creationId xmlns:p14="http://schemas.microsoft.com/office/powerpoint/2010/main" val="5569939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61DDEA-768A-DBC5-6C68-9A5D534010B7}"/>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47C97995-D1A4-636B-0FF8-DC91FD88844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59</a:t>
            </a:fld>
            <a:endParaRPr lang="en-US" dirty="0"/>
          </a:p>
        </p:txBody>
      </p:sp>
      <p:sp>
        <p:nvSpPr>
          <p:cNvPr id="4" name="Footer Placeholder 3">
            <a:extLst>
              <a:ext uri="{FF2B5EF4-FFF2-40B4-BE49-F238E27FC236}">
                <a16:creationId xmlns:a16="http://schemas.microsoft.com/office/drawing/2014/main" id="{F73E0EAD-C46F-4F58-604D-9BA65A2F766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1CF9BF5A-E67F-58E7-9F0B-CFCD95BF89C6}"/>
              </a:ext>
            </a:extLst>
          </p:cNvPr>
          <p:cNvPicPr>
            <a:picLocks noChangeAspect="1"/>
          </p:cNvPicPr>
          <p:nvPr/>
        </p:nvPicPr>
        <p:blipFill>
          <a:blip r:embed="rId2"/>
          <a:stretch>
            <a:fillRect/>
          </a:stretch>
        </p:blipFill>
        <p:spPr>
          <a:xfrm>
            <a:off x="2581275" y="142875"/>
            <a:ext cx="7029450" cy="6572250"/>
          </a:xfrm>
          <a:prstGeom prst="rect">
            <a:avLst/>
          </a:prstGeom>
        </p:spPr>
      </p:pic>
    </p:spTree>
    <p:extLst>
      <p:ext uri="{BB962C8B-B14F-4D97-AF65-F5344CB8AC3E}">
        <p14:creationId xmlns:p14="http://schemas.microsoft.com/office/powerpoint/2010/main" val="4032472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7E7F2-05AC-4E06-E7D9-A0E52DF8E862}"/>
              </a:ext>
            </a:extLst>
          </p:cNvPr>
          <p:cNvSpPr>
            <a:spLocks noGrp="1"/>
          </p:cNvSpPr>
          <p:nvPr>
            <p:ph type="title"/>
          </p:nvPr>
        </p:nvSpPr>
        <p:spPr/>
        <p:txBody>
          <a:bodyPr/>
          <a:lstStyle/>
          <a:p>
            <a:r>
              <a:rPr lang="en-US" dirty="0"/>
              <a:t>13.6.6 Removing at the Beginning</a:t>
            </a:r>
          </a:p>
        </p:txBody>
      </p:sp>
      <p:sp>
        <p:nvSpPr>
          <p:cNvPr id="3" name="Content Placeholder 2">
            <a:extLst>
              <a:ext uri="{FF2B5EF4-FFF2-40B4-BE49-F238E27FC236}">
                <a16:creationId xmlns:a16="http://schemas.microsoft.com/office/drawing/2014/main" id="{CBB80166-8D16-4FF4-D959-061E43FE82E2}"/>
              </a:ext>
            </a:extLst>
          </p:cNvPr>
          <p:cNvSpPr>
            <a:spLocks noGrp="1"/>
          </p:cNvSpPr>
          <p:nvPr>
            <p:ph idx="1"/>
          </p:nvPr>
        </p:nvSpPr>
        <p:spPr>
          <a:xfrm>
            <a:off x="838200" y="1825625"/>
            <a:ext cx="2514600" cy="4351338"/>
          </a:xfrm>
        </p:spPr>
        <p:txBody>
          <a:bodyPr/>
          <a:lstStyle/>
          <a:p>
            <a:r>
              <a:rPr lang="en-US" sz="2000" dirty="0">
                <a:latin typeface="JansonText-Bold"/>
              </a:rPr>
              <a:t>Update the pointer of the head.</a:t>
            </a:r>
          </a:p>
          <a:p>
            <a:r>
              <a:rPr lang="en-US" sz="2000" i="0" dirty="0">
                <a:solidFill>
                  <a:srgbClr val="242021"/>
                </a:solidFill>
                <a:effectLst/>
                <a:latin typeface="JansonText-Roman"/>
              </a:rPr>
              <a:t>the operation uses constant time and memory, unlike the same operation for arrays.</a:t>
            </a:r>
            <a:r>
              <a:rPr lang="en-US" sz="2000" dirty="0"/>
              <a:t> </a:t>
            </a:r>
            <a:endParaRPr lang="en-US" dirty="0"/>
          </a:p>
        </p:txBody>
      </p:sp>
      <p:sp>
        <p:nvSpPr>
          <p:cNvPr id="4" name="Slide Number Placeholder 3">
            <a:extLst>
              <a:ext uri="{FF2B5EF4-FFF2-40B4-BE49-F238E27FC236}">
                <a16:creationId xmlns:a16="http://schemas.microsoft.com/office/drawing/2014/main" id="{09723C90-6286-92A7-D7DE-8FA895AEB3C3}"/>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60</a:t>
            </a:fld>
            <a:endParaRPr lang="en-US" altLang="en-US" dirty="0"/>
          </a:p>
        </p:txBody>
      </p:sp>
      <p:sp>
        <p:nvSpPr>
          <p:cNvPr id="5" name="Footer Placeholder 4">
            <a:extLst>
              <a:ext uri="{FF2B5EF4-FFF2-40B4-BE49-F238E27FC236}">
                <a16:creationId xmlns:a16="http://schemas.microsoft.com/office/drawing/2014/main" id="{93126A49-76A1-1545-B422-9261EF7B4075}"/>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7A3D78D6-007D-FA54-A181-E81B2E4B3AAB}"/>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12" name="Picture 11">
            <a:extLst>
              <a:ext uri="{FF2B5EF4-FFF2-40B4-BE49-F238E27FC236}">
                <a16:creationId xmlns:a16="http://schemas.microsoft.com/office/drawing/2014/main" id="{281BDFD2-505A-83CB-69EE-A2752597AD8A}"/>
              </a:ext>
            </a:extLst>
          </p:cNvPr>
          <p:cNvPicPr>
            <a:picLocks noChangeAspect="1"/>
          </p:cNvPicPr>
          <p:nvPr/>
        </p:nvPicPr>
        <p:blipFill>
          <a:blip r:embed="rId2"/>
          <a:stretch>
            <a:fillRect/>
          </a:stretch>
        </p:blipFill>
        <p:spPr>
          <a:xfrm>
            <a:off x="3352800" y="1519239"/>
            <a:ext cx="8582025" cy="1190625"/>
          </a:xfrm>
          <a:prstGeom prst="rect">
            <a:avLst/>
          </a:prstGeom>
        </p:spPr>
      </p:pic>
      <p:pic>
        <p:nvPicPr>
          <p:cNvPr id="14" name="Picture 13">
            <a:extLst>
              <a:ext uri="{FF2B5EF4-FFF2-40B4-BE49-F238E27FC236}">
                <a16:creationId xmlns:a16="http://schemas.microsoft.com/office/drawing/2014/main" id="{1FB4934A-1D04-A30D-8270-D9B9805CD075}"/>
              </a:ext>
            </a:extLst>
          </p:cNvPr>
          <p:cNvPicPr>
            <a:picLocks noChangeAspect="1"/>
          </p:cNvPicPr>
          <p:nvPr/>
        </p:nvPicPr>
        <p:blipFill>
          <a:blip r:embed="rId3"/>
          <a:stretch>
            <a:fillRect/>
          </a:stretch>
        </p:blipFill>
        <p:spPr>
          <a:xfrm>
            <a:off x="3429000" y="2983707"/>
            <a:ext cx="6991350" cy="3343275"/>
          </a:xfrm>
          <a:prstGeom prst="rect">
            <a:avLst/>
          </a:prstGeom>
        </p:spPr>
      </p:pic>
    </p:spTree>
    <p:extLst>
      <p:ext uri="{BB962C8B-B14F-4D97-AF65-F5344CB8AC3E}">
        <p14:creationId xmlns:p14="http://schemas.microsoft.com/office/powerpoint/2010/main" val="6671470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D644-40E8-C8A7-5B44-85C615ADA5B9}"/>
              </a:ext>
            </a:extLst>
          </p:cNvPr>
          <p:cNvSpPr>
            <a:spLocks noGrp="1"/>
          </p:cNvSpPr>
          <p:nvPr>
            <p:ph type="title"/>
          </p:nvPr>
        </p:nvSpPr>
        <p:spPr/>
        <p:txBody>
          <a:bodyPr/>
          <a:lstStyle/>
          <a:p>
            <a:r>
              <a:rPr lang="en-US" dirty="0"/>
              <a:t>13.6.7 Removing at the End</a:t>
            </a:r>
          </a:p>
        </p:txBody>
      </p:sp>
      <p:sp>
        <p:nvSpPr>
          <p:cNvPr id="3" name="Content Placeholder 2">
            <a:extLst>
              <a:ext uri="{FF2B5EF4-FFF2-40B4-BE49-F238E27FC236}">
                <a16:creationId xmlns:a16="http://schemas.microsoft.com/office/drawing/2014/main" id="{E17C9AAF-EA03-70C0-A69B-0406D0201C78}"/>
              </a:ext>
            </a:extLst>
          </p:cNvPr>
          <p:cNvSpPr>
            <a:spLocks noGrp="1"/>
          </p:cNvSpPr>
          <p:nvPr>
            <p:ph idx="1"/>
          </p:nvPr>
        </p:nvSpPr>
        <p:spPr/>
        <p:txBody>
          <a:bodyPr/>
          <a:lstStyle/>
          <a:p>
            <a:r>
              <a:rPr lang="en-US" sz="2000" b="0" i="0" dirty="0">
                <a:solidFill>
                  <a:srgbClr val="242021"/>
                </a:solidFill>
                <a:effectLst/>
                <a:latin typeface="JansonText-Roman"/>
              </a:rPr>
              <a:t>Two cases to consider:</a:t>
            </a:r>
          </a:p>
          <a:p>
            <a:pPr lvl="1"/>
            <a:r>
              <a:rPr lang="en-US" sz="1600" b="0" i="0" dirty="0">
                <a:solidFill>
                  <a:srgbClr val="242021"/>
                </a:solidFill>
                <a:effectLst/>
                <a:latin typeface="JansonText-Roman"/>
              </a:rPr>
              <a:t>1 There is just one node. The </a:t>
            </a:r>
            <a:r>
              <a:rPr lang="en-US" sz="1600" b="1" i="0" dirty="0">
                <a:solidFill>
                  <a:srgbClr val="242021"/>
                </a:solidFill>
                <a:effectLst/>
                <a:latin typeface="GexCourier-SuperBold"/>
              </a:rPr>
              <a:t>head </a:t>
            </a:r>
            <a:r>
              <a:rPr lang="en-US" sz="1600" b="0" i="0" dirty="0">
                <a:solidFill>
                  <a:srgbClr val="242021"/>
                </a:solidFill>
                <a:effectLst/>
                <a:latin typeface="JansonText-Roman"/>
              </a:rPr>
              <a:t>pointer is set to </a:t>
            </a:r>
            <a:r>
              <a:rPr lang="en-US" sz="1600" b="1" i="0" dirty="0">
                <a:solidFill>
                  <a:srgbClr val="242021"/>
                </a:solidFill>
                <a:effectLst/>
                <a:latin typeface="GexCourier-SuperBold"/>
              </a:rPr>
              <a:t>None</a:t>
            </a:r>
            <a:r>
              <a:rPr lang="en-US" sz="1600" b="0" i="0" dirty="0">
                <a:solidFill>
                  <a:srgbClr val="242021"/>
                </a:solidFill>
                <a:effectLst/>
                <a:latin typeface="JansonText-Roman"/>
              </a:rPr>
              <a:t>.</a:t>
            </a:r>
          </a:p>
          <a:p>
            <a:pPr lvl="1"/>
            <a:r>
              <a:rPr lang="en-US" sz="1600" b="0" i="0" dirty="0">
                <a:solidFill>
                  <a:srgbClr val="242021"/>
                </a:solidFill>
                <a:effectLst/>
                <a:latin typeface="JansonText-Roman"/>
              </a:rPr>
              <a:t>2 There is a node before the last node. The code searches for this second-to-last node and sets its next pointer to </a:t>
            </a:r>
            <a:r>
              <a:rPr lang="en-US" sz="1600" b="1" i="0" dirty="0">
                <a:solidFill>
                  <a:srgbClr val="242021"/>
                </a:solidFill>
                <a:effectLst/>
                <a:latin typeface="GexCourier-SuperBold"/>
              </a:rPr>
              <a:t>None</a:t>
            </a:r>
            <a:r>
              <a:rPr lang="en-US" sz="1600" b="0" i="0" dirty="0">
                <a:solidFill>
                  <a:srgbClr val="242021"/>
                </a:solidFill>
                <a:effectLst/>
                <a:latin typeface="JansonText-Roman"/>
              </a:rPr>
              <a:t>.</a:t>
            </a:r>
          </a:p>
          <a:p>
            <a:r>
              <a:rPr lang="en-US" sz="1800" b="0" i="0" dirty="0">
                <a:solidFill>
                  <a:srgbClr val="242021"/>
                </a:solidFill>
                <a:effectLst/>
                <a:latin typeface="JansonText-Roman"/>
              </a:rPr>
              <a:t>The operation is linear in time and constant in memory.</a:t>
            </a:r>
            <a:br>
              <a:rPr lang="en-US" sz="1800" b="0" i="0" dirty="0">
                <a:solidFill>
                  <a:srgbClr val="242021"/>
                </a:solidFill>
                <a:effectLst/>
                <a:latin typeface="JansonText-Roman"/>
              </a:rPr>
            </a:br>
            <a:br>
              <a:rPr lang="en-US" sz="2000" dirty="0"/>
            </a:br>
            <a:r>
              <a:rPr lang="en-US" sz="2800" dirty="0"/>
              <a:t> </a:t>
            </a:r>
            <a:br>
              <a:rPr lang="en-US" sz="2800" dirty="0"/>
            </a:br>
            <a:endParaRPr lang="en-US" sz="2800" dirty="0"/>
          </a:p>
        </p:txBody>
      </p:sp>
      <p:sp>
        <p:nvSpPr>
          <p:cNvPr id="4" name="Slide Number Placeholder 3">
            <a:extLst>
              <a:ext uri="{FF2B5EF4-FFF2-40B4-BE49-F238E27FC236}">
                <a16:creationId xmlns:a16="http://schemas.microsoft.com/office/drawing/2014/main" id="{25B9E722-76B3-EF1B-19DE-DF14DE981AED}"/>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61</a:t>
            </a:fld>
            <a:endParaRPr lang="en-US" altLang="en-US" dirty="0"/>
          </a:p>
        </p:txBody>
      </p:sp>
      <p:sp>
        <p:nvSpPr>
          <p:cNvPr id="5" name="Footer Placeholder 4">
            <a:extLst>
              <a:ext uri="{FF2B5EF4-FFF2-40B4-BE49-F238E27FC236}">
                <a16:creationId xmlns:a16="http://schemas.microsoft.com/office/drawing/2014/main" id="{6D1F4C02-3661-656D-B546-22F58ADDB2B9}"/>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9626387E-1BF4-EB1F-C0A0-5E6BACA9C205}"/>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2391045D-910A-7189-C55E-D2B189F4A32A}"/>
              </a:ext>
            </a:extLst>
          </p:cNvPr>
          <p:cNvPicPr>
            <a:picLocks noChangeAspect="1"/>
          </p:cNvPicPr>
          <p:nvPr/>
        </p:nvPicPr>
        <p:blipFill>
          <a:blip r:embed="rId2"/>
          <a:stretch>
            <a:fillRect/>
          </a:stretch>
        </p:blipFill>
        <p:spPr>
          <a:xfrm>
            <a:off x="2362200" y="3624263"/>
            <a:ext cx="8562975" cy="2552700"/>
          </a:xfrm>
          <a:prstGeom prst="rect">
            <a:avLst/>
          </a:prstGeom>
        </p:spPr>
      </p:pic>
    </p:spTree>
    <p:extLst>
      <p:ext uri="{BB962C8B-B14F-4D97-AF65-F5344CB8AC3E}">
        <p14:creationId xmlns:p14="http://schemas.microsoft.com/office/powerpoint/2010/main" val="24821076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378DF2-BE7C-4265-2352-49E909B33D68}"/>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CC0C7173-264D-F23F-B551-0E55790DFC9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62</a:t>
            </a:fld>
            <a:endParaRPr lang="en-US" dirty="0"/>
          </a:p>
        </p:txBody>
      </p:sp>
      <p:sp>
        <p:nvSpPr>
          <p:cNvPr id="4" name="Footer Placeholder 3">
            <a:extLst>
              <a:ext uri="{FF2B5EF4-FFF2-40B4-BE49-F238E27FC236}">
                <a16:creationId xmlns:a16="http://schemas.microsoft.com/office/drawing/2014/main" id="{A4BCEA27-71E5-7D2C-7E41-DFF8B97A8783}"/>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FBA03BCE-C2AE-854D-8102-354ED1DE5B4E}"/>
              </a:ext>
            </a:extLst>
          </p:cNvPr>
          <p:cNvPicPr>
            <a:picLocks noChangeAspect="1"/>
          </p:cNvPicPr>
          <p:nvPr/>
        </p:nvPicPr>
        <p:blipFill>
          <a:blip r:embed="rId2"/>
          <a:stretch>
            <a:fillRect/>
          </a:stretch>
        </p:blipFill>
        <p:spPr>
          <a:xfrm>
            <a:off x="2581275" y="376237"/>
            <a:ext cx="7029450" cy="6105525"/>
          </a:xfrm>
          <a:prstGeom prst="rect">
            <a:avLst/>
          </a:prstGeom>
        </p:spPr>
      </p:pic>
    </p:spTree>
    <p:extLst>
      <p:ext uri="{BB962C8B-B14F-4D97-AF65-F5344CB8AC3E}">
        <p14:creationId xmlns:p14="http://schemas.microsoft.com/office/powerpoint/2010/main" val="19987886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3DAE4-944A-4BE9-F267-BAB87B3488D4}"/>
              </a:ext>
            </a:extLst>
          </p:cNvPr>
          <p:cNvSpPr>
            <a:spLocks noGrp="1"/>
          </p:cNvSpPr>
          <p:nvPr>
            <p:ph type="title"/>
          </p:nvPr>
        </p:nvSpPr>
        <p:spPr/>
        <p:txBody>
          <a:bodyPr/>
          <a:lstStyle/>
          <a:p>
            <a:r>
              <a:rPr lang="en-US" dirty="0"/>
              <a:t>13.6.8 Inserting at Any Position</a:t>
            </a:r>
          </a:p>
        </p:txBody>
      </p:sp>
      <p:sp>
        <p:nvSpPr>
          <p:cNvPr id="3" name="Content Placeholder 2">
            <a:extLst>
              <a:ext uri="{FF2B5EF4-FFF2-40B4-BE49-F238E27FC236}">
                <a16:creationId xmlns:a16="http://schemas.microsoft.com/office/drawing/2014/main" id="{C326C697-A085-E79B-DC90-ED14681A11DD}"/>
              </a:ext>
            </a:extLst>
          </p:cNvPr>
          <p:cNvSpPr>
            <a:spLocks noGrp="1"/>
          </p:cNvSpPr>
          <p:nvPr>
            <p:ph idx="1"/>
          </p:nvPr>
        </p:nvSpPr>
        <p:spPr>
          <a:xfrm>
            <a:off x="838200" y="1524000"/>
            <a:ext cx="10896600" cy="4351338"/>
          </a:xfrm>
        </p:spPr>
        <p:txBody>
          <a:bodyPr/>
          <a:lstStyle/>
          <a:p>
            <a:r>
              <a:rPr lang="en-US" sz="2000" b="0" i="0" dirty="0">
                <a:solidFill>
                  <a:srgbClr val="242021"/>
                </a:solidFill>
                <a:effectLst/>
                <a:latin typeface="JansonText-Roman"/>
              </a:rPr>
              <a:t>Insertion of an item at the </a:t>
            </a:r>
            <a:r>
              <a:rPr lang="en-US" sz="2000" b="0" i="1" dirty="0" err="1">
                <a:solidFill>
                  <a:srgbClr val="242021"/>
                </a:solidFill>
                <a:effectLst/>
                <a:latin typeface="JansonText-Italic"/>
              </a:rPr>
              <a:t>i-</a:t>
            </a:r>
            <a:r>
              <a:rPr lang="en-US" sz="2000" b="0" i="0" dirty="0" err="1">
                <a:solidFill>
                  <a:srgbClr val="242021"/>
                </a:solidFill>
                <a:effectLst/>
                <a:latin typeface="JansonText-Roman"/>
              </a:rPr>
              <a:t>th</a:t>
            </a:r>
            <a:r>
              <a:rPr lang="en-US" sz="2000" b="0" i="0" dirty="0">
                <a:solidFill>
                  <a:srgbClr val="242021"/>
                </a:solidFill>
                <a:effectLst/>
                <a:latin typeface="JansonText-Roman"/>
              </a:rPr>
              <a:t> position</a:t>
            </a:r>
            <a:r>
              <a:rPr lang="en-US" sz="1600" dirty="0"/>
              <a:t> - </a:t>
            </a:r>
            <a:r>
              <a:rPr lang="en-US" sz="2000" b="0" i="0" dirty="0">
                <a:solidFill>
                  <a:srgbClr val="242021"/>
                </a:solidFill>
                <a:effectLst/>
                <a:latin typeface="JansonText-Roman"/>
              </a:rPr>
              <a:t>two cases to consider:</a:t>
            </a:r>
          </a:p>
          <a:p>
            <a:pPr lvl="1"/>
            <a:r>
              <a:rPr lang="en-US" sz="1600" b="0" i="0" dirty="0">
                <a:solidFill>
                  <a:srgbClr val="242021"/>
                </a:solidFill>
                <a:effectLst/>
                <a:latin typeface="JansonText-Roman"/>
              </a:rPr>
              <a:t>1 Node’s next pointer is </a:t>
            </a:r>
            <a:r>
              <a:rPr lang="en-US" sz="1600" b="1" i="0" dirty="0">
                <a:solidFill>
                  <a:srgbClr val="242021"/>
                </a:solidFill>
                <a:effectLst/>
                <a:latin typeface="GexCourier-SuperBold"/>
              </a:rPr>
              <a:t>None</a:t>
            </a:r>
            <a:r>
              <a:rPr lang="en-US" sz="1600" b="0" i="0" dirty="0">
                <a:solidFill>
                  <a:srgbClr val="242021"/>
                </a:solidFill>
                <a:effectLst/>
                <a:latin typeface="JansonText-Roman"/>
              </a:rPr>
              <a:t>. This means that </a:t>
            </a:r>
            <a:r>
              <a:rPr lang="en-US" sz="1600" b="0" i="1" dirty="0" err="1">
                <a:solidFill>
                  <a:srgbClr val="242021"/>
                </a:solidFill>
                <a:effectLst/>
                <a:latin typeface="JansonText-Italic"/>
              </a:rPr>
              <a:t>i</a:t>
            </a:r>
            <a:r>
              <a:rPr lang="en-US" sz="1600" b="0" i="1" dirty="0">
                <a:solidFill>
                  <a:srgbClr val="242021"/>
                </a:solidFill>
                <a:effectLst/>
                <a:latin typeface="JansonText-Italic"/>
              </a:rPr>
              <a:t> </a:t>
            </a:r>
            <a:r>
              <a:rPr lang="en-US" sz="1600" b="0" i="0" dirty="0">
                <a:solidFill>
                  <a:srgbClr val="242021"/>
                </a:solidFill>
                <a:effectLst/>
                <a:latin typeface="JansonText-Roman"/>
              </a:rPr>
              <a:t>&gt;= </a:t>
            </a:r>
            <a:r>
              <a:rPr lang="en-US" sz="1600" b="0" i="1" dirty="0">
                <a:solidFill>
                  <a:srgbClr val="242021"/>
                </a:solidFill>
                <a:effectLst/>
                <a:latin typeface="JansonText-Italic"/>
              </a:rPr>
              <a:t>n</a:t>
            </a:r>
            <a:r>
              <a:rPr lang="en-US" sz="1600" b="0" i="0" dirty="0">
                <a:solidFill>
                  <a:srgbClr val="242021"/>
                </a:solidFill>
                <a:effectLst/>
                <a:latin typeface="JansonText-Roman"/>
              </a:rPr>
              <a:t>, so the new item should be placed at the end of the linked structure.</a:t>
            </a:r>
          </a:p>
          <a:p>
            <a:pPr lvl="1"/>
            <a:r>
              <a:rPr lang="en-US" sz="1600" b="0" i="0" dirty="0">
                <a:solidFill>
                  <a:srgbClr val="242021"/>
                </a:solidFill>
                <a:effectLst/>
                <a:latin typeface="JansonText-Roman"/>
              </a:rPr>
              <a:t>2 Node’s next pointer is not </a:t>
            </a:r>
            <a:r>
              <a:rPr lang="en-US" sz="1600" b="1" i="0" dirty="0">
                <a:solidFill>
                  <a:srgbClr val="242021"/>
                </a:solidFill>
                <a:effectLst/>
                <a:latin typeface="GexCourier-SuperBold"/>
              </a:rPr>
              <a:t>None</a:t>
            </a:r>
            <a:r>
              <a:rPr lang="en-US" sz="1600" b="0" i="0" dirty="0">
                <a:solidFill>
                  <a:srgbClr val="242021"/>
                </a:solidFill>
                <a:effectLst/>
                <a:latin typeface="JansonText-Roman"/>
              </a:rPr>
              <a:t>. That means that 0 &lt; </a:t>
            </a:r>
            <a:r>
              <a:rPr lang="en-US" sz="1600" b="0" i="1" dirty="0" err="1">
                <a:solidFill>
                  <a:srgbClr val="242021"/>
                </a:solidFill>
                <a:effectLst/>
                <a:latin typeface="JansonText-Italic"/>
              </a:rPr>
              <a:t>i</a:t>
            </a:r>
            <a:r>
              <a:rPr lang="en-US" sz="1600" b="0" i="1" dirty="0">
                <a:solidFill>
                  <a:srgbClr val="242021"/>
                </a:solidFill>
                <a:effectLst/>
                <a:latin typeface="JansonText-Italic"/>
              </a:rPr>
              <a:t> </a:t>
            </a:r>
            <a:r>
              <a:rPr lang="en-US" sz="1600" b="0" i="0" dirty="0">
                <a:solidFill>
                  <a:srgbClr val="242021"/>
                </a:solidFill>
                <a:effectLst/>
                <a:latin typeface="JansonText-Roman"/>
              </a:rPr>
              <a:t>&lt; </a:t>
            </a:r>
            <a:r>
              <a:rPr lang="en-US" sz="1600" b="0" i="1" dirty="0">
                <a:solidFill>
                  <a:srgbClr val="242021"/>
                </a:solidFill>
                <a:effectLst/>
                <a:latin typeface="JansonText-Italic"/>
              </a:rPr>
              <a:t>n</a:t>
            </a:r>
            <a:r>
              <a:rPr lang="en-US" sz="1600" b="0" i="0" dirty="0">
                <a:solidFill>
                  <a:srgbClr val="242021"/>
                </a:solidFill>
                <a:effectLst/>
                <a:latin typeface="JansonText-Roman"/>
              </a:rPr>
              <a:t>, so the new item must be placed between the node at position </a:t>
            </a:r>
            <a:r>
              <a:rPr lang="en-US" sz="1600" b="0" i="1" dirty="0" err="1">
                <a:solidFill>
                  <a:srgbClr val="242021"/>
                </a:solidFill>
                <a:effectLst/>
                <a:latin typeface="JansonText-Italic"/>
              </a:rPr>
              <a:t>i</a:t>
            </a:r>
            <a:r>
              <a:rPr lang="en-US" sz="1600" b="0" i="1" dirty="0">
                <a:solidFill>
                  <a:srgbClr val="242021"/>
                </a:solidFill>
                <a:effectLst/>
                <a:latin typeface="JansonText-Italic"/>
              </a:rPr>
              <a:t> </a:t>
            </a:r>
            <a:r>
              <a:rPr lang="en-US" sz="1600" b="0" i="0" dirty="0">
                <a:solidFill>
                  <a:srgbClr val="242021"/>
                </a:solidFill>
                <a:effectLst/>
                <a:latin typeface="JansonText-Roman"/>
              </a:rPr>
              <a:t>- 1 and the node at position </a:t>
            </a:r>
            <a:r>
              <a:rPr lang="en-US" sz="1600" b="0" i="1" dirty="0" err="1">
                <a:solidFill>
                  <a:srgbClr val="242021"/>
                </a:solidFill>
                <a:effectLst/>
                <a:latin typeface="JansonText-Italic"/>
              </a:rPr>
              <a:t>i</a:t>
            </a:r>
            <a:r>
              <a:rPr lang="en-US" sz="1600" b="0" i="0" dirty="0">
                <a:solidFill>
                  <a:srgbClr val="242021"/>
                </a:solidFill>
                <a:effectLst/>
                <a:latin typeface="JansonText-Roman"/>
              </a:rPr>
              <a:t>.</a:t>
            </a:r>
            <a:r>
              <a:rPr lang="en-US" sz="2400" dirty="0"/>
              <a:t> </a:t>
            </a:r>
          </a:p>
          <a:p>
            <a:r>
              <a:rPr lang="en-US" sz="2000" dirty="0">
                <a:latin typeface="JansonText-Bold"/>
              </a:rPr>
              <a:t>O(n) time and O(1) memory</a:t>
            </a:r>
            <a:endParaRPr lang="en-US" sz="2800" dirty="0">
              <a:latin typeface="JansonText-Bold"/>
            </a:endParaRPr>
          </a:p>
        </p:txBody>
      </p:sp>
      <p:sp>
        <p:nvSpPr>
          <p:cNvPr id="4" name="Slide Number Placeholder 3">
            <a:extLst>
              <a:ext uri="{FF2B5EF4-FFF2-40B4-BE49-F238E27FC236}">
                <a16:creationId xmlns:a16="http://schemas.microsoft.com/office/drawing/2014/main" id="{FBE8DAFC-198E-FD5F-5A5B-0984C7790C4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63</a:t>
            </a:fld>
            <a:endParaRPr lang="en-US" altLang="en-US" dirty="0"/>
          </a:p>
        </p:txBody>
      </p:sp>
      <p:sp>
        <p:nvSpPr>
          <p:cNvPr id="5" name="Footer Placeholder 4">
            <a:extLst>
              <a:ext uri="{FF2B5EF4-FFF2-40B4-BE49-F238E27FC236}">
                <a16:creationId xmlns:a16="http://schemas.microsoft.com/office/drawing/2014/main" id="{CDFB08DB-AAEF-4C22-EAB1-3636B15DACA8}"/>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2F474A1D-B59A-47DA-B416-7CE6F73F740A}"/>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26BE1A31-6DDF-6499-CF5D-8C26E4A0255A}"/>
              </a:ext>
            </a:extLst>
          </p:cNvPr>
          <p:cNvPicPr>
            <a:picLocks noChangeAspect="1"/>
          </p:cNvPicPr>
          <p:nvPr/>
        </p:nvPicPr>
        <p:blipFill>
          <a:blip r:embed="rId2"/>
          <a:stretch>
            <a:fillRect/>
          </a:stretch>
        </p:blipFill>
        <p:spPr>
          <a:xfrm>
            <a:off x="1905000" y="4180094"/>
            <a:ext cx="8534400" cy="2581275"/>
          </a:xfrm>
          <a:prstGeom prst="rect">
            <a:avLst/>
          </a:prstGeom>
        </p:spPr>
      </p:pic>
    </p:spTree>
    <p:extLst>
      <p:ext uri="{BB962C8B-B14F-4D97-AF65-F5344CB8AC3E}">
        <p14:creationId xmlns:p14="http://schemas.microsoft.com/office/powerpoint/2010/main" val="33601071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F7788-7995-2684-9C81-2AA0ED848437}"/>
              </a:ext>
            </a:extLst>
          </p:cNvPr>
          <p:cNvSpPr>
            <a:spLocks noGrp="1"/>
          </p:cNvSpPr>
          <p:nvPr>
            <p:ph type="title"/>
          </p:nvPr>
        </p:nvSpPr>
        <p:spPr/>
        <p:txBody>
          <a:bodyPr/>
          <a:lstStyle/>
          <a:p>
            <a:r>
              <a:rPr lang="en-US" dirty="0"/>
              <a:t>13.6.9 Removing at Any Position</a:t>
            </a:r>
          </a:p>
        </p:txBody>
      </p:sp>
      <p:sp>
        <p:nvSpPr>
          <p:cNvPr id="3" name="Content Placeholder 2">
            <a:extLst>
              <a:ext uri="{FF2B5EF4-FFF2-40B4-BE49-F238E27FC236}">
                <a16:creationId xmlns:a16="http://schemas.microsoft.com/office/drawing/2014/main" id="{3FA9DA98-7F30-1CF4-FDEF-DC8E70C5B6E7}"/>
              </a:ext>
            </a:extLst>
          </p:cNvPr>
          <p:cNvSpPr>
            <a:spLocks noGrp="1"/>
          </p:cNvSpPr>
          <p:nvPr>
            <p:ph idx="1"/>
          </p:nvPr>
        </p:nvSpPr>
        <p:spPr/>
        <p:txBody>
          <a:bodyPr/>
          <a:lstStyle/>
          <a:p>
            <a:r>
              <a:rPr lang="en-US" b="0" i="0" dirty="0">
                <a:solidFill>
                  <a:srgbClr val="242021"/>
                </a:solidFill>
                <a:effectLst/>
                <a:latin typeface="JansonText-Roman"/>
              </a:rPr>
              <a:t>The removal of the </a:t>
            </a:r>
            <a:r>
              <a:rPr lang="en-US" b="0" i="1" dirty="0" err="1">
                <a:solidFill>
                  <a:srgbClr val="242021"/>
                </a:solidFill>
                <a:effectLst/>
                <a:latin typeface="JansonText-Italic"/>
              </a:rPr>
              <a:t>i</a:t>
            </a:r>
            <a:r>
              <a:rPr lang="en-US" b="0" i="0" dirty="0" err="1">
                <a:solidFill>
                  <a:srgbClr val="242021"/>
                </a:solidFill>
                <a:effectLst/>
                <a:latin typeface="JansonText-Roman"/>
              </a:rPr>
              <a:t>th</a:t>
            </a:r>
            <a:r>
              <a:rPr lang="en-US" b="0" i="0" dirty="0">
                <a:solidFill>
                  <a:srgbClr val="242021"/>
                </a:solidFill>
                <a:effectLst/>
                <a:latin typeface="JansonText-Roman"/>
              </a:rPr>
              <a:t> item from a linked structure has three cases:</a:t>
            </a:r>
          </a:p>
          <a:p>
            <a:pPr lvl="1"/>
            <a:r>
              <a:rPr lang="en-US" sz="2400" b="0" i="0" dirty="0">
                <a:solidFill>
                  <a:srgbClr val="242021"/>
                </a:solidFill>
                <a:effectLst/>
                <a:latin typeface="JansonText-Roman"/>
              </a:rPr>
              <a:t>1 </a:t>
            </a:r>
            <a:r>
              <a:rPr lang="en-US" sz="2400" b="0" i="1" dirty="0" err="1">
                <a:solidFill>
                  <a:srgbClr val="242021"/>
                </a:solidFill>
                <a:effectLst/>
                <a:latin typeface="JansonText-Italic"/>
              </a:rPr>
              <a:t>i</a:t>
            </a:r>
            <a:r>
              <a:rPr lang="en-US" sz="2400" b="0" i="1" dirty="0">
                <a:solidFill>
                  <a:srgbClr val="242021"/>
                </a:solidFill>
                <a:effectLst/>
                <a:latin typeface="JansonText-Italic"/>
              </a:rPr>
              <a:t> </a:t>
            </a:r>
            <a:r>
              <a:rPr lang="en-US" sz="2400" b="0" i="0" dirty="0">
                <a:solidFill>
                  <a:srgbClr val="242021"/>
                </a:solidFill>
                <a:effectLst/>
                <a:latin typeface="JansonText-Roman"/>
              </a:rPr>
              <a:t>&lt;= 0. We use the code to remove the first item.</a:t>
            </a:r>
          </a:p>
          <a:p>
            <a:pPr lvl="1"/>
            <a:r>
              <a:rPr lang="en-US" sz="2400" b="0" i="0" dirty="0">
                <a:solidFill>
                  <a:srgbClr val="242021"/>
                </a:solidFill>
                <a:effectLst/>
                <a:latin typeface="JansonText-Roman"/>
              </a:rPr>
              <a:t>2 0 &lt; </a:t>
            </a:r>
            <a:r>
              <a:rPr lang="en-US" sz="2400" b="0" i="1" dirty="0" err="1">
                <a:solidFill>
                  <a:srgbClr val="242021"/>
                </a:solidFill>
                <a:effectLst/>
                <a:latin typeface="JansonText-Italic"/>
              </a:rPr>
              <a:t>i</a:t>
            </a:r>
            <a:r>
              <a:rPr lang="en-US" sz="2400" b="0" i="1" dirty="0">
                <a:solidFill>
                  <a:srgbClr val="242021"/>
                </a:solidFill>
                <a:effectLst/>
                <a:latin typeface="JansonText-Italic"/>
              </a:rPr>
              <a:t> </a:t>
            </a:r>
            <a:r>
              <a:rPr lang="en-US" sz="2400" b="0" i="0" dirty="0">
                <a:solidFill>
                  <a:srgbClr val="242021"/>
                </a:solidFill>
                <a:effectLst/>
                <a:latin typeface="JansonText-Roman"/>
              </a:rPr>
              <a:t>&lt; </a:t>
            </a:r>
            <a:r>
              <a:rPr lang="en-US" sz="2400" b="0" i="1" dirty="0">
                <a:solidFill>
                  <a:srgbClr val="242021"/>
                </a:solidFill>
                <a:effectLst/>
                <a:latin typeface="JansonText-Italic"/>
              </a:rPr>
              <a:t>n</a:t>
            </a:r>
            <a:r>
              <a:rPr lang="en-US" sz="2400" b="0" i="0" dirty="0">
                <a:solidFill>
                  <a:srgbClr val="242021"/>
                </a:solidFill>
                <a:effectLst/>
                <a:latin typeface="JansonText-Roman"/>
              </a:rPr>
              <a:t>. We search for the node at position </a:t>
            </a:r>
            <a:r>
              <a:rPr lang="en-US" sz="2400" b="0" i="1" dirty="0" err="1">
                <a:solidFill>
                  <a:srgbClr val="242021"/>
                </a:solidFill>
                <a:effectLst/>
                <a:latin typeface="JansonText-Italic"/>
              </a:rPr>
              <a:t>i</a:t>
            </a:r>
            <a:r>
              <a:rPr lang="en-US" sz="2400" b="0" i="1" dirty="0">
                <a:solidFill>
                  <a:srgbClr val="242021"/>
                </a:solidFill>
                <a:effectLst/>
                <a:latin typeface="JansonText-Italic"/>
              </a:rPr>
              <a:t> </a:t>
            </a:r>
            <a:r>
              <a:rPr lang="en-US" sz="2400" b="0" i="0" dirty="0">
                <a:solidFill>
                  <a:srgbClr val="242021"/>
                </a:solidFill>
                <a:effectLst/>
                <a:latin typeface="JansonText-Roman"/>
              </a:rPr>
              <a:t>- 1, as in insertion, and remove the following node.</a:t>
            </a:r>
          </a:p>
          <a:p>
            <a:pPr lvl="1"/>
            <a:r>
              <a:rPr lang="en-US" sz="2400" b="0" i="0" dirty="0">
                <a:solidFill>
                  <a:srgbClr val="242021"/>
                </a:solidFill>
                <a:effectLst/>
                <a:latin typeface="JansonText-Roman"/>
              </a:rPr>
              <a:t>3 </a:t>
            </a:r>
            <a:r>
              <a:rPr lang="en-US" sz="2400" b="0" i="1" dirty="0" err="1">
                <a:solidFill>
                  <a:srgbClr val="242021"/>
                </a:solidFill>
                <a:effectLst/>
                <a:latin typeface="JansonText-Italic"/>
              </a:rPr>
              <a:t>i</a:t>
            </a:r>
            <a:r>
              <a:rPr lang="en-US" sz="2400" b="0" i="1" dirty="0">
                <a:solidFill>
                  <a:srgbClr val="242021"/>
                </a:solidFill>
                <a:effectLst/>
                <a:latin typeface="JansonText-Italic"/>
              </a:rPr>
              <a:t> </a:t>
            </a:r>
            <a:r>
              <a:rPr lang="en-US" sz="2400" b="0" i="0" dirty="0">
                <a:solidFill>
                  <a:srgbClr val="242021"/>
                </a:solidFill>
                <a:effectLst/>
                <a:latin typeface="JansonText-Roman"/>
              </a:rPr>
              <a:t>&gt;= </a:t>
            </a:r>
            <a:r>
              <a:rPr lang="en-US" sz="2400" b="0" i="1" dirty="0">
                <a:solidFill>
                  <a:srgbClr val="242021"/>
                </a:solidFill>
                <a:effectLst/>
                <a:latin typeface="JansonText-Italic"/>
              </a:rPr>
              <a:t>n</a:t>
            </a:r>
            <a:r>
              <a:rPr lang="en-US" sz="2400" b="0" i="0" dirty="0">
                <a:solidFill>
                  <a:srgbClr val="242021"/>
                </a:solidFill>
                <a:effectLst/>
                <a:latin typeface="JansonText-Roman"/>
              </a:rPr>
              <a:t>. We remove the last node.</a:t>
            </a:r>
            <a:r>
              <a:rPr lang="en-US" sz="1600" dirty="0"/>
              <a:t> </a:t>
            </a:r>
            <a:endParaRPr lang="en-US" sz="2800" dirty="0"/>
          </a:p>
        </p:txBody>
      </p:sp>
      <p:sp>
        <p:nvSpPr>
          <p:cNvPr id="4" name="Slide Number Placeholder 3">
            <a:extLst>
              <a:ext uri="{FF2B5EF4-FFF2-40B4-BE49-F238E27FC236}">
                <a16:creationId xmlns:a16="http://schemas.microsoft.com/office/drawing/2014/main" id="{8DA79091-D304-FB1E-6214-9CB6B5730550}"/>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64</a:t>
            </a:fld>
            <a:endParaRPr lang="en-US" altLang="en-US" dirty="0"/>
          </a:p>
        </p:txBody>
      </p:sp>
      <p:sp>
        <p:nvSpPr>
          <p:cNvPr id="5" name="Footer Placeholder 4">
            <a:extLst>
              <a:ext uri="{FF2B5EF4-FFF2-40B4-BE49-F238E27FC236}">
                <a16:creationId xmlns:a16="http://schemas.microsoft.com/office/drawing/2014/main" id="{E2BEBD1E-B3A2-802D-BA2C-A247F3992C86}"/>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B85E006-FB55-8FE8-0477-A49B82CAA85E}"/>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spTree>
    <p:extLst>
      <p:ext uri="{BB962C8B-B14F-4D97-AF65-F5344CB8AC3E}">
        <p14:creationId xmlns:p14="http://schemas.microsoft.com/office/powerpoint/2010/main" val="31059824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A0CAD2-B85F-BA9C-58D2-C70FDBBB0CA3}"/>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EE347ECE-99BD-505A-9038-C0357121405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65</a:t>
            </a:fld>
            <a:endParaRPr lang="en-US" dirty="0"/>
          </a:p>
        </p:txBody>
      </p:sp>
      <p:sp>
        <p:nvSpPr>
          <p:cNvPr id="4" name="Footer Placeholder 3">
            <a:extLst>
              <a:ext uri="{FF2B5EF4-FFF2-40B4-BE49-F238E27FC236}">
                <a16:creationId xmlns:a16="http://schemas.microsoft.com/office/drawing/2014/main" id="{C5FF24AF-060C-1198-691C-FE5B3F6E233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9FC778C-57C1-6B3F-CF29-A13FB608730F}"/>
              </a:ext>
            </a:extLst>
          </p:cNvPr>
          <p:cNvPicPr>
            <a:picLocks noChangeAspect="1"/>
          </p:cNvPicPr>
          <p:nvPr/>
        </p:nvPicPr>
        <p:blipFill>
          <a:blip r:embed="rId2"/>
          <a:stretch>
            <a:fillRect/>
          </a:stretch>
        </p:blipFill>
        <p:spPr>
          <a:xfrm>
            <a:off x="3331281" y="0"/>
            <a:ext cx="5529438" cy="6858000"/>
          </a:xfrm>
          <a:prstGeom prst="rect">
            <a:avLst/>
          </a:prstGeom>
        </p:spPr>
      </p:pic>
    </p:spTree>
    <p:extLst>
      <p:ext uri="{BB962C8B-B14F-4D97-AF65-F5344CB8AC3E}">
        <p14:creationId xmlns:p14="http://schemas.microsoft.com/office/powerpoint/2010/main" val="20751207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F8101B-8ABD-9378-D871-44757B2ADB2B}"/>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A4577A8E-F333-260F-D7AD-185EE7EADA0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66</a:t>
            </a:fld>
            <a:endParaRPr lang="en-US" dirty="0"/>
          </a:p>
        </p:txBody>
      </p:sp>
      <p:sp>
        <p:nvSpPr>
          <p:cNvPr id="4" name="Footer Placeholder 3">
            <a:extLst>
              <a:ext uri="{FF2B5EF4-FFF2-40B4-BE49-F238E27FC236}">
                <a16:creationId xmlns:a16="http://schemas.microsoft.com/office/drawing/2014/main" id="{BB041A2F-6648-2B91-F890-631B032933D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81AD128-528D-02D2-C43C-BA9E1B8D1293}"/>
              </a:ext>
            </a:extLst>
          </p:cNvPr>
          <p:cNvPicPr>
            <a:picLocks noChangeAspect="1"/>
          </p:cNvPicPr>
          <p:nvPr/>
        </p:nvPicPr>
        <p:blipFill>
          <a:blip r:embed="rId2"/>
          <a:stretch>
            <a:fillRect/>
          </a:stretch>
        </p:blipFill>
        <p:spPr>
          <a:xfrm>
            <a:off x="3071812" y="2233612"/>
            <a:ext cx="6048375" cy="2390775"/>
          </a:xfrm>
          <a:prstGeom prst="rect">
            <a:avLst/>
          </a:prstGeom>
        </p:spPr>
      </p:pic>
    </p:spTree>
    <p:extLst>
      <p:ext uri="{BB962C8B-B14F-4D97-AF65-F5344CB8AC3E}">
        <p14:creationId xmlns:p14="http://schemas.microsoft.com/office/powerpoint/2010/main" val="25199620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0A8FE-EA7A-6704-DA1D-AA4D26B36734}"/>
              </a:ext>
            </a:extLst>
          </p:cNvPr>
          <p:cNvSpPr>
            <a:spLocks noGrp="1"/>
          </p:cNvSpPr>
          <p:nvPr>
            <p:ph type="title"/>
          </p:nvPr>
        </p:nvSpPr>
        <p:spPr/>
        <p:txBody>
          <a:bodyPr/>
          <a:lstStyle/>
          <a:p>
            <a:r>
              <a:rPr lang="en-US" dirty="0"/>
              <a:t>13.7 Variations on a Link</a:t>
            </a:r>
          </a:p>
        </p:txBody>
      </p:sp>
      <p:sp>
        <p:nvSpPr>
          <p:cNvPr id="3" name="Date Placeholder 2">
            <a:extLst>
              <a:ext uri="{FF2B5EF4-FFF2-40B4-BE49-F238E27FC236}">
                <a16:creationId xmlns:a16="http://schemas.microsoft.com/office/drawing/2014/main" id="{23FCF85B-3ABB-ADDC-73B4-F165A650FBFF}"/>
              </a:ext>
            </a:extLst>
          </p:cNvPr>
          <p:cNvSpPr>
            <a:spLocks noGrp="1"/>
          </p:cNvSpPr>
          <p:nvPr>
            <p:ph type="dt" sz="half" idx="10"/>
          </p:nvPr>
        </p:nvSpPr>
        <p:spPr/>
        <p:txBody>
          <a:bodyPr/>
          <a:lstStyle/>
          <a:p>
            <a:pPr>
              <a:buFont typeface="Monotype Sorts" charset="2"/>
              <a:buNone/>
              <a:defRPr/>
            </a:pPr>
            <a:fld id="{C84426FF-70A0-4692-A209-ADABD479B6F8}" type="datetime1">
              <a:rPr lang="en-US" smtClean="0"/>
              <a:t>12/19/2024</a:t>
            </a:fld>
            <a:endParaRPr lang="en-US" dirty="0"/>
          </a:p>
        </p:txBody>
      </p:sp>
      <p:sp>
        <p:nvSpPr>
          <p:cNvPr id="4" name="Slide Number Placeholder 3">
            <a:extLst>
              <a:ext uri="{FF2B5EF4-FFF2-40B4-BE49-F238E27FC236}">
                <a16:creationId xmlns:a16="http://schemas.microsoft.com/office/drawing/2014/main" id="{64DF8028-517E-59BD-41EE-C4ABCC422AAC}"/>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67</a:t>
            </a:fld>
            <a:endParaRPr lang="en-US" dirty="0"/>
          </a:p>
        </p:txBody>
      </p:sp>
      <p:sp>
        <p:nvSpPr>
          <p:cNvPr id="5" name="Footer Placeholder 4">
            <a:extLst>
              <a:ext uri="{FF2B5EF4-FFF2-40B4-BE49-F238E27FC236}">
                <a16:creationId xmlns:a16="http://schemas.microsoft.com/office/drawing/2014/main" id="{2B620D36-DBA2-FFB8-83C7-50F61B04A6F9}"/>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spTree>
    <p:extLst>
      <p:ext uri="{BB962C8B-B14F-4D97-AF65-F5344CB8AC3E}">
        <p14:creationId xmlns:p14="http://schemas.microsoft.com/office/powerpoint/2010/main" val="3291392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17A76-BB1C-1F3B-C684-4D27EEBCD9D9}"/>
              </a:ext>
            </a:extLst>
          </p:cNvPr>
          <p:cNvSpPr>
            <a:spLocks noGrp="1"/>
          </p:cNvSpPr>
          <p:nvPr>
            <p:ph type="title"/>
          </p:nvPr>
        </p:nvSpPr>
        <p:spPr/>
        <p:txBody>
          <a:bodyPr/>
          <a:lstStyle/>
          <a:p>
            <a:r>
              <a:rPr lang="en-US" dirty="0"/>
              <a:t>13.7.1 A Circular Linked Structure with a Dummy Header Node</a:t>
            </a:r>
          </a:p>
        </p:txBody>
      </p:sp>
      <p:sp>
        <p:nvSpPr>
          <p:cNvPr id="3" name="Content Placeholder 2">
            <a:extLst>
              <a:ext uri="{FF2B5EF4-FFF2-40B4-BE49-F238E27FC236}">
                <a16:creationId xmlns:a16="http://schemas.microsoft.com/office/drawing/2014/main" id="{6FB0548E-29BD-9A8A-D904-D833C0BD98AF}"/>
              </a:ext>
            </a:extLst>
          </p:cNvPr>
          <p:cNvSpPr>
            <a:spLocks noGrp="1"/>
          </p:cNvSpPr>
          <p:nvPr>
            <p:ph idx="1"/>
          </p:nvPr>
        </p:nvSpPr>
        <p:spPr/>
        <p:txBody>
          <a:bodyPr/>
          <a:lstStyle/>
          <a:p>
            <a:r>
              <a:rPr lang="en-US" sz="1800" b="1" i="0" dirty="0">
                <a:solidFill>
                  <a:srgbClr val="242021"/>
                </a:solidFill>
                <a:effectLst/>
                <a:latin typeface="JansonText-Bold"/>
              </a:rPr>
              <a:t>Circular linked structure </a:t>
            </a:r>
            <a:r>
              <a:rPr lang="en-US" sz="1800" b="0" i="0" dirty="0">
                <a:solidFill>
                  <a:srgbClr val="242021"/>
                </a:solidFill>
                <a:effectLst/>
                <a:latin typeface="JansonText-Roman"/>
              </a:rPr>
              <a:t>with a </a:t>
            </a:r>
            <a:r>
              <a:rPr lang="en-US" sz="1800" b="1" i="0" dirty="0">
                <a:solidFill>
                  <a:srgbClr val="242021"/>
                </a:solidFill>
                <a:effectLst/>
                <a:latin typeface="JansonText-Bold"/>
              </a:rPr>
              <a:t>dummy header node</a:t>
            </a:r>
            <a:r>
              <a:rPr lang="en-US" sz="1800" dirty="0">
                <a:solidFill>
                  <a:srgbClr val="242021"/>
                </a:solidFill>
                <a:latin typeface="JansonText-Roman"/>
              </a:rPr>
              <a:t>: </a:t>
            </a:r>
            <a:r>
              <a:rPr lang="en-US" sz="1800" b="0" i="0" dirty="0">
                <a:solidFill>
                  <a:srgbClr val="242021"/>
                </a:solidFill>
                <a:effectLst/>
                <a:latin typeface="JansonText-Roman"/>
              </a:rPr>
              <a:t>a circular linked structure contains a link from the last node back to the first node in the structure. There is always at least one node in this implementation. </a:t>
            </a:r>
          </a:p>
          <a:p>
            <a:r>
              <a:rPr lang="en-US" sz="1800" b="0" i="0" dirty="0">
                <a:solidFill>
                  <a:srgbClr val="242021"/>
                </a:solidFill>
                <a:effectLst/>
                <a:latin typeface="JansonText-Roman"/>
              </a:rPr>
              <a:t>This node, the dummy header node, contains no data, but serves as a marker for the beginning and the</a:t>
            </a:r>
            <a:br>
              <a:rPr lang="en-US" sz="1800" b="0" i="0" dirty="0">
                <a:solidFill>
                  <a:srgbClr val="242021"/>
                </a:solidFill>
                <a:effectLst/>
                <a:latin typeface="JansonText-Roman"/>
              </a:rPr>
            </a:br>
            <a:r>
              <a:rPr lang="en-US" sz="1800" b="0" i="0" dirty="0">
                <a:solidFill>
                  <a:srgbClr val="242021"/>
                </a:solidFill>
                <a:effectLst/>
                <a:latin typeface="JansonText-Roman"/>
              </a:rPr>
              <a:t>end of the linked structure.</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1691F28D-B93C-F64A-361A-4D29FA791F60}"/>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68</a:t>
            </a:fld>
            <a:endParaRPr lang="en-US" altLang="en-US" dirty="0"/>
          </a:p>
        </p:txBody>
      </p:sp>
      <p:sp>
        <p:nvSpPr>
          <p:cNvPr id="5" name="Footer Placeholder 4">
            <a:extLst>
              <a:ext uri="{FF2B5EF4-FFF2-40B4-BE49-F238E27FC236}">
                <a16:creationId xmlns:a16="http://schemas.microsoft.com/office/drawing/2014/main" id="{C75633AA-134D-C599-F627-4E63590A934D}"/>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81305A83-6B59-9A90-04E7-CF0CD0234233}"/>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5EBFD758-9A53-A76F-B45B-FC4BF9D7EC5C}"/>
              </a:ext>
            </a:extLst>
          </p:cNvPr>
          <p:cNvPicPr>
            <a:picLocks noChangeAspect="1"/>
          </p:cNvPicPr>
          <p:nvPr/>
        </p:nvPicPr>
        <p:blipFill>
          <a:blip r:embed="rId2"/>
          <a:stretch>
            <a:fillRect/>
          </a:stretch>
        </p:blipFill>
        <p:spPr>
          <a:xfrm>
            <a:off x="2133600" y="3962400"/>
            <a:ext cx="8172450" cy="1905000"/>
          </a:xfrm>
          <a:prstGeom prst="rect">
            <a:avLst/>
          </a:prstGeom>
        </p:spPr>
      </p:pic>
    </p:spTree>
    <p:extLst>
      <p:ext uri="{BB962C8B-B14F-4D97-AF65-F5344CB8AC3E}">
        <p14:creationId xmlns:p14="http://schemas.microsoft.com/office/powerpoint/2010/main" val="1845182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8F97-0C5B-50B6-F04A-170F259B9430}"/>
              </a:ext>
            </a:extLst>
          </p:cNvPr>
          <p:cNvSpPr>
            <a:spLocks noGrp="1"/>
          </p:cNvSpPr>
          <p:nvPr>
            <p:ph type="title"/>
          </p:nvPr>
        </p:nvSpPr>
        <p:spPr/>
        <p:txBody>
          <a:bodyPr/>
          <a:lstStyle/>
          <a:p>
            <a:r>
              <a:rPr lang="en-US" dirty="0"/>
              <a:t>13.7.1 A Circular Linked Structure with a Dummy Header Node</a:t>
            </a:r>
          </a:p>
        </p:txBody>
      </p:sp>
      <p:pic>
        <p:nvPicPr>
          <p:cNvPr id="8" name="Content Placeholder 7">
            <a:extLst>
              <a:ext uri="{FF2B5EF4-FFF2-40B4-BE49-F238E27FC236}">
                <a16:creationId xmlns:a16="http://schemas.microsoft.com/office/drawing/2014/main" id="{996BC255-0ABE-A53F-FB03-E3C82A89DDCD}"/>
              </a:ext>
            </a:extLst>
          </p:cNvPr>
          <p:cNvPicPr>
            <a:picLocks noGrp="1" noChangeAspect="1"/>
          </p:cNvPicPr>
          <p:nvPr>
            <p:ph sz="quarter" idx="13"/>
          </p:nvPr>
        </p:nvPicPr>
        <p:blipFill>
          <a:blip r:embed="rId2"/>
          <a:stretch>
            <a:fillRect/>
          </a:stretch>
        </p:blipFill>
        <p:spPr>
          <a:xfrm>
            <a:off x="2014537" y="1241425"/>
            <a:ext cx="8162925" cy="1838325"/>
          </a:xfrm>
        </p:spPr>
      </p:pic>
      <p:sp>
        <p:nvSpPr>
          <p:cNvPr id="4" name="Date Placeholder 3">
            <a:extLst>
              <a:ext uri="{FF2B5EF4-FFF2-40B4-BE49-F238E27FC236}">
                <a16:creationId xmlns:a16="http://schemas.microsoft.com/office/drawing/2014/main" id="{B49080DB-476D-9D4E-A229-7A58114AEB94}"/>
              </a:ext>
            </a:extLst>
          </p:cNvPr>
          <p:cNvSpPr>
            <a:spLocks noGrp="1"/>
          </p:cNvSpPr>
          <p:nvPr>
            <p:ph type="dt" sz="half" idx="14"/>
          </p:nvPr>
        </p:nvSpPr>
        <p:spPr/>
        <p:txBody>
          <a:bodyPr/>
          <a:lstStyle/>
          <a:p>
            <a:pPr>
              <a:buFont typeface="Monotype Sorts" charset="2"/>
              <a:buNone/>
              <a:defRPr/>
            </a:pPr>
            <a:fld id="{BBEB22E7-5009-4A4A-A166-B272187857D2}" type="datetime1">
              <a:rPr lang="en-US" smtClean="0"/>
              <a:t>12/19/2024</a:t>
            </a:fld>
            <a:endParaRPr lang="en-US" dirty="0"/>
          </a:p>
        </p:txBody>
      </p:sp>
      <p:sp>
        <p:nvSpPr>
          <p:cNvPr id="5" name="Slide Number Placeholder 4">
            <a:extLst>
              <a:ext uri="{FF2B5EF4-FFF2-40B4-BE49-F238E27FC236}">
                <a16:creationId xmlns:a16="http://schemas.microsoft.com/office/drawing/2014/main" id="{55D126E7-44B5-4047-9EB3-A5A75C1713FE}"/>
              </a:ext>
            </a:extLst>
          </p:cNvPr>
          <p:cNvSpPr>
            <a:spLocks noGrp="1"/>
          </p:cNvSpPr>
          <p:nvPr>
            <p:ph type="sldNum" sz="quarter" idx="15"/>
          </p:nvPr>
        </p:nvSpPr>
        <p:spPr/>
        <p:txBody>
          <a:bodyPr/>
          <a:lstStyle/>
          <a:p>
            <a:pPr>
              <a:buFont typeface="Monotype Sorts" charset="2"/>
              <a:buNone/>
              <a:defRPr/>
            </a:pPr>
            <a:fld id="{BC9EDAA9-37F3-4614-95D5-5B7FFAB71D04}" type="slidenum">
              <a:rPr lang="en-US" smtClean="0"/>
              <a:pPr>
                <a:buFont typeface="Monotype Sorts" charset="2"/>
                <a:buNone/>
                <a:defRPr/>
              </a:pPr>
              <a:t>69</a:t>
            </a:fld>
            <a:endParaRPr lang="en-US" dirty="0"/>
          </a:p>
        </p:txBody>
      </p:sp>
      <p:sp>
        <p:nvSpPr>
          <p:cNvPr id="6" name="Footer Placeholder 5">
            <a:extLst>
              <a:ext uri="{FF2B5EF4-FFF2-40B4-BE49-F238E27FC236}">
                <a16:creationId xmlns:a16="http://schemas.microsoft.com/office/drawing/2014/main" id="{2292BE49-E753-661F-6DD8-0FBB39E6353D}"/>
              </a:ext>
            </a:extLst>
          </p:cNvPr>
          <p:cNvSpPr>
            <a:spLocks noGrp="1"/>
          </p:cNvSpPr>
          <p:nvPr>
            <p:ph type="ftr" sz="quarter" idx="16"/>
          </p:nvPr>
        </p:nvSpPr>
        <p:spPr/>
        <p:txBody>
          <a:bodyPr/>
          <a:lstStyle/>
          <a:p>
            <a:pPr>
              <a:buFont typeface="Monotype Sorts" charset="2"/>
              <a:buNone/>
              <a:defRPr/>
            </a:pPr>
            <a:r>
              <a:rPr lang="en-US"/>
              <a:t>Data Structures and Algorithms in Python</a:t>
            </a:r>
            <a:endParaRPr lang="en-US" dirty="0"/>
          </a:p>
        </p:txBody>
      </p:sp>
      <p:pic>
        <p:nvPicPr>
          <p:cNvPr id="10" name="Picture 9">
            <a:extLst>
              <a:ext uri="{FF2B5EF4-FFF2-40B4-BE49-F238E27FC236}">
                <a16:creationId xmlns:a16="http://schemas.microsoft.com/office/drawing/2014/main" id="{AAE2EC9A-31A8-7E76-9CEF-15AD313A95A7}"/>
              </a:ext>
            </a:extLst>
          </p:cNvPr>
          <p:cNvPicPr>
            <a:picLocks noChangeAspect="1"/>
          </p:cNvPicPr>
          <p:nvPr/>
        </p:nvPicPr>
        <p:blipFill>
          <a:blip r:embed="rId3"/>
          <a:stretch>
            <a:fillRect/>
          </a:stretch>
        </p:blipFill>
        <p:spPr>
          <a:xfrm>
            <a:off x="1219200" y="3505200"/>
            <a:ext cx="9963150" cy="2247900"/>
          </a:xfrm>
          <a:prstGeom prst="rect">
            <a:avLst/>
          </a:prstGeom>
        </p:spPr>
      </p:pic>
    </p:spTree>
    <p:extLst>
      <p:ext uri="{BB962C8B-B14F-4D97-AF65-F5344CB8AC3E}">
        <p14:creationId xmlns:p14="http://schemas.microsoft.com/office/powerpoint/2010/main" val="12477589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FAE2D-CA6C-252B-02C6-A045F35124A6}"/>
              </a:ext>
            </a:extLst>
          </p:cNvPr>
          <p:cNvSpPr>
            <a:spLocks noGrp="1"/>
          </p:cNvSpPr>
          <p:nvPr>
            <p:ph type="title"/>
          </p:nvPr>
        </p:nvSpPr>
        <p:spPr/>
        <p:txBody>
          <a:bodyPr/>
          <a:lstStyle/>
          <a:p>
            <a:r>
              <a:rPr lang="en-US" dirty="0"/>
              <a:t>13.7.2 Doubly Linked Structures</a:t>
            </a:r>
          </a:p>
        </p:txBody>
      </p:sp>
      <p:sp>
        <p:nvSpPr>
          <p:cNvPr id="3" name="Content Placeholder 2">
            <a:extLst>
              <a:ext uri="{FF2B5EF4-FFF2-40B4-BE49-F238E27FC236}">
                <a16:creationId xmlns:a16="http://schemas.microsoft.com/office/drawing/2014/main" id="{1A7F7457-6A6C-BBAD-F341-29F091A6D665}"/>
              </a:ext>
            </a:extLst>
          </p:cNvPr>
          <p:cNvSpPr>
            <a:spLocks noGrp="1"/>
          </p:cNvSpPr>
          <p:nvPr>
            <p:ph idx="1"/>
          </p:nvPr>
        </p:nvSpPr>
        <p:spPr/>
        <p:txBody>
          <a:bodyPr/>
          <a:lstStyle/>
          <a:p>
            <a:r>
              <a:rPr lang="en-US" b="0" i="0" dirty="0">
                <a:solidFill>
                  <a:srgbClr val="242021"/>
                </a:solidFill>
                <a:effectLst/>
                <a:latin typeface="JansonText-Roman"/>
              </a:rPr>
              <a:t>It allows the user to do the following:</a:t>
            </a:r>
          </a:p>
          <a:p>
            <a:pPr lvl="1"/>
            <a:r>
              <a:rPr lang="en-US" sz="1800" b="0" i="0" dirty="0">
                <a:solidFill>
                  <a:srgbClr val="242021"/>
                </a:solidFill>
                <a:effectLst/>
                <a:latin typeface="JansonText-Roman"/>
              </a:rPr>
              <a:t>1 Move left, to the previous node, from a given node.</a:t>
            </a:r>
          </a:p>
          <a:p>
            <a:pPr lvl="1"/>
            <a:r>
              <a:rPr lang="en-US" sz="1800" b="0" i="0" dirty="0">
                <a:solidFill>
                  <a:srgbClr val="242021"/>
                </a:solidFill>
                <a:effectLst/>
                <a:latin typeface="JansonText-Roman"/>
              </a:rPr>
              <a:t>2 Move immediately to the last node.</a:t>
            </a:r>
            <a:r>
              <a:rPr lang="en-US" sz="2800" dirty="0"/>
              <a:t> </a:t>
            </a:r>
          </a:p>
        </p:txBody>
      </p:sp>
      <p:sp>
        <p:nvSpPr>
          <p:cNvPr id="4" name="Slide Number Placeholder 3">
            <a:extLst>
              <a:ext uri="{FF2B5EF4-FFF2-40B4-BE49-F238E27FC236}">
                <a16:creationId xmlns:a16="http://schemas.microsoft.com/office/drawing/2014/main" id="{E46FC56C-0482-DC79-FF88-3DB9020BE17E}"/>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70</a:t>
            </a:fld>
            <a:endParaRPr lang="en-US" altLang="en-US" dirty="0"/>
          </a:p>
        </p:txBody>
      </p:sp>
      <p:sp>
        <p:nvSpPr>
          <p:cNvPr id="5" name="Footer Placeholder 4">
            <a:extLst>
              <a:ext uri="{FF2B5EF4-FFF2-40B4-BE49-F238E27FC236}">
                <a16:creationId xmlns:a16="http://schemas.microsoft.com/office/drawing/2014/main" id="{EE458EC9-D7C2-089C-FDCD-EAC1C21D5252}"/>
              </a:ext>
            </a:extLst>
          </p:cNvPr>
          <p:cNvSpPr>
            <a:spLocks noGrp="1"/>
          </p:cNvSpPr>
          <p:nvPr>
            <p:ph type="ftr" sz="quarter" idx="11"/>
          </p:nvPr>
        </p:nvSpPr>
        <p:spPr/>
        <p:txBody>
          <a:bodyPr/>
          <a:lstStyle/>
          <a:p>
            <a:pPr>
              <a:buFont typeface="Monotype Sorts" charset="2"/>
              <a:buNone/>
              <a:defRPr/>
            </a:pPr>
            <a:r>
              <a:rPr lang="en-US"/>
              <a:t>Data Structures and Algorithms in Python</a:t>
            </a:r>
            <a:endParaRPr lang="en-US" dirty="0"/>
          </a:p>
        </p:txBody>
      </p:sp>
      <p:sp>
        <p:nvSpPr>
          <p:cNvPr id="6" name="Date Placeholder 5">
            <a:extLst>
              <a:ext uri="{FF2B5EF4-FFF2-40B4-BE49-F238E27FC236}">
                <a16:creationId xmlns:a16="http://schemas.microsoft.com/office/drawing/2014/main" id="{12B535CF-E307-FDC5-BCCE-8F55CB17BCB5}"/>
              </a:ext>
            </a:extLst>
          </p:cNvPr>
          <p:cNvSpPr>
            <a:spLocks noGrp="1"/>
          </p:cNvSpPr>
          <p:nvPr>
            <p:ph type="dt" sz="half" idx="12"/>
          </p:nvPr>
        </p:nvSpPr>
        <p:spPr/>
        <p:txBody>
          <a:bodyPr/>
          <a:lstStyle/>
          <a:p>
            <a:pPr>
              <a:buFont typeface="Monotype Sorts" charset="2"/>
              <a:buNone/>
              <a:defRPr/>
            </a:pPr>
            <a:fld id="{FC32583D-C3E8-4AE3-B635-FDFA2D64A695}" type="datetime1">
              <a:rPr lang="en-US" smtClean="0"/>
              <a:t>12/19/2024</a:t>
            </a:fld>
            <a:endParaRPr lang="en-US" dirty="0"/>
          </a:p>
        </p:txBody>
      </p:sp>
      <p:pic>
        <p:nvPicPr>
          <p:cNvPr id="8" name="Picture 7">
            <a:extLst>
              <a:ext uri="{FF2B5EF4-FFF2-40B4-BE49-F238E27FC236}">
                <a16:creationId xmlns:a16="http://schemas.microsoft.com/office/drawing/2014/main" id="{E059097D-72D9-56C6-613A-F21DDF537932}"/>
              </a:ext>
            </a:extLst>
          </p:cNvPr>
          <p:cNvPicPr>
            <a:picLocks noChangeAspect="1"/>
          </p:cNvPicPr>
          <p:nvPr/>
        </p:nvPicPr>
        <p:blipFill>
          <a:blip r:embed="rId2"/>
          <a:stretch>
            <a:fillRect/>
          </a:stretch>
        </p:blipFill>
        <p:spPr>
          <a:xfrm>
            <a:off x="1828800" y="3581400"/>
            <a:ext cx="8134350" cy="2200275"/>
          </a:xfrm>
          <a:prstGeom prst="rect">
            <a:avLst/>
          </a:prstGeom>
        </p:spPr>
      </p:pic>
    </p:spTree>
    <p:extLst>
      <p:ext uri="{BB962C8B-B14F-4D97-AF65-F5344CB8AC3E}">
        <p14:creationId xmlns:p14="http://schemas.microsoft.com/office/powerpoint/2010/main" val="26921885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58619E-5A9F-3D8B-E89A-97C0E6804295}"/>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D57EBD0E-185E-A1F0-4B5F-700F365D3E1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71</a:t>
            </a:fld>
            <a:endParaRPr lang="en-US" dirty="0"/>
          </a:p>
        </p:txBody>
      </p:sp>
      <p:sp>
        <p:nvSpPr>
          <p:cNvPr id="4" name="Footer Placeholder 3">
            <a:extLst>
              <a:ext uri="{FF2B5EF4-FFF2-40B4-BE49-F238E27FC236}">
                <a16:creationId xmlns:a16="http://schemas.microsoft.com/office/drawing/2014/main" id="{B23C20F3-552F-A2DE-FF12-96A7EAF62817}"/>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B506241E-9541-563E-8DAB-0984A58D458C}"/>
              </a:ext>
            </a:extLst>
          </p:cNvPr>
          <p:cNvPicPr>
            <a:picLocks noChangeAspect="1"/>
          </p:cNvPicPr>
          <p:nvPr/>
        </p:nvPicPr>
        <p:blipFill>
          <a:blip r:embed="rId2"/>
          <a:stretch>
            <a:fillRect/>
          </a:stretch>
        </p:blipFill>
        <p:spPr>
          <a:xfrm>
            <a:off x="1138237" y="1700212"/>
            <a:ext cx="9915525" cy="3457575"/>
          </a:xfrm>
          <a:prstGeom prst="rect">
            <a:avLst/>
          </a:prstGeom>
        </p:spPr>
      </p:pic>
      <p:sp>
        <p:nvSpPr>
          <p:cNvPr id="8" name="TextBox 7">
            <a:extLst>
              <a:ext uri="{FF2B5EF4-FFF2-40B4-BE49-F238E27FC236}">
                <a16:creationId xmlns:a16="http://schemas.microsoft.com/office/drawing/2014/main" id="{F57F3BE9-C531-F5B3-7ED1-DB11D862B4E9}"/>
              </a:ext>
            </a:extLst>
          </p:cNvPr>
          <p:cNvSpPr txBox="1"/>
          <p:nvPr/>
        </p:nvSpPr>
        <p:spPr>
          <a:xfrm>
            <a:off x="2895600" y="457200"/>
            <a:ext cx="6094602" cy="1323439"/>
          </a:xfrm>
          <a:prstGeom prst="rect">
            <a:avLst/>
          </a:prstGeom>
          <a:noFill/>
        </p:spPr>
        <p:txBody>
          <a:bodyPr wrap="square">
            <a:spAutoFit/>
          </a:bodyPr>
          <a:lstStyle/>
          <a:p>
            <a:r>
              <a:rPr lang="en-US" sz="2000" b="0" i="0" dirty="0">
                <a:solidFill>
                  <a:srgbClr val="242021"/>
                </a:solidFill>
                <a:effectLst/>
                <a:latin typeface="JansonText-Roman"/>
              </a:rPr>
              <a:t>The Python implementation of a node class for doubly linked structures extends the </a:t>
            </a:r>
            <a:r>
              <a:rPr lang="en-US" sz="1800" b="1" i="0" dirty="0">
                <a:solidFill>
                  <a:srgbClr val="242021"/>
                </a:solidFill>
                <a:effectLst/>
                <a:latin typeface="GexCourier-SuperBold"/>
              </a:rPr>
              <a:t>Node </a:t>
            </a:r>
            <a:r>
              <a:rPr lang="en-US" sz="2000" b="0" i="0" dirty="0">
                <a:solidFill>
                  <a:srgbClr val="242021"/>
                </a:solidFill>
                <a:effectLst/>
                <a:latin typeface="JansonText-Roman"/>
              </a:rPr>
              <a:t>class discussed earlier by adding a field for the </a:t>
            </a:r>
            <a:r>
              <a:rPr lang="en-US" sz="1800" b="1" i="0" dirty="0">
                <a:solidFill>
                  <a:srgbClr val="242021"/>
                </a:solidFill>
                <a:effectLst/>
                <a:latin typeface="GexCourier-SuperBold"/>
              </a:rPr>
              <a:t>previous </a:t>
            </a:r>
            <a:r>
              <a:rPr lang="en-US" sz="2000" b="0" i="0" dirty="0">
                <a:solidFill>
                  <a:srgbClr val="242021"/>
                </a:solidFill>
                <a:effectLst/>
                <a:latin typeface="JansonText-Roman"/>
              </a:rPr>
              <a:t>pointer.</a:t>
            </a:r>
            <a:r>
              <a:rPr lang="en-US" sz="2000" dirty="0"/>
              <a:t> </a:t>
            </a:r>
            <a:br>
              <a:rPr lang="en-US" sz="2000" dirty="0"/>
            </a:br>
            <a:endParaRPr lang="en-US" sz="2000" dirty="0"/>
          </a:p>
        </p:txBody>
      </p:sp>
    </p:spTree>
    <p:extLst>
      <p:ext uri="{BB962C8B-B14F-4D97-AF65-F5344CB8AC3E}">
        <p14:creationId xmlns:p14="http://schemas.microsoft.com/office/powerpoint/2010/main" val="6523875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DA073F-4ED5-F22A-19EB-B074A85624FF}"/>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2408108-070F-9181-D7F7-3FBC6B9DB85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72</a:t>
            </a:fld>
            <a:endParaRPr lang="en-US" dirty="0"/>
          </a:p>
        </p:txBody>
      </p:sp>
      <p:sp>
        <p:nvSpPr>
          <p:cNvPr id="4" name="Footer Placeholder 3">
            <a:extLst>
              <a:ext uri="{FF2B5EF4-FFF2-40B4-BE49-F238E27FC236}">
                <a16:creationId xmlns:a16="http://schemas.microsoft.com/office/drawing/2014/main" id="{1873E8E4-3E9A-49F0-C427-9E3034943E72}"/>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5B8C0246-829F-83D0-EC32-B14ED0F4648A}"/>
              </a:ext>
            </a:extLst>
          </p:cNvPr>
          <p:cNvPicPr>
            <a:picLocks noChangeAspect="1"/>
          </p:cNvPicPr>
          <p:nvPr/>
        </p:nvPicPr>
        <p:blipFill>
          <a:blip r:embed="rId2"/>
          <a:stretch>
            <a:fillRect/>
          </a:stretch>
        </p:blipFill>
        <p:spPr>
          <a:xfrm>
            <a:off x="1119462" y="1110123"/>
            <a:ext cx="9944100" cy="5305425"/>
          </a:xfrm>
          <a:prstGeom prst="rect">
            <a:avLst/>
          </a:prstGeom>
        </p:spPr>
      </p:pic>
      <p:sp>
        <p:nvSpPr>
          <p:cNvPr id="8" name="TextBox 7">
            <a:extLst>
              <a:ext uri="{FF2B5EF4-FFF2-40B4-BE49-F238E27FC236}">
                <a16:creationId xmlns:a16="http://schemas.microsoft.com/office/drawing/2014/main" id="{657FF1B9-7193-C898-F1B5-8AA4FDD0C508}"/>
              </a:ext>
            </a:extLst>
          </p:cNvPr>
          <p:cNvSpPr txBox="1"/>
          <p:nvPr/>
        </p:nvSpPr>
        <p:spPr>
          <a:xfrm>
            <a:off x="1107172" y="457200"/>
            <a:ext cx="7849299" cy="461665"/>
          </a:xfrm>
          <a:prstGeom prst="rect">
            <a:avLst/>
          </a:prstGeom>
          <a:noFill/>
        </p:spPr>
        <p:txBody>
          <a:bodyPr wrap="square">
            <a:spAutoFit/>
          </a:bodyPr>
          <a:lstStyle/>
          <a:p>
            <a:r>
              <a:rPr lang="en-US" sz="2400" b="0" i="0" dirty="0">
                <a:solidFill>
                  <a:srgbClr val="242021"/>
                </a:solidFill>
                <a:effectLst/>
                <a:latin typeface="JansonText-Roman"/>
              </a:rPr>
              <a:t>creates a doubly linked structure by adding items to the end.</a:t>
            </a:r>
            <a:r>
              <a:rPr lang="en-US" sz="2400" dirty="0"/>
              <a:t> </a:t>
            </a:r>
          </a:p>
        </p:txBody>
      </p:sp>
    </p:spTree>
    <p:extLst>
      <p:ext uri="{BB962C8B-B14F-4D97-AF65-F5344CB8AC3E}">
        <p14:creationId xmlns:p14="http://schemas.microsoft.com/office/powerpoint/2010/main" val="33693903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AC34B-C329-EB88-5AC0-95DF0B5D17C7}"/>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720DC99-DD3D-7523-F574-B801D4A8FD8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73</a:t>
            </a:fld>
            <a:endParaRPr lang="en-US" dirty="0"/>
          </a:p>
        </p:txBody>
      </p:sp>
      <p:sp>
        <p:nvSpPr>
          <p:cNvPr id="4" name="Footer Placeholder 3">
            <a:extLst>
              <a:ext uri="{FF2B5EF4-FFF2-40B4-BE49-F238E27FC236}">
                <a16:creationId xmlns:a16="http://schemas.microsoft.com/office/drawing/2014/main" id="{A78E21EC-A253-C413-D76D-31FD1FC39DB1}"/>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A35769E0-078D-5A99-8E11-6DEA8DDC84E4}"/>
              </a:ext>
            </a:extLst>
          </p:cNvPr>
          <p:cNvPicPr>
            <a:picLocks noChangeAspect="1"/>
          </p:cNvPicPr>
          <p:nvPr/>
        </p:nvPicPr>
        <p:blipFill>
          <a:blip r:embed="rId2"/>
          <a:stretch>
            <a:fillRect/>
          </a:stretch>
        </p:blipFill>
        <p:spPr>
          <a:xfrm>
            <a:off x="2014537" y="800100"/>
            <a:ext cx="8162925" cy="5257800"/>
          </a:xfrm>
          <a:prstGeom prst="rect">
            <a:avLst/>
          </a:prstGeom>
        </p:spPr>
      </p:pic>
    </p:spTree>
    <p:extLst>
      <p:ext uri="{BB962C8B-B14F-4D97-AF65-F5344CB8AC3E}">
        <p14:creationId xmlns:p14="http://schemas.microsoft.com/office/powerpoint/2010/main" val="9601030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2B147B-FAC7-7C58-9268-54FC3BDCD6F5}"/>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8A1E6452-1D87-9656-58CA-D7AD091EBBE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74</a:t>
            </a:fld>
            <a:endParaRPr lang="en-US" dirty="0"/>
          </a:p>
        </p:txBody>
      </p:sp>
      <p:sp>
        <p:nvSpPr>
          <p:cNvPr id="4" name="Footer Placeholder 3">
            <a:extLst>
              <a:ext uri="{FF2B5EF4-FFF2-40B4-BE49-F238E27FC236}">
                <a16:creationId xmlns:a16="http://schemas.microsoft.com/office/drawing/2014/main" id="{7E46C1BA-B47E-EF8B-3A97-73416E93BF4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E142C9FD-D63E-3AEF-9B89-89F474087F8B}"/>
              </a:ext>
            </a:extLst>
          </p:cNvPr>
          <p:cNvPicPr>
            <a:picLocks noChangeAspect="1"/>
          </p:cNvPicPr>
          <p:nvPr/>
        </p:nvPicPr>
        <p:blipFill>
          <a:blip r:embed="rId2"/>
          <a:stretch>
            <a:fillRect/>
          </a:stretch>
        </p:blipFill>
        <p:spPr>
          <a:xfrm>
            <a:off x="1428750" y="2190750"/>
            <a:ext cx="9334500" cy="2476500"/>
          </a:xfrm>
          <a:prstGeom prst="rect">
            <a:avLst/>
          </a:prstGeom>
        </p:spPr>
      </p:pic>
    </p:spTree>
    <p:extLst>
      <p:ext uri="{BB962C8B-B14F-4D97-AF65-F5344CB8AC3E}">
        <p14:creationId xmlns:p14="http://schemas.microsoft.com/office/powerpoint/2010/main" val="16891407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19B499-BAF0-5BB4-0D80-4220C426F877}"/>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1F6199A4-4676-A456-8D16-7035A903125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75</a:t>
            </a:fld>
            <a:endParaRPr lang="en-US" dirty="0"/>
          </a:p>
        </p:txBody>
      </p:sp>
      <p:sp>
        <p:nvSpPr>
          <p:cNvPr id="4" name="Footer Placeholder 3">
            <a:extLst>
              <a:ext uri="{FF2B5EF4-FFF2-40B4-BE49-F238E27FC236}">
                <a16:creationId xmlns:a16="http://schemas.microsoft.com/office/drawing/2014/main" id="{01036BB4-5CA8-1CCD-11B8-7EB3DB78A2B6}"/>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C017803C-F27D-6671-227C-33DC5D447B26}"/>
              </a:ext>
            </a:extLst>
          </p:cNvPr>
          <p:cNvPicPr>
            <a:picLocks noChangeAspect="1"/>
          </p:cNvPicPr>
          <p:nvPr/>
        </p:nvPicPr>
        <p:blipFill>
          <a:blip r:embed="rId2"/>
          <a:stretch>
            <a:fillRect/>
          </a:stretch>
        </p:blipFill>
        <p:spPr>
          <a:xfrm>
            <a:off x="1714500" y="-38100"/>
            <a:ext cx="8763000" cy="6591300"/>
          </a:xfrm>
          <a:prstGeom prst="rect">
            <a:avLst/>
          </a:prstGeom>
        </p:spPr>
      </p:pic>
    </p:spTree>
    <p:extLst>
      <p:ext uri="{BB962C8B-B14F-4D97-AF65-F5344CB8AC3E}">
        <p14:creationId xmlns:p14="http://schemas.microsoft.com/office/powerpoint/2010/main" val="16535988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FE5B88-4188-8E7A-DAFD-54C0A0DB6C00}"/>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C9379370-C7CF-067F-5D9D-2EF59175593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76</a:t>
            </a:fld>
            <a:endParaRPr lang="en-US" dirty="0"/>
          </a:p>
        </p:txBody>
      </p:sp>
      <p:sp>
        <p:nvSpPr>
          <p:cNvPr id="4" name="Footer Placeholder 3">
            <a:extLst>
              <a:ext uri="{FF2B5EF4-FFF2-40B4-BE49-F238E27FC236}">
                <a16:creationId xmlns:a16="http://schemas.microsoft.com/office/drawing/2014/main" id="{473742A1-F18E-A841-5F00-46C037B1D90C}"/>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4FF0B863-FB9F-5B48-6BE2-4BA92B458B1C}"/>
              </a:ext>
            </a:extLst>
          </p:cNvPr>
          <p:cNvPicPr>
            <a:picLocks noChangeAspect="1"/>
          </p:cNvPicPr>
          <p:nvPr/>
        </p:nvPicPr>
        <p:blipFill>
          <a:blip r:embed="rId2"/>
          <a:stretch>
            <a:fillRect/>
          </a:stretch>
        </p:blipFill>
        <p:spPr>
          <a:xfrm>
            <a:off x="2309812" y="538162"/>
            <a:ext cx="7572375" cy="5781675"/>
          </a:xfrm>
          <a:prstGeom prst="rect">
            <a:avLst/>
          </a:prstGeom>
        </p:spPr>
      </p:pic>
    </p:spTree>
    <p:extLst>
      <p:ext uri="{BB962C8B-B14F-4D97-AF65-F5344CB8AC3E}">
        <p14:creationId xmlns:p14="http://schemas.microsoft.com/office/powerpoint/2010/main" val="7560088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A7889-90E4-86A5-BCCC-93BF486E064C}"/>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080E649A-5B5F-4410-91A4-436D09C70B9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77</a:t>
            </a:fld>
            <a:endParaRPr lang="en-US" dirty="0"/>
          </a:p>
        </p:txBody>
      </p:sp>
      <p:sp>
        <p:nvSpPr>
          <p:cNvPr id="4" name="Footer Placeholder 3">
            <a:extLst>
              <a:ext uri="{FF2B5EF4-FFF2-40B4-BE49-F238E27FC236}">
                <a16:creationId xmlns:a16="http://schemas.microsoft.com/office/drawing/2014/main" id="{EE914431-6F86-BF67-F84B-EE3A21D1D1D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0ED47710-D80B-48C4-49E8-16E57CCFAE46}"/>
              </a:ext>
            </a:extLst>
          </p:cNvPr>
          <p:cNvPicPr>
            <a:picLocks noChangeAspect="1"/>
          </p:cNvPicPr>
          <p:nvPr/>
        </p:nvPicPr>
        <p:blipFill>
          <a:blip r:embed="rId2"/>
          <a:stretch>
            <a:fillRect/>
          </a:stretch>
        </p:blipFill>
        <p:spPr>
          <a:xfrm>
            <a:off x="1628775" y="1209675"/>
            <a:ext cx="8934450" cy="4438650"/>
          </a:xfrm>
          <a:prstGeom prst="rect">
            <a:avLst/>
          </a:prstGeom>
        </p:spPr>
      </p:pic>
    </p:spTree>
    <p:extLst>
      <p:ext uri="{BB962C8B-B14F-4D97-AF65-F5344CB8AC3E}">
        <p14:creationId xmlns:p14="http://schemas.microsoft.com/office/powerpoint/2010/main" val="4833795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C865CC-8CE0-2AA2-5E2F-C55B101B4F7E}"/>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2E0E4E12-2F1A-95F3-A050-565D724D264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78</a:t>
            </a:fld>
            <a:endParaRPr lang="en-US" dirty="0"/>
          </a:p>
        </p:txBody>
      </p:sp>
      <p:sp>
        <p:nvSpPr>
          <p:cNvPr id="4" name="Footer Placeholder 3">
            <a:extLst>
              <a:ext uri="{FF2B5EF4-FFF2-40B4-BE49-F238E27FC236}">
                <a16:creationId xmlns:a16="http://schemas.microsoft.com/office/drawing/2014/main" id="{1E501C58-79FD-20D5-DA5B-47BD8CFC746A}"/>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83026F6C-1047-AC21-77B9-A1370257D9C9}"/>
              </a:ext>
            </a:extLst>
          </p:cNvPr>
          <p:cNvPicPr>
            <a:picLocks noChangeAspect="1"/>
          </p:cNvPicPr>
          <p:nvPr/>
        </p:nvPicPr>
        <p:blipFill>
          <a:blip r:embed="rId2"/>
          <a:stretch>
            <a:fillRect/>
          </a:stretch>
        </p:blipFill>
        <p:spPr>
          <a:xfrm>
            <a:off x="2014537" y="1190625"/>
            <a:ext cx="8162925" cy="4476750"/>
          </a:xfrm>
          <a:prstGeom prst="rect">
            <a:avLst/>
          </a:prstGeom>
        </p:spPr>
      </p:pic>
    </p:spTree>
    <p:extLst>
      <p:ext uri="{BB962C8B-B14F-4D97-AF65-F5344CB8AC3E}">
        <p14:creationId xmlns:p14="http://schemas.microsoft.com/office/powerpoint/2010/main" val="539206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874BB1-2628-F545-618D-DB3D4347974E}"/>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FEED4ACB-F1F8-4B38-03D9-A00A0476AA2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79</a:t>
            </a:fld>
            <a:endParaRPr lang="en-US" dirty="0"/>
          </a:p>
        </p:txBody>
      </p:sp>
      <p:sp>
        <p:nvSpPr>
          <p:cNvPr id="4" name="Footer Placeholder 3">
            <a:extLst>
              <a:ext uri="{FF2B5EF4-FFF2-40B4-BE49-F238E27FC236}">
                <a16:creationId xmlns:a16="http://schemas.microsoft.com/office/drawing/2014/main" id="{53A3396E-4122-ED63-392B-C6631D3FE7F1}"/>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C14574BA-E91C-AB3D-3824-6AA787495832}"/>
              </a:ext>
            </a:extLst>
          </p:cNvPr>
          <p:cNvPicPr>
            <a:picLocks noChangeAspect="1"/>
          </p:cNvPicPr>
          <p:nvPr/>
        </p:nvPicPr>
        <p:blipFill>
          <a:blip r:embed="rId2"/>
          <a:stretch>
            <a:fillRect/>
          </a:stretch>
        </p:blipFill>
        <p:spPr>
          <a:xfrm>
            <a:off x="2071687" y="2114550"/>
            <a:ext cx="8048625" cy="2628900"/>
          </a:xfrm>
          <a:prstGeom prst="rect">
            <a:avLst/>
          </a:prstGeom>
        </p:spPr>
      </p:pic>
    </p:spTree>
    <p:extLst>
      <p:ext uri="{BB962C8B-B14F-4D97-AF65-F5344CB8AC3E}">
        <p14:creationId xmlns:p14="http://schemas.microsoft.com/office/powerpoint/2010/main" val="22169100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88C0EA-6C60-51F2-60CF-11C016F59D4D}"/>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45DA69E1-877E-929E-97B0-45C7AC38D2D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80</a:t>
            </a:fld>
            <a:endParaRPr lang="en-US" dirty="0"/>
          </a:p>
        </p:txBody>
      </p:sp>
      <p:sp>
        <p:nvSpPr>
          <p:cNvPr id="4" name="Footer Placeholder 3">
            <a:extLst>
              <a:ext uri="{FF2B5EF4-FFF2-40B4-BE49-F238E27FC236}">
                <a16:creationId xmlns:a16="http://schemas.microsoft.com/office/drawing/2014/main" id="{0F245448-CFBB-EAB2-47B1-8C34CB7EB89E}"/>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899B72B8-9B11-CF31-538A-96B0BC682E67}"/>
              </a:ext>
            </a:extLst>
          </p:cNvPr>
          <p:cNvPicPr>
            <a:picLocks noChangeAspect="1"/>
          </p:cNvPicPr>
          <p:nvPr/>
        </p:nvPicPr>
        <p:blipFill>
          <a:blip r:embed="rId2"/>
          <a:stretch>
            <a:fillRect/>
          </a:stretch>
        </p:blipFill>
        <p:spPr>
          <a:xfrm>
            <a:off x="2033587" y="1128712"/>
            <a:ext cx="8124825" cy="4600575"/>
          </a:xfrm>
          <a:prstGeom prst="rect">
            <a:avLst/>
          </a:prstGeom>
        </p:spPr>
      </p:pic>
    </p:spTree>
    <p:extLst>
      <p:ext uri="{BB962C8B-B14F-4D97-AF65-F5344CB8AC3E}">
        <p14:creationId xmlns:p14="http://schemas.microsoft.com/office/powerpoint/2010/main" val="2041615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FCD6A9-BF59-B4BB-F7C1-91B26B60E227}"/>
              </a:ext>
            </a:extLst>
          </p:cNvPr>
          <p:cNvSpPr>
            <a:spLocks noGrp="1"/>
          </p:cNvSpPr>
          <p:nvPr>
            <p:ph type="dt" sz="half" idx="10"/>
          </p:nvPr>
        </p:nvSpPr>
        <p:spPr/>
        <p:txBody>
          <a:bodyPr/>
          <a:lstStyle/>
          <a:p>
            <a:pPr>
              <a:buFont typeface="Monotype Sorts" charset="2"/>
              <a:buNone/>
              <a:defRPr/>
            </a:pPr>
            <a:fld id="{65A71745-A66D-4D2C-AB6B-F5743AD780F4}" type="datetime1">
              <a:rPr lang="en-US" smtClean="0"/>
              <a:t>12/19/2024</a:t>
            </a:fld>
            <a:endParaRPr lang="en-US" dirty="0"/>
          </a:p>
        </p:txBody>
      </p:sp>
      <p:sp>
        <p:nvSpPr>
          <p:cNvPr id="3" name="Slide Number Placeholder 2">
            <a:extLst>
              <a:ext uri="{FF2B5EF4-FFF2-40B4-BE49-F238E27FC236}">
                <a16:creationId xmlns:a16="http://schemas.microsoft.com/office/drawing/2014/main" id="{5070FFA6-2040-C8CE-05F6-8F05C40770E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81</a:t>
            </a:fld>
            <a:endParaRPr lang="en-US" dirty="0"/>
          </a:p>
        </p:txBody>
      </p:sp>
      <p:sp>
        <p:nvSpPr>
          <p:cNvPr id="4" name="Footer Placeholder 3">
            <a:extLst>
              <a:ext uri="{FF2B5EF4-FFF2-40B4-BE49-F238E27FC236}">
                <a16:creationId xmlns:a16="http://schemas.microsoft.com/office/drawing/2014/main" id="{063CF598-AD5D-0C81-A5D1-30C8E4988B04}"/>
              </a:ext>
            </a:extLst>
          </p:cNvPr>
          <p:cNvSpPr>
            <a:spLocks noGrp="1"/>
          </p:cNvSpPr>
          <p:nvPr>
            <p:ph type="ftr" sz="quarter" idx="12"/>
          </p:nvPr>
        </p:nvSpPr>
        <p:spPr/>
        <p:txBody>
          <a:bodyPr/>
          <a:lstStyle/>
          <a:p>
            <a:pPr>
              <a:buFont typeface="Monotype Sorts" charset="2"/>
              <a:buNone/>
              <a:defRPr/>
            </a:pPr>
            <a:r>
              <a:rPr lang="en-US"/>
              <a:t>Data Structures and Algorithms in Python</a:t>
            </a:r>
            <a:endParaRPr lang="en-US" dirty="0"/>
          </a:p>
        </p:txBody>
      </p:sp>
      <p:pic>
        <p:nvPicPr>
          <p:cNvPr id="6" name="Picture 5">
            <a:extLst>
              <a:ext uri="{FF2B5EF4-FFF2-40B4-BE49-F238E27FC236}">
                <a16:creationId xmlns:a16="http://schemas.microsoft.com/office/drawing/2014/main" id="{85ACC4D0-A9A8-DF5F-FDAB-8D77256F1BF2}"/>
              </a:ext>
            </a:extLst>
          </p:cNvPr>
          <p:cNvPicPr>
            <a:picLocks noChangeAspect="1"/>
          </p:cNvPicPr>
          <p:nvPr/>
        </p:nvPicPr>
        <p:blipFill>
          <a:blip r:embed="rId2"/>
          <a:stretch>
            <a:fillRect/>
          </a:stretch>
        </p:blipFill>
        <p:spPr>
          <a:xfrm>
            <a:off x="1981200" y="933450"/>
            <a:ext cx="8229600" cy="4991100"/>
          </a:xfrm>
          <a:prstGeom prst="rect">
            <a:avLst/>
          </a:prstGeom>
        </p:spPr>
      </p:pic>
    </p:spTree>
    <p:extLst>
      <p:ext uri="{BB962C8B-B14F-4D97-AF65-F5344CB8AC3E}">
        <p14:creationId xmlns:p14="http://schemas.microsoft.com/office/powerpoint/2010/main" val="198268953"/>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18197</TotalTime>
  <Words>2550</Words>
  <Application>Microsoft Office PowerPoint</Application>
  <PresentationFormat>Widescreen</PresentationFormat>
  <Paragraphs>399</Paragraphs>
  <Slides>81</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81</vt:i4>
      </vt:variant>
    </vt:vector>
  </HeadingPairs>
  <TitlesOfParts>
    <vt:vector size="93" baseType="lpstr">
      <vt:lpstr>ＭＳ Ｐゴシック</vt:lpstr>
      <vt:lpstr>Arial</vt:lpstr>
      <vt:lpstr>Calibri</vt:lpstr>
      <vt:lpstr>Courier New</vt:lpstr>
      <vt:lpstr>GexCourier-SuperBold</vt:lpstr>
      <vt:lpstr>JansonText-Bold</vt:lpstr>
      <vt:lpstr>JansonText-Italic</vt:lpstr>
      <vt:lpstr>JansonText-Roman</vt:lpstr>
      <vt:lpstr>Monotype Sorts</vt:lpstr>
      <vt:lpstr>Times New Roman</vt:lpstr>
      <vt:lpstr>Wingdings</vt:lpstr>
      <vt:lpstr>Vicostone Template</vt:lpstr>
      <vt:lpstr>Database Systems:  Design, Implementation, and Management 14th Edition</vt:lpstr>
      <vt:lpstr>National Economics University Faculty of Data Science &amp; Artificial Intelligence</vt:lpstr>
      <vt:lpstr>Learning Objectives</vt:lpstr>
      <vt:lpstr>Reading</vt:lpstr>
      <vt:lpstr>Introduction</vt:lpstr>
      <vt:lpstr>13.1 Overview of Collections</vt:lpstr>
      <vt:lpstr>13.1.1 Linear Collections</vt:lpstr>
      <vt:lpstr>13.1.2 Hierarchical Collections</vt:lpstr>
      <vt:lpstr>13.1.3 Graph Collections</vt:lpstr>
      <vt:lpstr>13.1.4 Unordered Collections</vt:lpstr>
      <vt:lpstr>13.1.5 Operations on Collections</vt:lpstr>
      <vt:lpstr>13.1.5 Operations on Collections</vt:lpstr>
      <vt:lpstr>13.1.5 Operations on Collections</vt:lpstr>
      <vt:lpstr>13.1.6 Abstraction and Abstract Data Types</vt:lpstr>
      <vt:lpstr>PowerPoint Presentation</vt:lpstr>
      <vt:lpstr>13.2 Data Structures for Implementing Collections: Arrays</vt:lpstr>
      <vt:lpstr>13.2.1 The Array Data Structure</vt:lpstr>
      <vt:lpstr>PowerPoint Presentation</vt:lpstr>
      <vt:lpstr>PowerPoint Presentation</vt:lpstr>
      <vt:lpstr>PowerPoint Presentation</vt:lpstr>
      <vt:lpstr>13.3 Operations on Arrays </vt:lpstr>
      <vt:lpstr>13.3.1 Increasing the Size of an Array</vt:lpstr>
      <vt:lpstr>13.3.2 Decreasing the Size of an Array</vt:lpstr>
      <vt:lpstr>13.3.3 Inserting an Item into an Array That Grows</vt:lpstr>
      <vt:lpstr>PowerPoint Presentation</vt:lpstr>
      <vt:lpstr>PowerPoint Presentation</vt:lpstr>
      <vt:lpstr>13.3.4 Removing an Item from an Array</vt:lpstr>
      <vt:lpstr>PowerPoint Presentation</vt:lpstr>
      <vt:lpstr>PowerPoint Presentation</vt:lpstr>
      <vt:lpstr>13.3.5 Complexity Trade-Off: Time, Space, and Arrays</vt:lpstr>
      <vt:lpstr>PowerPoint Presentation</vt:lpstr>
      <vt:lpstr>13.4 Two-Dimensional Arrays (Grids)</vt:lpstr>
      <vt:lpstr>13.4.1 Processing a Grid</vt:lpstr>
      <vt:lpstr>13.4.2 Creating and Initializing a Grid</vt:lpstr>
      <vt:lpstr>13.4.3 Defining a Grid Class</vt:lpstr>
      <vt:lpstr>PowerPoint Presentation</vt:lpstr>
      <vt:lpstr>PowerPoint Presentation</vt:lpstr>
      <vt:lpstr>13.4.4 Ragged Grids and Multidimensional Arrays</vt:lpstr>
      <vt:lpstr>PowerPoint Presentation</vt:lpstr>
      <vt:lpstr>PowerPoint Presentation</vt:lpstr>
      <vt:lpstr>PowerPoint Presentation</vt:lpstr>
      <vt:lpstr>13.5 Linked Structures</vt:lpstr>
      <vt:lpstr>13.5.1 Singly Linked Structures and Doubly Linked Structures</vt:lpstr>
      <vt:lpstr>13.5.2 Noncontiguous Memory and Nodes</vt:lpstr>
      <vt:lpstr>Non-continuous memory</vt:lpstr>
      <vt:lpstr>13.5.3 Defining a Singly Linked Node Class</vt:lpstr>
      <vt:lpstr>13.5.4 Using the Singly Linked Node Class</vt:lpstr>
      <vt:lpstr>PowerPoint Presentation</vt:lpstr>
      <vt:lpstr>PowerPoint Presentation</vt:lpstr>
      <vt:lpstr>13.6 Operations on Singly Linked Structures</vt:lpstr>
      <vt:lpstr>13.6.1 Traversal</vt:lpstr>
      <vt:lpstr>PowerPoint Presentation</vt:lpstr>
      <vt:lpstr>13.6.2 Searching</vt:lpstr>
      <vt:lpstr>13.6.2 Searching</vt:lpstr>
      <vt:lpstr>13.6.3 Replacement</vt:lpstr>
      <vt:lpstr>PowerPoint Presentation</vt:lpstr>
      <vt:lpstr>13.6.4 Inserting at the Beginning</vt:lpstr>
      <vt:lpstr>13.6.5 Inserting at the End</vt:lpstr>
      <vt:lpstr>PowerPoint Presentation</vt:lpstr>
      <vt:lpstr>13.6.6 Removing at the Beginning</vt:lpstr>
      <vt:lpstr>13.6.7 Removing at the End</vt:lpstr>
      <vt:lpstr>PowerPoint Presentation</vt:lpstr>
      <vt:lpstr>13.6.8 Inserting at Any Position</vt:lpstr>
      <vt:lpstr>13.6.9 Removing at Any Position</vt:lpstr>
      <vt:lpstr>PowerPoint Presentation</vt:lpstr>
      <vt:lpstr>PowerPoint Presentation</vt:lpstr>
      <vt:lpstr>13.7 Variations on a Link</vt:lpstr>
      <vt:lpstr>13.7.1 A Circular Linked Structure with a Dummy Header Node</vt:lpstr>
      <vt:lpstr>13.7.1 A Circular Linked Structure with a Dummy Header Node</vt:lpstr>
      <vt:lpstr>13.7.2 Doubly Linked 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Design, Implementation, and Management Ninth Edition</dc:title>
  <dc:creator>Duc Minh Vu</dc:creator>
  <cp:lastModifiedBy>Vu Duc Minh</cp:lastModifiedBy>
  <cp:revision>277</cp:revision>
  <cp:lastPrinted>2024-12-19T14:42:37Z</cp:lastPrinted>
  <dcterms:created xsi:type="dcterms:W3CDTF">2009-10-12T20:16:00Z</dcterms:created>
  <dcterms:modified xsi:type="dcterms:W3CDTF">2024-12-19T14:42:52Z</dcterms:modified>
</cp:coreProperties>
</file>