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1"/>
  </p:sldMasterIdLst>
  <p:notesMasterIdLst>
    <p:notesMasterId r:id="rId91"/>
  </p:notesMasterIdLst>
  <p:handoutMasterIdLst>
    <p:handoutMasterId r:id="rId92"/>
  </p:handoutMasterIdLst>
  <p:sldIdLst>
    <p:sldId id="349" r:id="rId2"/>
    <p:sldId id="384" r:id="rId3"/>
    <p:sldId id="257" r:id="rId4"/>
    <p:sldId id="432" r:id="rId5"/>
    <p:sldId id="557" r:id="rId6"/>
    <p:sldId id="558" r:id="rId7"/>
    <p:sldId id="559" r:id="rId8"/>
    <p:sldId id="560" r:id="rId9"/>
    <p:sldId id="561" r:id="rId10"/>
    <p:sldId id="562" r:id="rId11"/>
    <p:sldId id="563" r:id="rId12"/>
    <p:sldId id="564" r:id="rId13"/>
    <p:sldId id="565" r:id="rId14"/>
    <p:sldId id="567" r:id="rId15"/>
    <p:sldId id="568" r:id="rId16"/>
    <p:sldId id="569" r:id="rId17"/>
    <p:sldId id="570" r:id="rId18"/>
    <p:sldId id="571" r:id="rId19"/>
    <p:sldId id="573" r:id="rId20"/>
    <p:sldId id="574" r:id="rId21"/>
    <p:sldId id="575" r:id="rId22"/>
    <p:sldId id="576" r:id="rId23"/>
    <p:sldId id="577" r:id="rId24"/>
    <p:sldId id="578" r:id="rId25"/>
    <p:sldId id="579" r:id="rId26"/>
    <p:sldId id="581" r:id="rId27"/>
    <p:sldId id="582" r:id="rId28"/>
    <p:sldId id="583" r:id="rId29"/>
    <p:sldId id="584" r:id="rId30"/>
    <p:sldId id="585" r:id="rId31"/>
    <p:sldId id="586" r:id="rId32"/>
    <p:sldId id="580" r:id="rId33"/>
    <p:sldId id="587" r:id="rId34"/>
    <p:sldId id="588" r:id="rId35"/>
    <p:sldId id="589" r:id="rId36"/>
    <p:sldId id="590" r:id="rId37"/>
    <p:sldId id="591" r:id="rId38"/>
    <p:sldId id="592" r:id="rId39"/>
    <p:sldId id="593" r:id="rId40"/>
    <p:sldId id="594" r:id="rId41"/>
    <p:sldId id="595" r:id="rId42"/>
    <p:sldId id="596" r:id="rId43"/>
    <p:sldId id="597" r:id="rId44"/>
    <p:sldId id="598" r:id="rId45"/>
    <p:sldId id="603" r:id="rId46"/>
    <p:sldId id="599" r:id="rId47"/>
    <p:sldId id="600" r:id="rId48"/>
    <p:sldId id="601" r:id="rId49"/>
    <p:sldId id="602" r:id="rId50"/>
    <p:sldId id="604" r:id="rId51"/>
    <p:sldId id="605" r:id="rId52"/>
    <p:sldId id="606" r:id="rId53"/>
    <p:sldId id="607" r:id="rId54"/>
    <p:sldId id="608" r:id="rId55"/>
    <p:sldId id="609" r:id="rId56"/>
    <p:sldId id="610" r:id="rId57"/>
    <p:sldId id="611" r:id="rId58"/>
    <p:sldId id="612" r:id="rId59"/>
    <p:sldId id="613" r:id="rId60"/>
    <p:sldId id="614" r:id="rId61"/>
    <p:sldId id="615" r:id="rId62"/>
    <p:sldId id="622" r:id="rId63"/>
    <p:sldId id="623" r:id="rId64"/>
    <p:sldId id="616" r:id="rId65"/>
    <p:sldId id="617" r:id="rId66"/>
    <p:sldId id="618" r:id="rId67"/>
    <p:sldId id="619" r:id="rId68"/>
    <p:sldId id="621" r:id="rId69"/>
    <p:sldId id="620" r:id="rId70"/>
    <p:sldId id="624" r:id="rId71"/>
    <p:sldId id="625" r:id="rId72"/>
    <p:sldId id="626" r:id="rId73"/>
    <p:sldId id="627" r:id="rId74"/>
    <p:sldId id="628" r:id="rId75"/>
    <p:sldId id="630" r:id="rId76"/>
    <p:sldId id="629" r:id="rId77"/>
    <p:sldId id="631" r:id="rId78"/>
    <p:sldId id="632" r:id="rId79"/>
    <p:sldId id="633" r:id="rId80"/>
    <p:sldId id="634" r:id="rId81"/>
    <p:sldId id="635" r:id="rId82"/>
    <p:sldId id="636" r:id="rId83"/>
    <p:sldId id="637" r:id="rId84"/>
    <p:sldId id="638" r:id="rId85"/>
    <p:sldId id="639" r:id="rId86"/>
    <p:sldId id="640" r:id="rId87"/>
    <p:sldId id="642" r:id="rId88"/>
    <p:sldId id="643" r:id="rId89"/>
    <p:sldId id="641" r:id="rId90"/>
  </p:sldIdLst>
  <p:sldSz cx="12192000" cy="6858000"/>
  <p:notesSz cx="7315200" cy="9601200"/>
  <p:defaultTextStyle>
    <a:defPPr>
      <a:defRPr lang="en-US"/>
    </a:defPPr>
    <a:lvl1pPr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30" y="6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96D549CF-6DFD-CFDB-4965-58194CF4F2D7}"/>
              </a:ext>
            </a:extLst>
          </p:cNvPr>
          <p:cNvSpPr>
            <a:spLocks noGrp="1" noChangeArrowheads="1"/>
          </p:cNvSpPr>
          <p:nvPr>
            <p:ph type="hdr" sz="quarter"/>
          </p:nvPr>
        </p:nvSpPr>
        <p:spPr bwMode="auto">
          <a:xfrm>
            <a:off x="0" y="0"/>
            <a:ext cx="3170357" cy="480547"/>
          </a:xfrm>
          <a:prstGeom prst="rect">
            <a:avLst/>
          </a:prstGeom>
          <a:noFill/>
          <a:ln w="9525">
            <a:noFill/>
            <a:miter lim="800000"/>
            <a:headEnd/>
            <a:tailEnd/>
          </a:ln>
          <a:effectLst/>
        </p:spPr>
        <p:txBody>
          <a:bodyPr vert="horz" wrap="square" lIns="93790" tIns="46895" rIns="93790" bIns="46895" numCol="1" anchor="t" anchorCtr="0" compatLnSpc="1">
            <a:prstTxWarp prst="textNoShape">
              <a:avLst/>
            </a:prstTxWarp>
          </a:bodyPr>
          <a:lstStyle>
            <a:lvl1pPr eaLnBrk="1" hangingPunct="1">
              <a:spcBef>
                <a:spcPct val="0"/>
              </a:spcBef>
              <a:buClrTx/>
              <a:buSzTx/>
              <a:buFontTx/>
              <a:buNone/>
              <a:defRPr sz="1200" dirty="0">
                <a:latin typeface="Arial" charset="0"/>
                <a:ea typeface="+mn-ea"/>
              </a:defRPr>
            </a:lvl1pPr>
          </a:lstStyle>
          <a:p>
            <a:pPr>
              <a:defRPr/>
            </a:pPr>
            <a:endParaRPr lang="en-US"/>
          </a:p>
        </p:txBody>
      </p:sp>
      <p:sp>
        <p:nvSpPr>
          <p:cNvPr id="176131" name="Rectangle 3">
            <a:extLst>
              <a:ext uri="{FF2B5EF4-FFF2-40B4-BE49-F238E27FC236}">
                <a16:creationId xmlns:a16="http://schemas.microsoft.com/office/drawing/2014/main" id="{8E19A229-EAF8-2AAF-E6EC-E0366ADCBC21}"/>
              </a:ext>
            </a:extLst>
          </p:cNvPr>
          <p:cNvSpPr>
            <a:spLocks noGrp="1" noChangeArrowheads="1"/>
          </p:cNvSpPr>
          <p:nvPr>
            <p:ph type="dt" sz="quarter" idx="1"/>
          </p:nvPr>
        </p:nvSpPr>
        <p:spPr bwMode="auto">
          <a:xfrm>
            <a:off x="4143209" y="0"/>
            <a:ext cx="3170357" cy="480547"/>
          </a:xfrm>
          <a:prstGeom prst="rect">
            <a:avLst/>
          </a:prstGeom>
          <a:noFill/>
          <a:ln w="9525">
            <a:noFill/>
            <a:miter lim="800000"/>
            <a:headEnd/>
            <a:tailEnd/>
          </a:ln>
          <a:effectLst/>
        </p:spPr>
        <p:txBody>
          <a:bodyPr vert="horz" wrap="square" lIns="93790" tIns="46895" rIns="93790" bIns="46895" numCol="1" anchor="t" anchorCtr="0" compatLnSpc="1">
            <a:prstTxWarp prst="textNoShape">
              <a:avLst/>
            </a:prstTxWarp>
          </a:bodyPr>
          <a:lstStyle>
            <a:lvl1pPr algn="r" eaLnBrk="1" hangingPunct="1">
              <a:spcBef>
                <a:spcPct val="0"/>
              </a:spcBef>
              <a:buClrTx/>
              <a:buSzTx/>
              <a:buFontTx/>
              <a:buNone/>
              <a:defRPr sz="1200" dirty="0">
                <a:latin typeface="Arial" charset="0"/>
                <a:ea typeface="+mn-ea"/>
              </a:defRPr>
            </a:lvl1pPr>
          </a:lstStyle>
          <a:p>
            <a:pPr>
              <a:defRPr/>
            </a:pPr>
            <a:endParaRPr lang="en-US"/>
          </a:p>
        </p:txBody>
      </p:sp>
      <p:sp>
        <p:nvSpPr>
          <p:cNvPr id="176132" name="Rectangle 4">
            <a:extLst>
              <a:ext uri="{FF2B5EF4-FFF2-40B4-BE49-F238E27FC236}">
                <a16:creationId xmlns:a16="http://schemas.microsoft.com/office/drawing/2014/main" id="{F0195859-3B9C-EA5A-DAC2-F772721978B9}"/>
              </a:ext>
            </a:extLst>
          </p:cNvPr>
          <p:cNvSpPr>
            <a:spLocks noGrp="1" noChangeArrowheads="1"/>
          </p:cNvSpPr>
          <p:nvPr>
            <p:ph type="ftr" sz="quarter" idx="2"/>
          </p:nvPr>
        </p:nvSpPr>
        <p:spPr bwMode="auto">
          <a:xfrm>
            <a:off x="0" y="9119030"/>
            <a:ext cx="3170357" cy="480547"/>
          </a:xfrm>
          <a:prstGeom prst="rect">
            <a:avLst/>
          </a:prstGeom>
          <a:noFill/>
          <a:ln w="9525">
            <a:noFill/>
            <a:miter lim="800000"/>
            <a:headEnd/>
            <a:tailEnd/>
          </a:ln>
          <a:effectLst/>
        </p:spPr>
        <p:txBody>
          <a:bodyPr vert="horz" wrap="square" lIns="93790" tIns="46895" rIns="93790" bIns="46895" numCol="1" anchor="b" anchorCtr="0" compatLnSpc="1">
            <a:prstTxWarp prst="textNoShape">
              <a:avLst/>
            </a:prstTxWarp>
          </a:bodyPr>
          <a:lstStyle>
            <a:lvl1pPr eaLnBrk="1" hangingPunct="1">
              <a:spcBef>
                <a:spcPct val="0"/>
              </a:spcBef>
              <a:buClrTx/>
              <a:buSzTx/>
              <a:buFontTx/>
              <a:buNone/>
              <a:defRPr sz="1200" dirty="0">
                <a:latin typeface="Arial" charset="0"/>
                <a:ea typeface="+mn-ea"/>
              </a:defRPr>
            </a:lvl1pPr>
          </a:lstStyle>
          <a:p>
            <a:pPr>
              <a:defRPr/>
            </a:pPr>
            <a:endParaRPr lang="en-US"/>
          </a:p>
        </p:txBody>
      </p:sp>
      <p:sp>
        <p:nvSpPr>
          <p:cNvPr id="176133" name="Rectangle 5">
            <a:extLst>
              <a:ext uri="{FF2B5EF4-FFF2-40B4-BE49-F238E27FC236}">
                <a16:creationId xmlns:a16="http://schemas.microsoft.com/office/drawing/2014/main" id="{B8E62657-3ACA-464B-2D2E-4F1C967F22F3}"/>
              </a:ext>
            </a:extLst>
          </p:cNvPr>
          <p:cNvSpPr>
            <a:spLocks noGrp="1" noChangeArrowheads="1"/>
          </p:cNvSpPr>
          <p:nvPr>
            <p:ph type="sldNum" sz="quarter" idx="3"/>
          </p:nvPr>
        </p:nvSpPr>
        <p:spPr bwMode="auto">
          <a:xfrm>
            <a:off x="4143209" y="9119030"/>
            <a:ext cx="3170357" cy="480547"/>
          </a:xfrm>
          <a:prstGeom prst="rect">
            <a:avLst/>
          </a:prstGeom>
          <a:noFill/>
          <a:ln w="9525">
            <a:noFill/>
            <a:miter lim="800000"/>
            <a:headEnd/>
            <a:tailEnd/>
          </a:ln>
          <a:effectLst/>
        </p:spPr>
        <p:txBody>
          <a:bodyPr vert="horz" wrap="square" lIns="93790" tIns="46895" rIns="93790" bIns="46895" numCol="1" anchor="b" anchorCtr="0" compatLnSpc="1">
            <a:prstTxWarp prst="textNoShape">
              <a:avLst/>
            </a:prstTxWarp>
          </a:bodyPr>
          <a:lstStyle>
            <a:lvl1pPr algn="r" eaLnBrk="1" hangingPunct="1">
              <a:spcBef>
                <a:spcPct val="0"/>
              </a:spcBef>
              <a:buClrTx/>
              <a:buSzTx/>
              <a:buFontTx/>
              <a:buNone/>
              <a:defRPr sz="1200"/>
            </a:lvl1pPr>
          </a:lstStyle>
          <a:p>
            <a:fld id="{1AA94293-E3C3-4E54-B9F5-BDD568EB9DE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7B0EA7D-2BA2-8120-5ABC-58CDE72589F4}"/>
              </a:ext>
            </a:extLst>
          </p:cNvPr>
          <p:cNvSpPr>
            <a:spLocks noGrp="1" noChangeArrowheads="1"/>
          </p:cNvSpPr>
          <p:nvPr>
            <p:ph type="hdr" sz="quarter"/>
          </p:nvPr>
        </p:nvSpPr>
        <p:spPr bwMode="auto">
          <a:xfrm>
            <a:off x="0" y="0"/>
            <a:ext cx="3170357" cy="480547"/>
          </a:xfrm>
          <a:prstGeom prst="rect">
            <a:avLst/>
          </a:prstGeom>
          <a:noFill/>
          <a:ln w="9525">
            <a:noFill/>
            <a:miter lim="800000"/>
            <a:headEnd/>
            <a:tailEnd/>
          </a:ln>
          <a:effectLst/>
        </p:spPr>
        <p:txBody>
          <a:bodyPr vert="horz" wrap="square" lIns="96651" tIns="48325" rIns="96651" bIns="48325" numCol="1" anchor="t" anchorCtr="0" compatLnSpc="1">
            <a:prstTxWarp prst="textNoShape">
              <a:avLst/>
            </a:prstTxWarp>
          </a:bodyPr>
          <a:lstStyle>
            <a:lvl1pPr defTabSz="967209" eaLnBrk="1" hangingPunct="1">
              <a:spcBef>
                <a:spcPct val="0"/>
              </a:spcBef>
              <a:buClrTx/>
              <a:buSzTx/>
              <a:buFontTx/>
              <a:buNone/>
              <a:defRPr sz="1200" dirty="0">
                <a:latin typeface="Arial" charset="0"/>
                <a:ea typeface="+mn-ea"/>
              </a:defRPr>
            </a:lvl1pPr>
          </a:lstStyle>
          <a:p>
            <a:pPr>
              <a:defRPr/>
            </a:pPr>
            <a:endParaRPr lang="en-US"/>
          </a:p>
        </p:txBody>
      </p:sp>
      <p:sp>
        <p:nvSpPr>
          <p:cNvPr id="52227" name="Rectangle 3">
            <a:extLst>
              <a:ext uri="{FF2B5EF4-FFF2-40B4-BE49-F238E27FC236}">
                <a16:creationId xmlns:a16="http://schemas.microsoft.com/office/drawing/2014/main" id="{9C10E525-0B9B-E215-412D-1BFB60849A0F}"/>
              </a:ext>
            </a:extLst>
          </p:cNvPr>
          <p:cNvSpPr>
            <a:spLocks noGrp="1" noChangeArrowheads="1"/>
          </p:cNvSpPr>
          <p:nvPr>
            <p:ph type="dt" idx="1"/>
          </p:nvPr>
        </p:nvSpPr>
        <p:spPr bwMode="auto">
          <a:xfrm>
            <a:off x="4143209" y="0"/>
            <a:ext cx="3170357" cy="480547"/>
          </a:xfrm>
          <a:prstGeom prst="rect">
            <a:avLst/>
          </a:prstGeom>
          <a:noFill/>
          <a:ln w="9525">
            <a:noFill/>
            <a:miter lim="800000"/>
            <a:headEnd/>
            <a:tailEnd/>
          </a:ln>
          <a:effectLst/>
        </p:spPr>
        <p:txBody>
          <a:bodyPr vert="horz" wrap="square" lIns="96651" tIns="48325" rIns="96651" bIns="48325" numCol="1" anchor="t" anchorCtr="0" compatLnSpc="1">
            <a:prstTxWarp prst="textNoShape">
              <a:avLst/>
            </a:prstTxWarp>
          </a:bodyPr>
          <a:lstStyle>
            <a:lvl1pPr algn="r" defTabSz="967209" eaLnBrk="1" hangingPunct="1">
              <a:spcBef>
                <a:spcPct val="0"/>
              </a:spcBef>
              <a:buClrTx/>
              <a:buSzTx/>
              <a:buFontTx/>
              <a:buNone/>
              <a:defRPr sz="1200" dirty="0">
                <a:latin typeface="Arial" charset="0"/>
                <a:ea typeface="+mn-ea"/>
              </a:defRPr>
            </a:lvl1pPr>
          </a:lstStyle>
          <a:p>
            <a:pPr>
              <a:defRPr/>
            </a:pPr>
            <a:endParaRPr lang="en-US"/>
          </a:p>
        </p:txBody>
      </p:sp>
      <p:sp>
        <p:nvSpPr>
          <p:cNvPr id="53252" name="Rectangle 4">
            <a:extLst>
              <a:ext uri="{FF2B5EF4-FFF2-40B4-BE49-F238E27FC236}">
                <a16:creationId xmlns:a16="http://schemas.microsoft.com/office/drawing/2014/main" id="{D0C47E53-5BA5-1AAE-751E-1F2FCB50DCDC}"/>
              </a:ext>
            </a:extLst>
          </p:cNvPr>
          <p:cNvSpPr>
            <a:spLocks noGrp="1" noRot="1" noChangeAspect="1" noChangeArrowheads="1" noTextEdit="1"/>
          </p:cNvSpPr>
          <p:nvPr>
            <p:ph type="sldImg" idx="2"/>
          </p:nvPr>
        </p:nvSpPr>
        <p:spPr bwMode="auto">
          <a:xfrm>
            <a:off x="458788" y="720725"/>
            <a:ext cx="6397625"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9" name="Rectangle 5">
            <a:extLst>
              <a:ext uri="{FF2B5EF4-FFF2-40B4-BE49-F238E27FC236}">
                <a16:creationId xmlns:a16="http://schemas.microsoft.com/office/drawing/2014/main" id="{AC9F7E04-E094-DF99-87DE-5755394A5A32}"/>
              </a:ext>
            </a:extLst>
          </p:cNvPr>
          <p:cNvSpPr>
            <a:spLocks noGrp="1" noChangeArrowheads="1"/>
          </p:cNvSpPr>
          <p:nvPr>
            <p:ph type="body" sz="quarter" idx="3"/>
          </p:nvPr>
        </p:nvSpPr>
        <p:spPr bwMode="auto">
          <a:xfrm>
            <a:off x="730867" y="4560328"/>
            <a:ext cx="5853468" cy="4320052"/>
          </a:xfrm>
          <a:prstGeom prst="rect">
            <a:avLst/>
          </a:prstGeom>
          <a:noFill/>
          <a:ln w="9525">
            <a:noFill/>
            <a:miter lim="800000"/>
            <a:headEnd/>
            <a:tailEnd/>
          </a:ln>
          <a:effectLst/>
        </p:spPr>
        <p:txBody>
          <a:bodyPr vert="horz" wrap="square" lIns="96651" tIns="48325" rIns="96651" bIns="483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2230" name="Rectangle 6">
            <a:extLst>
              <a:ext uri="{FF2B5EF4-FFF2-40B4-BE49-F238E27FC236}">
                <a16:creationId xmlns:a16="http://schemas.microsoft.com/office/drawing/2014/main" id="{B63EB7C0-6B53-7D30-2E9B-C6D99EA8D4D6}"/>
              </a:ext>
            </a:extLst>
          </p:cNvPr>
          <p:cNvSpPr>
            <a:spLocks noGrp="1" noChangeArrowheads="1"/>
          </p:cNvSpPr>
          <p:nvPr>
            <p:ph type="ftr" sz="quarter" idx="4"/>
          </p:nvPr>
        </p:nvSpPr>
        <p:spPr bwMode="auto">
          <a:xfrm>
            <a:off x="0" y="9119030"/>
            <a:ext cx="3170357" cy="480547"/>
          </a:xfrm>
          <a:prstGeom prst="rect">
            <a:avLst/>
          </a:prstGeom>
          <a:noFill/>
          <a:ln w="9525">
            <a:noFill/>
            <a:miter lim="800000"/>
            <a:headEnd/>
            <a:tailEnd/>
          </a:ln>
          <a:effectLst/>
        </p:spPr>
        <p:txBody>
          <a:bodyPr vert="horz" wrap="square" lIns="96651" tIns="48325" rIns="96651" bIns="48325" numCol="1" anchor="b" anchorCtr="0" compatLnSpc="1">
            <a:prstTxWarp prst="textNoShape">
              <a:avLst/>
            </a:prstTxWarp>
          </a:bodyPr>
          <a:lstStyle>
            <a:lvl1pPr defTabSz="967209" eaLnBrk="1" hangingPunct="1">
              <a:spcBef>
                <a:spcPct val="0"/>
              </a:spcBef>
              <a:buClrTx/>
              <a:buSzTx/>
              <a:buFontTx/>
              <a:buNone/>
              <a:defRPr sz="1200" dirty="0">
                <a:latin typeface="Arial" charset="0"/>
                <a:ea typeface="+mn-ea"/>
              </a:defRPr>
            </a:lvl1pPr>
          </a:lstStyle>
          <a:p>
            <a:pPr>
              <a:defRPr/>
            </a:pPr>
            <a:endParaRPr lang="en-US"/>
          </a:p>
        </p:txBody>
      </p:sp>
      <p:sp>
        <p:nvSpPr>
          <p:cNvPr id="52231" name="Rectangle 7">
            <a:extLst>
              <a:ext uri="{FF2B5EF4-FFF2-40B4-BE49-F238E27FC236}">
                <a16:creationId xmlns:a16="http://schemas.microsoft.com/office/drawing/2014/main" id="{93E52514-5308-A2CB-4759-555ACCF9884F}"/>
              </a:ext>
            </a:extLst>
          </p:cNvPr>
          <p:cNvSpPr>
            <a:spLocks noGrp="1" noChangeArrowheads="1"/>
          </p:cNvSpPr>
          <p:nvPr>
            <p:ph type="sldNum" sz="quarter" idx="5"/>
          </p:nvPr>
        </p:nvSpPr>
        <p:spPr bwMode="auto">
          <a:xfrm>
            <a:off x="4143209" y="9119030"/>
            <a:ext cx="3170357" cy="480547"/>
          </a:xfrm>
          <a:prstGeom prst="rect">
            <a:avLst/>
          </a:prstGeom>
          <a:noFill/>
          <a:ln w="9525">
            <a:noFill/>
            <a:miter lim="800000"/>
            <a:headEnd/>
            <a:tailEnd/>
          </a:ln>
          <a:effectLst/>
        </p:spPr>
        <p:txBody>
          <a:bodyPr vert="horz" wrap="square" lIns="96651" tIns="48325" rIns="96651" bIns="48325" numCol="1" anchor="b" anchorCtr="0" compatLnSpc="1">
            <a:prstTxWarp prst="textNoShape">
              <a:avLst/>
            </a:prstTxWarp>
          </a:bodyPr>
          <a:lstStyle>
            <a:lvl1pPr algn="r" defTabSz="967209" eaLnBrk="1" hangingPunct="1">
              <a:spcBef>
                <a:spcPct val="0"/>
              </a:spcBef>
              <a:buClrTx/>
              <a:buSzTx/>
              <a:buFontTx/>
              <a:buNone/>
              <a:defRPr sz="1200"/>
            </a:lvl1pPr>
          </a:lstStyle>
          <a:p>
            <a:fld id="{8A144A25-5569-4442-A77C-2A296DF0D21C}"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3BD0B5F7-2B7A-DA2F-7070-6EF7799975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62044" indent="-293094">
              <a:defRPr sz="1400">
                <a:solidFill>
                  <a:schemeClr val="tx1"/>
                </a:solidFill>
                <a:latin typeface="Arial" panose="020B0604020202020204" pitchFamily="34" charset="0"/>
                <a:ea typeface="ＭＳ Ｐゴシック" panose="020B0600070205080204" pitchFamily="34" charset="-128"/>
              </a:defRPr>
            </a:lvl2pPr>
            <a:lvl3pPr marL="1172375" indent="-234475">
              <a:defRPr sz="1400">
                <a:solidFill>
                  <a:schemeClr val="tx1"/>
                </a:solidFill>
                <a:latin typeface="Arial" panose="020B0604020202020204" pitchFamily="34" charset="0"/>
                <a:ea typeface="ＭＳ Ｐゴシック" panose="020B0600070205080204" pitchFamily="34" charset="-128"/>
              </a:defRPr>
            </a:lvl3pPr>
            <a:lvl4pPr marL="1641325" indent="-234475">
              <a:defRPr sz="1400">
                <a:solidFill>
                  <a:schemeClr val="tx1"/>
                </a:solidFill>
                <a:latin typeface="Arial" panose="020B0604020202020204" pitchFamily="34" charset="0"/>
                <a:ea typeface="ＭＳ Ｐゴシック" panose="020B0600070205080204" pitchFamily="34" charset="-128"/>
              </a:defRPr>
            </a:lvl4pPr>
            <a:lvl5pPr marL="2110275" indent="-234475">
              <a:defRPr sz="1400">
                <a:solidFill>
                  <a:schemeClr val="tx1"/>
                </a:solidFill>
                <a:latin typeface="Arial" panose="020B0604020202020204" pitchFamily="34" charset="0"/>
                <a:ea typeface="ＭＳ Ｐゴシック" panose="020B0600070205080204" pitchFamily="34" charset="-128"/>
              </a:defRPr>
            </a:lvl5pPr>
            <a:lvl6pPr marL="2579225" indent="-23447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3048175" indent="-23447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517125" indent="-23447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986075" indent="-23447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35C4C7B-183C-403B-84D5-321BC85875A1}"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16387" name="Rectangle 2">
            <a:extLst>
              <a:ext uri="{FF2B5EF4-FFF2-40B4-BE49-F238E27FC236}">
                <a16:creationId xmlns:a16="http://schemas.microsoft.com/office/drawing/2014/main" id="{DF4AD010-AA0B-CF86-F1F1-8CF3B11AFC63}"/>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BCAB0135-16F3-2242-1C12-4813333113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4991CFF-1925-B2DC-0C79-EFA4CA20EA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209">
              <a:defRPr sz="2900">
                <a:solidFill>
                  <a:schemeClr val="tx1"/>
                </a:solidFill>
                <a:latin typeface="Arial" panose="020B0604020202020204" pitchFamily="34" charset="0"/>
                <a:ea typeface="ＭＳ Ｐゴシック" panose="020B0600070205080204" pitchFamily="34" charset="-128"/>
              </a:defRPr>
            </a:lvl1pPr>
            <a:lvl2pPr marL="762044" indent="-293094" defTabSz="967209">
              <a:defRPr sz="2900">
                <a:solidFill>
                  <a:schemeClr val="tx1"/>
                </a:solidFill>
                <a:latin typeface="Arial" panose="020B0604020202020204" pitchFamily="34" charset="0"/>
                <a:ea typeface="ＭＳ Ｐゴシック" panose="020B0600070205080204" pitchFamily="34" charset="-128"/>
              </a:defRPr>
            </a:lvl2pPr>
            <a:lvl3pPr marL="1172375" indent="-234475" defTabSz="967209">
              <a:defRPr sz="2900">
                <a:solidFill>
                  <a:schemeClr val="tx1"/>
                </a:solidFill>
                <a:latin typeface="Arial" panose="020B0604020202020204" pitchFamily="34" charset="0"/>
                <a:ea typeface="ＭＳ Ｐゴシック" panose="020B0600070205080204" pitchFamily="34" charset="-128"/>
              </a:defRPr>
            </a:lvl3pPr>
            <a:lvl4pPr marL="1641325" indent="-234475" defTabSz="967209">
              <a:defRPr sz="2900">
                <a:solidFill>
                  <a:schemeClr val="tx1"/>
                </a:solidFill>
                <a:latin typeface="Arial" panose="020B0604020202020204" pitchFamily="34" charset="0"/>
                <a:ea typeface="ＭＳ Ｐゴシック" panose="020B0600070205080204" pitchFamily="34" charset="-128"/>
              </a:defRPr>
            </a:lvl4pPr>
            <a:lvl5pPr marL="2110275" indent="-234475" defTabSz="967209">
              <a:defRPr sz="2900">
                <a:solidFill>
                  <a:schemeClr val="tx1"/>
                </a:solidFill>
                <a:latin typeface="Arial" panose="020B0604020202020204" pitchFamily="34" charset="0"/>
                <a:ea typeface="ＭＳ Ｐゴシック" panose="020B0600070205080204" pitchFamily="34" charset="-128"/>
              </a:defRPr>
            </a:lvl5pPr>
            <a:lvl6pPr marL="2579225" indent="-234475" defTabSz="967209" eaLnBrk="0" fontAlgn="base" hangingPunct="0">
              <a:spcBef>
                <a:spcPct val="20000"/>
              </a:spcBef>
              <a:spcAft>
                <a:spcPct val="0"/>
              </a:spcAft>
              <a:buClr>
                <a:srgbClr val="FF6600"/>
              </a:buClr>
              <a:buSzPct val="75000"/>
              <a:buFont typeface="Monotype Sorts" charset="2"/>
              <a:buChar char="l"/>
              <a:defRPr sz="2900">
                <a:solidFill>
                  <a:schemeClr val="tx1"/>
                </a:solidFill>
                <a:latin typeface="Arial" panose="020B0604020202020204" pitchFamily="34" charset="0"/>
                <a:ea typeface="ＭＳ Ｐゴシック" panose="020B0600070205080204" pitchFamily="34" charset="-128"/>
              </a:defRPr>
            </a:lvl6pPr>
            <a:lvl7pPr marL="3048175" indent="-234475" defTabSz="967209" eaLnBrk="0" fontAlgn="base" hangingPunct="0">
              <a:spcBef>
                <a:spcPct val="20000"/>
              </a:spcBef>
              <a:spcAft>
                <a:spcPct val="0"/>
              </a:spcAft>
              <a:buClr>
                <a:srgbClr val="FF6600"/>
              </a:buClr>
              <a:buSzPct val="75000"/>
              <a:buFont typeface="Monotype Sorts" charset="2"/>
              <a:buChar char="l"/>
              <a:defRPr sz="2900">
                <a:solidFill>
                  <a:schemeClr val="tx1"/>
                </a:solidFill>
                <a:latin typeface="Arial" panose="020B0604020202020204" pitchFamily="34" charset="0"/>
                <a:ea typeface="ＭＳ Ｐゴシック" panose="020B0600070205080204" pitchFamily="34" charset="-128"/>
              </a:defRPr>
            </a:lvl7pPr>
            <a:lvl8pPr marL="3517125" indent="-234475" defTabSz="967209" eaLnBrk="0" fontAlgn="base" hangingPunct="0">
              <a:spcBef>
                <a:spcPct val="20000"/>
              </a:spcBef>
              <a:spcAft>
                <a:spcPct val="0"/>
              </a:spcAft>
              <a:buClr>
                <a:srgbClr val="FF6600"/>
              </a:buClr>
              <a:buSzPct val="75000"/>
              <a:buFont typeface="Monotype Sorts" charset="2"/>
              <a:buChar char="l"/>
              <a:defRPr sz="2900">
                <a:solidFill>
                  <a:schemeClr val="tx1"/>
                </a:solidFill>
                <a:latin typeface="Arial" panose="020B0604020202020204" pitchFamily="34" charset="0"/>
                <a:ea typeface="ＭＳ Ｐゴシック" panose="020B0600070205080204" pitchFamily="34" charset="-128"/>
              </a:defRPr>
            </a:lvl8pPr>
            <a:lvl9pPr marL="3986075" indent="-234475" defTabSz="967209" eaLnBrk="0" fontAlgn="base" hangingPunct="0">
              <a:spcBef>
                <a:spcPct val="20000"/>
              </a:spcBef>
              <a:spcAft>
                <a:spcPct val="0"/>
              </a:spcAft>
              <a:buClr>
                <a:srgbClr val="FF6600"/>
              </a:buClr>
              <a:buSzPct val="75000"/>
              <a:buFont typeface="Monotype Sorts" charset="2"/>
              <a:buChar char="l"/>
              <a:defRPr sz="2900">
                <a:solidFill>
                  <a:schemeClr val="tx1"/>
                </a:solidFill>
                <a:latin typeface="Arial" panose="020B0604020202020204" pitchFamily="34" charset="0"/>
                <a:ea typeface="ＭＳ Ｐゴシック" panose="020B0600070205080204" pitchFamily="34" charset="-128"/>
              </a:defRPr>
            </a:lvl9pPr>
          </a:lstStyle>
          <a:p>
            <a:fld id="{68FBE478-A0BF-42B8-A0DC-3DB0C1A712F1}" type="slidenum">
              <a:rPr lang="en-US" altLang="en-US" sz="1200"/>
              <a:pPr/>
              <a:t>3</a:t>
            </a:fld>
            <a:endParaRPr lang="en-US" altLang="en-US" sz="1200"/>
          </a:p>
        </p:txBody>
      </p:sp>
      <p:sp>
        <p:nvSpPr>
          <p:cNvPr id="55299" name="Rectangle 2">
            <a:extLst>
              <a:ext uri="{FF2B5EF4-FFF2-40B4-BE49-F238E27FC236}">
                <a16:creationId xmlns:a16="http://schemas.microsoft.com/office/drawing/2014/main" id="{D89EA09E-FDE6-9DE3-FDF9-7CA57728B97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48AFACFC-483F-60C7-7B04-AE823E11C4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964BB1-7357-BCBC-C333-4CA5E7116E2E}"/>
              </a:ext>
            </a:extLst>
          </p:cNvPr>
          <p:cNvSpPr/>
          <p:nvPr userDrawn="1"/>
        </p:nvSpPr>
        <p:spPr>
          <a:xfrm>
            <a:off x="0" y="2"/>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7" name="Title 6"/>
          <p:cNvSpPr>
            <a:spLocks noGrp="1"/>
          </p:cNvSpPr>
          <p:nvPr>
            <p:ph type="title"/>
          </p:nvPr>
        </p:nvSpPr>
        <p:spPr>
          <a:xfrm>
            <a:off x="741219" y="3243266"/>
            <a:ext cx="10515600" cy="1325563"/>
          </a:xfrm>
          <a:prstGeom prst="rect">
            <a:avLst/>
          </a:prstGeom>
        </p:spPr>
        <p:txBody>
          <a:bodyPr/>
          <a:lstStyle>
            <a:lvl1pPr>
              <a:defRPr>
                <a:solidFill>
                  <a:schemeClr val="bg1"/>
                </a:solidFill>
              </a:defRPr>
            </a:lvl1pPr>
          </a:lstStyle>
          <a:p>
            <a:r>
              <a:rPr lang="en-US"/>
              <a:t>Click to edit Master title style</a:t>
            </a:r>
            <a:endParaRPr lang="en-VN"/>
          </a:p>
        </p:txBody>
      </p:sp>
      <p:sp>
        <p:nvSpPr>
          <p:cNvPr id="3" name="Date Placeholder 7">
            <a:extLst>
              <a:ext uri="{FF2B5EF4-FFF2-40B4-BE49-F238E27FC236}">
                <a16:creationId xmlns:a16="http://schemas.microsoft.com/office/drawing/2014/main" id="{EFE6BCEB-9D04-0A31-13FD-E54A7886E959}"/>
              </a:ext>
            </a:extLst>
          </p:cNvPr>
          <p:cNvSpPr>
            <a:spLocks noGrp="1"/>
          </p:cNvSpPr>
          <p:nvPr>
            <p:ph type="dt" sz="half" idx="10"/>
          </p:nvPr>
        </p:nvSpPr>
        <p:spPr>
          <a:xfrm>
            <a:off x="0" y="6538915"/>
            <a:ext cx="2743200" cy="365125"/>
          </a:xfrm>
        </p:spPr>
        <p:txBody>
          <a:bodyPr/>
          <a:lstStyle>
            <a:lvl1pPr>
              <a:defRPr sz="1000" smtClean="0">
                <a:latin typeface="+mn-lt"/>
              </a:defRPr>
            </a:lvl1pPr>
          </a:lstStyle>
          <a:p>
            <a:pPr>
              <a:buFont typeface="Monotype Sorts" charset="2"/>
              <a:buNone/>
              <a:defRPr/>
            </a:pPr>
            <a:fld id="{1CC891BA-034A-48B1-A882-E2BBAA86CE85}" type="datetime1">
              <a:rPr lang="en-US" smtClean="0"/>
              <a:t>3/25/2024</a:t>
            </a:fld>
            <a:endParaRPr lang="en-US" dirty="0"/>
          </a:p>
        </p:txBody>
      </p:sp>
      <p:sp>
        <p:nvSpPr>
          <p:cNvPr id="4" name="Slide Number Placeholder 11">
            <a:extLst>
              <a:ext uri="{FF2B5EF4-FFF2-40B4-BE49-F238E27FC236}">
                <a16:creationId xmlns:a16="http://schemas.microsoft.com/office/drawing/2014/main" id="{21C2B440-578D-B562-B0A6-B54BDB743A02}"/>
              </a:ext>
            </a:extLst>
          </p:cNvPr>
          <p:cNvSpPr>
            <a:spLocks noGrp="1"/>
          </p:cNvSpPr>
          <p:nvPr>
            <p:ph type="sldNum" sz="quarter" idx="11"/>
          </p:nvPr>
        </p:nvSpPr>
        <p:spPr>
          <a:xfrm>
            <a:off x="9448800" y="6538915"/>
            <a:ext cx="2743200" cy="365125"/>
          </a:xfrm>
        </p:spPr>
        <p:txBody>
          <a:bodyPr/>
          <a:lstStyle>
            <a:lvl1pPr>
              <a:defRPr sz="1000">
                <a:solidFill>
                  <a:prstClr val="white"/>
                </a:solidFill>
                <a:latin typeface="+mn-lt"/>
              </a:defRPr>
            </a:lvl1pPr>
          </a:lstStyle>
          <a:p>
            <a:pPr>
              <a:buFont typeface="Monotype Sorts" charset="2"/>
              <a:buNone/>
              <a:defRPr/>
            </a:pPr>
            <a:fld id="{775A0816-9807-4CA3-A3C5-68577B5C9559}"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AABBDFAC-3ABC-7AF1-C80F-B9A80EC5DAE2}"/>
              </a:ext>
            </a:extLst>
          </p:cNvPr>
          <p:cNvSpPr>
            <a:spLocks noGrp="1" noChangeArrowheads="1"/>
          </p:cNvSpPr>
          <p:nvPr>
            <p:ph type="ftr" sz="quarter" idx="12"/>
          </p:nvPr>
        </p:nvSpPr>
        <p:spPr/>
        <p:txBody>
          <a:bodyPr/>
          <a:lstStyle>
            <a:lvl1pPr>
              <a:defRPr sz="1000">
                <a:latin typeface="+mn-lt"/>
              </a:defRPr>
            </a:lvl1pPr>
          </a:lstStyle>
          <a:p>
            <a:pPr>
              <a:buFont typeface="Monotype Sorts" charset="2"/>
              <a:buNone/>
              <a:defRPr/>
            </a:pPr>
            <a:r>
              <a:rPr lang="en-US" dirty="0"/>
              <a:t>UFCFFS-30-1– Foundations of Computing</a:t>
            </a:r>
          </a:p>
        </p:txBody>
      </p:sp>
    </p:spTree>
    <p:extLst>
      <p:ext uri="{BB962C8B-B14F-4D97-AF65-F5344CB8AC3E}">
        <p14:creationId xmlns:p14="http://schemas.microsoft.com/office/powerpoint/2010/main" val="415709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1A55295-5DC2-C569-6312-199AFA24EE07}"/>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13" name="Title 1"/>
          <p:cNvSpPr>
            <a:spLocks noGrp="1"/>
          </p:cNvSpPr>
          <p:nvPr>
            <p:ph type="title"/>
          </p:nvPr>
        </p:nvSpPr>
        <p:spPr>
          <a:xfrm>
            <a:off x="482252" y="277964"/>
            <a:ext cx="7928429" cy="553289"/>
          </a:xfrm>
          <a:prstGeom prst="rect">
            <a:avLst/>
          </a:prstGeom>
        </p:spPr>
        <p:txBody>
          <a:bodyPr>
            <a:normAutofit/>
          </a:bodyPr>
          <a:lstStyle>
            <a:lvl1pPr>
              <a:defRPr sz="1856" b="1" baseline="0">
                <a:solidFill>
                  <a:srgbClr val="22377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7729624-F3B5-070E-14EF-70CC1B484925}"/>
              </a:ext>
            </a:extLst>
          </p:cNvPr>
          <p:cNvSpPr>
            <a:spLocks noGrp="1"/>
          </p:cNvSpPr>
          <p:nvPr>
            <p:ph type="dt" sz="half" idx="10"/>
          </p:nvPr>
        </p:nvSpPr>
        <p:spPr>
          <a:xfrm>
            <a:off x="0" y="6580188"/>
            <a:ext cx="2743200" cy="277812"/>
          </a:xfrm>
        </p:spPr>
        <p:txBody>
          <a:bodyPr/>
          <a:lstStyle>
            <a:lvl1pPr>
              <a:defRPr smtClean="0"/>
            </a:lvl1pPr>
          </a:lstStyle>
          <a:p>
            <a:pPr>
              <a:buFont typeface="Monotype Sorts" charset="2"/>
              <a:buNone/>
              <a:defRPr/>
            </a:pPr>
            <a:fld id="{2E154125-4608-497B-949A-2E386C1F812E}" type="datetime1">
              <a:rPr lang="en-US" smtClean="0"/>
              <a:t>3/25/2024</a:t>
            </a:fld>
            <a:endParaRPr lang="en-US" dirty="0"/>
          </a:p>
        </p:txBody>
      </p:sp>
      <p:sp>
        <p:nvSpPr>
          <p:cNvPr id="5" name="Slide Number Placeholder 5">
            <a:extLst>
              <a:ext uri="{FF2B5EF4-FFF2-40B4-BE49-F238E27FC236}">
                <a16:creationId xmlns:a16="http://schemas.microsoft.com/office/drawing/2014/main" id="{C685519A-3558-75C9-7D9D-2CD34FE8601A}"/>
              </a:ext>
            </a:extLst>
          </p:cNvPr>
          <p:cNvSpPr>
            <a:spLocks noGrp="1"/>
          </p:cNvSpPr>
          <p:nvPr>
            <p:ph type="sldNum" sz="quarter" idx="11"/>
          </p:nvPr>
        </p:nvSpPr>
        <p:spPr>
          <a:xfrm>
            <a:off x="9412288" y="6623050"/>
            <a:ext cx="2743200" cy="234950"/>
          </a:xfrm>
        </p:spPr>
        <p:txBody>
          <a:bodyPr/>
          <a:lstStyle>
            <a:lvl1pPr>
              <a:defRPr/>
            </a:lvl1pPr>
          </a:lstStyle>
          <a:p>
            <a:pPr>
              <a:buFont typeface="Monotype Sorts" charset="2"/>
              <a:buNone/>
              <a:defRPr/>
            </a:pPr>
            <a:fld id="{3668E2E4-C289-40FA-803B-52DC86338CE3}"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3678CD4D-49EF-4866-C3F2-B2A61D010B34}"/>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UFCFFS-30-1– Foundations of Computing</a:t>
            </a:r>
          </a:p>
        </p:txBody>
      </p:sp>
      <p:pic>
        <p:nvPicPr>
          <p:cNvPr id="7" name="Picture 2" descr="Image result for uwe bristol logo">
            <a:extLst>
              <a:ext uri="{FF2B5EF4-FFF2-40B4-BE49-F238E27FC236}">
                <a16:creationId xmlns:a16="http://schemas.microsoft.com/office/drawing/2014/main" id="{0215B41E-72B5-D655-7127-58FC169525D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857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E98A4D7-51AA-2B15-3D26-501BAE3FD3F8}"/>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7" name="Title 6"/>
          <p:cNvSpPr>
            <a:spLocks noGrp="1"/>
          </p:cNvSpPr>
          <p:nvPr>
            <p:ph type="title"/>
          </p:nvPr>
        </p:nvSpPr>
        <p:spPr>
          <a:xfrm>
            <a:off x="487476" y="2949388"/>
            <a:ext cx="10515600" cy="1325563"/>
          </a:xfrm>
          <a:prstGeom prst="rect">
            <a:avLst/>
          </a:prstGeom>
        </p:spPr>
        <p:txBody>
          <a:bodyPr/>
          <a:lstStyle>
            <a:lvl1pPr>
              <a:defRPr sz="3375"/>
            </a:lvl1pPr>
          </a:lstStyle>
          <a:p>
            <a:r>
              <a:rPr lang="en-US"/>
              <a:t>Click to edit Master title style</a:t>
            </a:r>
            <a:endParaRPr lang="en-VN"/>
          </a:p>
        </p:txBody>
      </p:sp>
      <p:sp>
        <p:nvSpPr>
          <p:cNvPr id="4" name="Date Placeholder 3">
            <a:extLst>
              <a:ext uri="{FF2B5EF4-FFF2-40B4-BE49-F238E27FC236}">
                <a16:creationId xmlns:a16="http://schemas.microsoft.com/office/drawing/2014/main" id="{AC24508C-232F-8AA0-F1C6-36CFF9ACCA6D}"/>
              </a:ext>
            </a:extLst>
          </p:cNvPr>
          <p:cNvSpPr>
            <a:spLocks noGrp="1"/>
          </p:cNvSpPr>
          <p:nvPr>
            <p:ph type="dt" sz="half" idx="10"/>
          </p:nvPr>
        </p:nvSpPr>
        <p:spPr>
          <a:xfrm>
            <a:off x="0" y="6592890"/>
            <a:ext cx="2743200" cy="268287"/>
          </a:xfrm>
        </p:spPr>
        <p:txBody>
          <a:bodyPr/>
          <a:lstStyle>
            <a:lvl1pPr>
              <a:defRPr smtClean="0"/>
            </a:lvl1pPr>
          </a:lstStyle>
          <a:p>
            <a:pPr>
              <a:buFont typeface="Monotype Sorts" charset="2"/>
              <a:buNone/>
              <a:defRPr/>
            </a:pPr>
            <a:fld id="{E3C475DF-DA5F-4E91-A4D4-E6CD91339370}" type="datetime1">
              <a:rPr lang="en-US" smtClean="0"/>
              <a:t>3/25/2024</a:t>
            </a:fld>
            <a:endParaRPr lang="en-US" dirty="0"/>
          </a:p>
        </p:txBody>
      </p:sp>
      <p:sp>
        <p:nvSpPr>
          <p:cNvPr id="5" name="Slide Number Placeholder 5">
            <a:extLst>
              <a:ext uri="{FF2B5EF4-FFF2-40B4-BE49-F238E27FC236}">
                <a16:creationId xmlns:a16="http://schemas.microsoft.com/office/drawing/2014/main" id="{5E118D7B-5BE4-D162-C63C-02493336AEA7}"/>
              </a:ext>
            </a:extLst>
          </p:cNvPr>
          <p:cNvSpPr>
            <a:spLocks noGrp="1"/>
          </p:cNvSpPr>
          <p:nvPr>
            <p:ph type="sldNum" sz="quarter" idx="11"/>
          </p:nvPr>
        </p:nvSpPr>
        <p:spPr>
          <a:xfrm>
            <a:off x="9366251" y="6589715"/>
            <a:ext cx="2743200" cy="314325"/>
          </a:xfrm>
        </p:spPr>
        <p:txBody>
          <a:bodyPr/>
          <a:lstStyle>
            <a:lvl1pPr>
              <a:defRPr sz="1000"/>
            </a:lvl1pPr>
          </a:lstStyle>
          <a:p>
            <a:pPr>
              <a:buFont typeface="Monotype Sorts" charset="2"/>
              <a:buNone/>
              <a:defRPr/>
            </a:pPr>
            <a:fld id="{F9126DDB-45DE-4D72-94FB-1E2D565E80AF}"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38007CFB-2610-ACA1-B2EA-E3DDAC766C94}"/>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UFCFFS-30-1– Foundations of Computing</a:t>
            </a:r>
          </a:p>
        </p:txBody>
      </p:sp>
      <p:pic>
        <p:nvPicPr>
          <p:cNvPr id="8" name="Picture 2" descr="Image result for uwe bristol logo">
            <a:extLst>
              <a:ext uri="{FF2B5EF4-FFF2-40B4-BE49-F238E27FC236}">
                <a16:creationId xmlns:a16="http://schemas.microsoft.com/office/drawing/2014/main" id="{916E3C2A-0A31-00FE-ECF8-1672CFF3752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94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858F73B4-3EA4-F35A-3D60-2923D5658ED7}"/>
              </a:ext>
            </a:extLst>
          </p:cNvPr>
          <p:cNvSpPr/>
          <p:nvPr userDrawn="1"/>
        </p:nvSpPr>
        <p:spPr>
          <a:xfrm>
            <a:off x="311261"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12" name="Title 1"/>
          <p:cNvSpPr>
            <a:spLocks noGrp="1"/>
          </p:cNvSpPr>
          <p:nvPr>
            <p:ph type="title"/>
          </p:nvPr>
        </p:nvSpPr>
        <p:spPr>
          <a:xfrm>
            <a:off x="340859" y="243492"/>
            <a:ext cx="8061101" cy="553289"/>
          </a:xfrm>
          <a:prstGeom prst="rect">
            <a:avLst/>
          </a:prstGeom>
        </p:spPr>
        <p:txBody>
          <a:bodyPr>
            <a:normAutofit/>
          </a:bodyPr>
          <a:lstStyle>
            <a:lvl1pPr>
              <a:defRPr sz="1856" b="1" baseline="0">
                <a:solidFill>
                  <a:srgbClr val="223771"/>
                </a:solidFill>
              </a:defRPr>
            </a:lvl1pPr>
          </a:lstStyle>
          <a:p>
            <a:r>
              <a:rPr lang="en-US"/>
              <a:t>Click to edit Master title style</a:t>
            </a:r>
          </a:p>
        </p:txBody>
      </p:sp>
      <p:sp>
        <p:nvSpPr>
          <p:cNvPr id="13" name="Content Placeholder 12"/>
          <p:cNvSpPr>
            <a:spLocks noGrp="1"/>
          </p:cNvSpPr>
          <p:nvPr>
            <p:ph sz="quarter" idx="13"/>
          </p:nvPr>
        </p:nvSpPr>
        <p:spPr>
          <a:xfrm>
            <a:off x="309221" y="1169083"/>
            <a:ext cx="11551617" cy="4954133"/>
          </a:xfrm>
          <a:prstGeom prst="rect">
            <a:avLst/>
          </a:prstGeom>
        </p:spPr>
        <p:txBody>
          <a:bodyPr/>
          <a:lstStyle>
            <a:lvl1pPr>
              <a:defRPr sz="2400"/>
            </a:lvl1pPr>
            <a:lvl2pPr>
              <a:defRPr sz="2800"/>
            </a:lvl2pPr>
            <a:lvl3pPr>
              <a:defRPr sz="18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4" name="Date Placeholder 3">
            <a:extLst>
              <a:ext uri="{FF2B5EF4-FFF2-40B4-BE49-F238E27FC236}">
                <a16:creationId xmlns:a16="http://schemas.microsoft.com/office/drawing/2014/main" id="{925778A0-1739-29FF-2284-D0326B623CD9}"/>
              </a:ext>
            </a:extLst>
          </p:cNvPr>
          <p:cNvSpPr>
            <a:spLocks noGrp="1"/>
          </p:cNvSpPr>
          <p:nvPr>
            <p:ph type="dt" sz="half" idx="14"/>
          </p:nvPr>
        </p:nvSpPr>
        <p:spPr/>
        <p:txBody>
          <a:bodyPr/>
          <a:lstStyle>
            <a:lvl1pPr>
              <a:defRPr sz="1000" smtClean="0"/>
            </a:lvl1pPr>
          </a:lstStyle>
          <a:p>
            <a:pPr>
              <a:buFont typeface="Monotype Sorts" charset="2"/>
              <a:buNone/>
              <a:defRPr/>
            </a:pPr>
            <a:fld id="{F8A5A062-5663-41D9-8D77-F88976B13B59}" type="datetime1">
              <a:rPr lang="en-US" smtClean="0"/>
              <a:t>3/25/2024</a:t>
            </a:fld>
            <a:endParaRPr lang="en-US" dirty="0"/>
          </a:p>
        </p:txBody>
      </p:sp>
      <p:sp>
        <p:nvSpPr>
          <p:cNvPr id="5" name="Slide Number Placeholder 5">
            <a:extLst>
              <a:ext uri="{FF2B5EF4-FFF2-40B4-BE49-F238E27FC236}">
                <a16:creationId xmlns:a16="http://schemas.microsoft.com/office/drawing/2014/main" id="{BDC1F769-2EA0-3B74-8A9C-9BD515A3FA5A}"/>
              </a:ext>
            </a:extLst>
          </p:cNvPr>
          <p:cNvSpPr>
            <a:spLocks noGrp="1"/>
          </p:cNvSpPr>
          <p:nvPr>
            <p:ph type="sldNum" sz="quarter" idx="15"/>
          </p:nvPr>
        </p:nvSpPr>
        <p:spPr>
          <a:xfrm>
            <a:off x="9421813" y="6600825"/>
            <a:ext cx="2743200" cy="274638"/>
          </a:xfrm>
        </p:spPr>
        <p:txBody>
          <a:bodyPr/>
          <a:lstStyle>
            <a:lvl1pPr>
              <a:defRPr sz="1000"/>
            </a:lvl1pPr>
          </a:lstStyle>
          <a:p>
            <a:pPr>
              <a:buFont typeface="Monotype Sorts" charset="2"/>
              <a:buNone/>
              <a:defRPr/>
            </a:pPr>
            <a:fld id="{BC9EDAA9-37F3-4614-95D5-5B7FFAB71D04}"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2EB4D491-05E9-53AB-E987-C6383C7B7C83}"/>
              </a:ext>
            </a:extLst>
          </p:cNvPr>
          <p:cNvSpPr>
            <a:spLocks noGrp="1" noChangeArrowheads="1"/>
          </p:cNvSpPr>
          <p:nvPr>
            <p:ph type="ftr" sz="quarter" idx="16"/>
          </p:nvPr>
        </p:nvSpPr>
        <p:spPr/>
        <p:txBody>
          <a:bodyPr/>
          <a:lstStyle>
            <a:lvl1pPr>
              <a:defRPr sz="1000"/>
            </a:lvl1pPr>
          </a:lstStyle>
          <a:p>
            <a:pPr>
              <a:buFont typeface="Monotype Sorts" charset="2"/>
              <a:buNone/>
              <a:defRPr/>
            </a:pPr>
            <a:r>
              <a:rPr lang="en-US" dirty="0"/>
              <a:t>UFCFFS-30-1– Foundations of Computing</a:t>
            </a:r>
          </a:p>
        </p:txBody>
      </p:sp>
      <p:pic>
        <p:nvPicPr>
          <p:cNvPr id="1026" name="Picture 2" descr="Image result for uwe bristol logo">
            <a:extLst>
              <a:ext uri="{FF2B5EF4-FFF2-40B4-BE49-F238E27FC236}">
                <a16:creationId xmlns:a16="http://schemas.microsoft.com/office/drawing/2014/main" id="{36ECDC33-660E-2EA9-6A61-B10D1DF96F8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8140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63687" y="2846231"/>
            <a:ext cx="4417452" cy="1460428"/>
          </a:xfrm>
          <a:prstGeom prst="rect">
            <a:avLst/>
          </a:prstGeom>
        </p:spPr>
        <p:txBody>
          <a:bodyPr anchor="b">
            <a:normAutofit/>
          </a:bodyPr>
          <a:lstStyle>
            <a:lvl1pPr algn="r">
              <a:defRPr sz="3150" b="1" baseline="0">
                <a:solidFill>
                  <a:srgbClr val="22377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7263687" y="4429523"/>
            <a:ext cx="4417452" cy="750072"/>
          </a:xfrm>
          <a:prstGeom prst="rect">
            <a:avLst/>
          </a:prstGeom>
        </p:spPr>
        <p:txBody>
          <a:bodyPr/>
          <a:lstStyle>
            <a:lvl1pPr marL="0" indent="0" algn="r">
              <a:buNone/>
              <a:defRPr sz="1350" baseline="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sp>
        <p:nvSpPr>
          <p:cNvPr id="11" name="Content Placeholder 2"/>
          <p:cNvSpPr>
            <a:spLocks noGrp="1"/>
          </p:cNvSpPr>
          <p:nvPr>
            <p:ph idx="13"/>
          </p:nvPr>
        </p:nvSpPr>
        <p:spPr>
          <a:xfrm>
            <a:off x="1" y="862153"/>
            <a:ext cx="7096259" cy="5631943"/>
          </a:xfrm>
          <a:prstGeom prst="rect">
            <a:avLst/>
          </a:prstGeom>
        </p:spPr>
        <p:txBody>
          <a:bodyPr/>
          <a:lstStyle>
            <a:lvl1pPr marL="0" indent="0">
              <a:buNone/>
              <a:defRPr baseline="0"/>
            </a:lvl1pPr>
          </a:lstStyle>
          <a:p>
            <a:pPr lvl="0"/>
            <a:r>
              <a:rPr lang="en-US"/>
              <a:t>Click to edit Master text styles</a:t>
            </a:r>
          </a:p>
        </p:txBody>
      </p:sp>
      <p:sp>
        <p:nvSpPr>
          <p:cNvPr id="5" name="Date Placeholder 3">
            <a:extLst>
              <a:ext uri="{FF2B5EF4-FFF2-40B4-BE49-F238E27FC236}">
                <a16:creationId xmlns:a16="http://schemas.microsoft.com/office/drawing/2014/main" id="{F1888363-DACF-4CD3-2499-6E28B3D6969D}"/>
              </a:ext>
            </a:extLst>
          </p:cNvPr>
          <p:cNvSpPr>
            <a:spLocks noGrp="1"/>
          </p:cNvSpPr>
          <p:nvPr>
            <p:ph type="dt" sz="half" idx="14"/>
          </p:nvPr>
        </p:nvSpPr>
        <p:spPr/>
        <p:txBody>
          <a:bodyPr/>
          <a:lstStyle>
            <a:lvl1pPr>
              <a:defRPr smtClean="0"/>
            </a:lvl1pPr>
          </a:lstStyle>
          <a:p>
            <a:pPr>
              <a:buFont typeface="Monotype Sorts" charset="2"/>
              <a:buNone/>
              <a:defRPr/>
            </a:pPr>
            <a:fld id="{638F6F86-1F0B-4A69-B0CE-7FE31F7B216C}" type="datetime1">
              <a:rPr lang="en-US" smtClean="0"/>
              <a:t>3/25/2024</a:t>
            </a:fld>
            <a:endParaRPr lang="en-US" dirty="0"/>
          </a:p>
        </p:txBody>
      </p:sp>
      <p:sp>
        <p:nvSpPr>
          <p:cNvPr id="6" name="Footer Placeholder 4">
            <a:extLst>
              <a:ext uri="{FF2B5EF4-FFF2-40B4-BE49-F238E27FC236}">
                <a16:creationId xmlns:a16="http://schemas.microsoft.com/office/drawing/2014/main" id="{32A37517-8DD7-EEA6-F2E6-49FC8CC73AB6}"/>
              </a:ext>
            </a:extLst>
          </p:cNvPr>
          <p:cNvSpPr>
            <a:spLocks noGrp="1"/>
          </p:cNvSpPr>
          <p:nvPr>
            <p:ph type="ftr" sz="quarter" idx="15"/>
          </p:nvPr>
        </p:nvSpPr>
        <p:spPr>
          <a:xfrm>
            <a:off x="3871913" y="6604000"/>
            <a:ext cx="4114800" cy="254000"/>
          </a:xfrm>
        </p:spPr>
        <p:txBody>
          <a:bodyPr/>
          <a:lstStyle>
            <a:lvl1pPr defTabSz="257175" eaLnBrk="1" fontAlgn="auto" hangingPunct="1">
              <a:spcBef>
                <a:spcPts val="0"/>
              </a:spcBef>
              <a:spcAft>
                <a:spcPts val="0"/>
              </a:spcAft>
              <a:defRPr>
                <a:solidFill>
                  <a:prstClr val="white"/>
                </a:solidFill>
                <a:latin typeface="Calibri" panose="020F0502020204030204"/>
                <a:ea typeface="+mn-ea"/>
              </a:defRPr>
            </a:lvl1pPr>
          </a:lstStyle>
          <a:p>
            <a:pPr>
              <a:buFont typeface="Monotype Sorts" charset="2"/>
              <a:buNone/>
              <a:defRPr/>
            </a:pPr>
            <a:r>
              <a:rPr lang="en-US" dirty="0"/>
              <a:t>UFCFFS-30-1– Foundations of Computing</a:t>
            </a:r>
          </a:p>
        </p:txBody>
      </p:sp>
      <p:sp>
        <p:nvSpPr>
          <p:cNvPr id="7" name="Slide Number Placeholder 5">
            <a:extLst>
              <a:ext uri="{FF2B5EF4-FFF2-40B4-BE49-F238E27FC236}">
                <a16:creationId xmlns:a16="http://schemas.microsoft.com/office/drawing/2014/main" id="{9E06BDF5-0E4B-7D5D-4DE0-26F369F0EB12}"/>
              </a:ext>
            </a:extLst>
          </p:cNvPr>
          <p:cNvSpPr>
            <a:spLocks noGrp="1"/>
          </p:cNvSpPr>
          <p:nvPr>
            <p:ph type="sldNum" sz="quarter" idx="16"/>
          </p:nvPr>
        </p:nvSpPr>
        <p:spPr/>
        <p:txBody>
          <a:bodyPr/>
          <a:lstStyle>
            <a:lvl1pPr>
              <a:defRPr/>
            </a:lvl1pPr>
          </a:lstStyle>
          <a:p>
            <a:pPr>
              <a:buFont typeface="Monotype Sorts" charset="2"/>
              <a:buNone/>
              <a:defRPr/>
            </a:pPr>
            <a:fld id="{4FC3DE7D-4EEA-43B2-9617-70FD3CFD639D}" type="slidenum">
              <a:rPr lang="en-US" smtClean="0"/>
              <a:pPr>
                <a:buFont typeface="Monotype Sorts" charset="2"/>
                <a:buNone/>
                <a:defRPr/>
              </a:pPr>
              <a:t>‹#›</a:t>
            </a:fld>
            <a:endParaRPr lang="en-US" dirty="0"/>
          </a:p>
        </p:txBody>
      </p:sp>
      <p:pic>
        <p:nvPicPr>
          <p:cNvPr id="8" name="Picture 2" descr="Image result for uwe bristol logo">
            <a:extLst>
              <a:ext uri="{FF2B5EF4-FFF2-40B4-BE49-F238E27FC236}">
                <a16:creationId xmlns:a16="http://schemas.microsoft.com/office/drawing/2014/main" id="{C9EF55CF-963F-B99B-6D50-815F7F7C9EE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8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Freeform 13">
            <a:extLst>
              <a:ext uri="{FF2B5EF4-FFF2-40B4-BE49-F238E27FC236}">
                <a16:creationId xmlns:a16="http://schemas.microsoft.com/office/drawing/2014/main" id="{397F7F79-C88E-7534-6D6C-7E21232DD335}"/>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a:xfrm>
            <a:off x="831851" y="1709742"/>
            <a:ext cx="10515600" cy="2852737"/>
          </a:xfrm>
          <a:prstGeom prst="rect">
            <a:avLst/>
          </a:prstGeom>
        </p:spPr>
        <p:txBody>
          <a:bodyPr anchor="b"/>
          <a:lstStyle>
            <a:lvl1pPr>
              <a:defRPr sz="3375"/>
            </a:lvl1pPr>
          </a:lstStyle>
          <a:p>
            <a:r>
              <a:rPr lang="en-US"/>
              <a:t>Click to edit Master title style</a:t>
            </a:r>
          </a:p>
        </p:txBody>
      </p:sp>
      <p:sp>
        <p:nvSpPr>
          <p:cNvPr id="3" name="Text Placeholder 2"/>
          <p:cNvSpPr>
            <a:spLocks noGrp="1"/>
          </p:cNvSpPr>
          <p:nvPr>
            <p:ph type="body" idx="1"/>
          </p:nvPr>
        </p:nvSpPr>
        <p:spPr>
          <a:xfrm>
            <a:off x="831851" y="4589467"/>
            <a:ext cx="10515600" cy="1500187"/>
          </a:xfrm>
          <a:prstGeom prst="rect">
            <a:avLst/>
          </a:prstGeo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Edit Master text styles</a:t>
            </a:r>
          </a:p>
        </p:txBody>
      </p:sp>
      <p:sp>
        <p:nvSpPr>
          <p:cNvPr id="16" name="Content Placeholder 15"/>
          <p:cNvSpPr>
            <a:spLocks noGrp="1"/>
          </p:cNvSpPr>
          <p:nvPr>
            <p:ph sz="quarter" idx="13"/>
          </p:nvPr>
        </p:nvSpPr>
        <p:spPr>
          <a:xfrm>
            <a:off x="392907" y="278800"/>
            <a:ext cx="5813199" cy="457200"/>
          </a:xfrm>
          <a:prstGeom prst="rect">
            <a:avLst/>
          </a:prstGeom>
        </p:spPr>
        <p:txBody>
          <a:bodyPr/>
          <a:lstStyle>
            <a:lvl1pPr>
              <a:defRPr lang="en-VN" sz="1856" b="1" baseline="0" dirty="0">
                <a:solidFill>
                  <a:srgbClr val="223771"/>
                </a:solidFill>
                <a:ea typeface="+mj-ea"/>
              </a:defRPr>
            </a:lvl1pPr>
          </a:lstStyle>
          <a:p>
            <a:pPr lvl="0"/>
            <a:r>
              <a:rPr lang="en-US"/>
              <a:t>Click to edit Master text styles</a:t>
            </a:r>
          </a:p>
        </p:txBody>
      </p:sp>
      <p:sp>
        <p:nvSpPr>
          <p:cNvPr id="6" name="Date Placeholder 3">
            <a:extLst>
              <a:ext uri="{FF2B5EF4-FFF2-40B4-BE49-F238E27FC236}">
                <a16:creationId xmlns:a16="http://schemas.microsoft.com/office/drawing/2014/main" id="{7E8D8520-2EEF-7DFE-992F-B17199C9D3A9}"/>
              </a:ext>
            </a:extLst>
          </p:cNvPr>
          <p:cNvSpPr>
            <a:spLocks noGrp="1"/>
          </p:cNvSpPr>
          <p:nvPr>
            <p:ph type="dt" sz="half" idx="14"/>
          </p:nvPr>
        </p:nvSpPr>
        <p:spPr/>
        <p:txBody>
          <a:bodyPr/>
          <a:lstStyle>
            <a:lvl1pPr>
              <a:defRPr sz="1000" smtClean="0"/>
            </a:lvl1pPr>
          </a:lstStyle>
          <a:p>
            <a:pPr>
              <a:buFont typeface="Monotype Sorts" charset="2"/>
              <a:buNone/>
              <a:defRPr/>
            </a:pPr>
            <a:fld id="{312F2106-85A1-488C-B255-AD8A5B98FDDB}" type="datetime1">
              <a:rPr lang="en-US" smtClean="0"/>
              <a:t>3/25/2024</a:t>
            </a:fld>
            <a:endParaRPr lang="en-US" dirty="0"/>
          </a:p>
        </p:txBody>
      </p:sp>
      <p:sp>
        <p:nvSpPr>
          <p:cNvPr id="7" name="Slide Number Placeholder 5">
            <a:extLst>
              <a:ext uri="{FF2B5EF4-FFF2-40B4-BE49-F238E27FC236}">
                <a16:creationId xmlns:a16="http://schemas.microsoft.com/office/drawing/2014/main" id="{B86DAE71-5E4C-AD44-94BB-40E3E9BE3B2A}"/>
              </a:ext>
            </a:extLst>
          </p:cNvPr>
          <p:cNvSpPr>
            <a:spLocks noGrp="1"/>
          </p:cNvSpPr>
          <p:nvPr>
            <p:ph type="sldNum" sz="quarter" idx="15"/>
          </p:nvPr>
        </p:nvSpPr>
        <p:spPr/>
        <p:txBody>
          <a:bodyPr/>
          <a:lstStyle>
            <a:lvl1pPr>
              <a:defRPr sz="1000"/>
            </a:lvl1pPr>
          </a:lstStyle>
          <a:p>
            <a:pPr>
              <a:buFont typeface="Monotype Sorts" charset="2"/>
              <a:buNone/>
              <a:defRPr/>
            </a:pPr>
            <a:fld id="{B9B03C63-2273-46E4-B7DF-3CCA315B6CB6}" type="slidenum">
              <a:rPr lang="en-US" smtClean="0"/>
              <a:pPr>
                <a:buFont typeface="Monotype Sorts" charset="2"/>
                <a:buNone/>
                <a:defRPr/>
              </a:pPr>
              <a:t>‹#›</a:t>
            </a:fld>
            <a:endParaRPr lang="en-US" dirty="0"/>
          </a:p>
        </p:txBody>
      </p:sp>
      <p:sp>
        <p:nvSpPr>
          <p:cNvPr id="8" name="Rectangle 3">
            <a:extLst>
              <a:ext uri="{FF2B5EF4-FFF2-40B4-BE49-F238E27FC236}">
                <a16:creationId xmlns:a16="http://schemas.microsoft.com/office/drawing/2014/main" id="{474D9259-758C-E063-00D3-B9F2238CDAAB}"/>
              </a:ext>
            </a:extLst>
          </p:cNvPr>
          <p:cNvSpPr>
            <a:spLocks noGrp="1" noChangeArrowheads="1"/>
          </p:cNvSpPr>
          <p:nvPr>
            <p:ph type="ftr" sz="quarter" idx="16"/>
          </p:nvPr>
        </p:nvSpPr>
        <p:spPr/>
        <p:txBody>
          <a:bodyPr/>
          <a:lstStyle>
            <a:lvl1pPr>
              <a:defRPr sz="1000"/>
            </a:lvl1pPr>
          </a:lstStyle>
          <a:p>
            <a:pPr>
              <a:buFont typeface="Monotype Sorts" charset="2"/>
              <a:buNone/>
              <a:defRPr/>
            </a:pPr>
            <a:r>
              <a:rPr lang="en-US" dirty="0"/>
              <a:t>UFCFFS-30-1– Foundations of Computing</a:t>
            </a:r>
          </a:p>
        </p:txBody>
      </p:sp>
      <p:pic>
        <p:nvPicPr>
          <p:cNvPr id="9" name="Picture 2" descr="Image result for uwe bristol logo">
            <a:extLst>
              <a:ext uri="{FF2B5EF4-FFF2-40B4-BE49-F238E27FC236}">
                <a16:creationId xmlns:a16="http://schemas.microsoft.com/office/drawing/2014/main" id="{DA64AC46-0D6A-3ECC-48E7-FA4CC610FE9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6617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reeform 13">
            <a:extLst>
              <a:ext uri="{FF2B5EF4-FFF2-40B4-BE49-F238E27FC236}">
                <a16:creationId xmlns:a16="http://schemas.microsoft.com/office/drawing/2014/main" id="{E54F1EF8-213B-FF64-8429-F8F6501B5178}"/>
              </a:ext>
            </a:extLst>
          </p:cNvPr>
          <p:cNvSpPr/>
          <p:nvPr userDrawn="1"/>
        </p:nvSpPr>
        <p:spPr>
          <a:xfrm>
            <a:off x="701900" y="515148"/>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a:xfrm>
            <a:off x="701900" y="351789"/>
            <a:ext cx="8061101" cy="922762"/>
          </a:xfrm>
          <a:prstGeom prst="rect">
            <a:avLst/>
          </a:prstGeom>
        </p:spPr>
        <p:txBody>
          <a:bodyPr>
            <a:normAutofit/>
          </a:bodyPr>
          <a:lstStyle>
            <a:lvl1pPr>
              <a:defRPr sz="1688" b="1">
                <a:solidFill>
                  <a:srgbClr val="223771"/>
                </a:solidFill>
              </a:defRPr>
            </a:lvl1pPr>
          </a:lstStyle>
          <a:p>
            <a:r>
              <a:rPr lang="en-US"/>
              <a:t>Click to edit Master title style</a:t>
            </a:r>
          </a:p>
        </p:txBody>
      </p:sp>
      <p:sp>
        <p:nvSpPr>
          <p:cNvPr id="3" name="Content Placeholder 2"/>
          <p:cNvSpPr>
            <a:spLocks noGrp="1"/>
          </p:cNvSpPr>
          <p:nvPr>
            <p:ph sz="half" idx="1"/>
          </p:nvPr>
        </p:nvSpPr>
        <p:spPr>
          <a:xfrm>
            <a:off x="701901" y="1639781"/>
            <a:ext cx="3336703"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1"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9E4F77-455A-34FF-7394-C19D63B430BC}"/>
              </a:ext>
            </a:extLst>
          </p:cNvPr>
          <p:cNvSpPr>
            <a:spLocks noGrp="1"/>
          </p:cNvSpPr>
          <p:nvPr>
            <p:ph type="dt" sz="half" idx="14"/>
          </p:nvPr>
        </p:nvSpPr>
        <p:spPr/>
        <p:txBody>
          <a:bodyPr/>
          <a:lstStyle>
            <a:lvl1pPr>
              <a:defRPr smtClean="0"/>
            </a:lvl1pPr>
          </a:lstStyle>
          <a:p>
            <a:pPr>
              <a:buFont typeface="Monotype Sorts" charset="2"/>
              <a:buNone/>
              <a:defRPr/>
            </a:pPr>
            <a:fld id="{EE75DE01-6100-4495-A95A-EE40D6D3DC8E}" type="datetime1">
              <a:rPr lang="en-US" smtClean="0"/>
              <a:t>3/25/2024</a:t>
            </a:fld>
            <a:endParaRPr lang="en-US" dirty="0"/>
          </a:p>
        </p:txBody>
      </p:sp>
      <p:sp>
        <p:nvSpPr>
          <p:cNvPr id="8" name="Slide Number Placeholder 6">
            <a:extLst>
              <a:ext uri="{FF2B5EF4-FFF2-40B4-BE49-F238E27FC236}">
                <a16:creationId xmlns:a16="http://schemas.microsoft.com/office/drawing/2014/main" id="{7A7C627D-779A-8D83-E2C4-C40DC84F78DD}"/>
              </a:ext>
            </a:extLst>
          </p:cNvPr>
          <p:cNvSpPr>
            <a:spLocks noGrp="1"/>
          </p:cNvSpPr>
          <p:nvPr>
            <p:ph type="sldNum" sz="quarter" idx="15"/>
          </p:nvPr>
        </p:nvSpPr>
        <p:spPr/>
        <p:txBody>
          <a:bodyPr/>
          <a:lstStyle>
            <a:lvl1pPr>
              <a:defRPr/>
            </a:lvl1pPr>
          </a:lstStyle>
          <a:p>
            <a:pPr>
              <a:buFont typeface="Monotype Sorts" charset="2"/>
              <a:buNone/>
              <a:defRPr/>
            </a:pPr>
            <a:fld id="{FE967A2B-7DC3-460F-82C1-37366D5A5F1B}" type="slidenum">
              <a:rPr lang="en-US" smtClean="0"/>
              <a:pPr>
                <a:buFont typeface="Monotype Sorts" charset="2"/>
                <a:buNone/>
                <a:defRPr/>
              </a:pPr>
              <a:t>‹#›</a:t>
            </a:fld>
            <a:endParaRPr lang="en-US" dirty="0"/>
          </a:p>
        </p:txBody>
      </p:sp>
      <p:sp>
        <p:nvSpPr>
          <p:cNvPr id="10" name="Rectangle 3">
            <a:extLst>
              <a:ext uri="{FF2B5EF4-FFF2-40B4-BE49-F238E27FC236}">
                <a16:creationId xmlns:a16="http://schemas.microsoft.com/office/drawing/2014/main" id="{2E03B860-9F7C-2731-9CAC-7601DE48A514}"/>
              </a:ext>
            </a:extLst>
          </p:cNvPr>
          <p:cNvSpPr>
            <a:spLocks noGrp="1" noChangeArrowheads="1"/>
          </p:cNvSpPr>
          <p:nvPr>
            <p:ph type="ftr" sz="quarter" idx="16"/>
          </p:nvPr>
        </p:nvSpPr>
        <p:spPr/>
        <p:txBody>
          <a:bodyPr/>
          <a:lstStyle>
            <a:lvl1pPr>
              <a:defRPr/>
            </a:lvl1pPr>
          </a:lstStyle>
          <a:p>
            <a:pPr>
              <a:buFont typeface="Monotype Sorts" charset="2"/>
              <a:buNone/>
              <a:defRPr/>
            </a:pPr>
            <a:r>
              <a:rPr lang="en-US" dirty="0"/>
              <a:t>UFCFFS-30-1– Foundations of Computing</a:t>
            </a:r>
          </a:p>
        </p:txBody>
      </p:sp>
      <p:pic>
        <p:nvPicPr>
          <p:cNvPr id="11" name="Picture 2" descr="Image result for uwe bristol logo">
            <a:extLst>
              <a:ext uri="{FF2B5EF4-FFF2-40B4-BE49-F238E27FC236}">
                <a16:creationId xmlns:a16="http://schemas.microsoft.com/office/drawing/2014/main" id="{DBFBC603-F616-C0DA-6922-8EEB26514F7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2271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916733C-FBD8-62DA-599D-9BAE44D832F0}"/>
              </a:ext>
            </a:extLst>
          </p:cNvPr>
          <p:cNvSpPr>
            <a:spLocks noGrp="1"/>
          </p:cNvSpPr>
          <p:nvPr>
            <p:ph type="dt" sz="half" idx="10"/>
          </p:nvPr>
        </p:nvSpPr>
        <p:spPr/>
        <p:txBody>
          <a:bodyPr/>
          <a:lstStyle>
            <a:lvl1pPr>
              <a:defRPr smtClean="0"/>
            </a:lvl1pPr>
          </a:lstStyle>
          <a:p>
            <a:pPr>
              <a:buFont typeface="Monotype Sorts" charset="2"/>
              <a:buNone/>
              <a:defRPr/>
            </a:pPr>
            <a:fld id="{100BE7D7-26C6-44E2-8F12-7C4A51A1049F}" type="datetime1">
              <a:rPr lang="en-US" smtClean="0"/>
              <a:t>3/25/2024</a:t>
            </a:fld>
            <a:endParaRPr lang="en-US" dirty="0"/>
          </a:p>
        </p:txBody>
      </p:sp>
      <p:sp>
        <p:nvSpPr>
          <p:cNvPr id="4" name="Slide Number Placeholder 3">
            <a:extLst>
              <a:ext uri="{FF2B5EF4-FFF2-40B4-BE49-F238E27FC236}">
                <a16:creationId xmlns:a16="http://schemas.microsoft.com/office/drawing/2014/main" id="{ADA71387-83EF-1FFD-724E-49A6E970C5CC}"/>
              </a:ext>
            </a:extLst>
          </p:cNvPr>
          <p:cNvSpPr>
            <a:spLocks noGrp="1"/>
          </p:cNvSpPr>
          <p:nvPr>
            <p:ph type="sldNum" sz="quarter" idx="11"/>
          </p:nvPr>
        </p:nvSpPr>
        <p:spPr/>
        <p:txBody>
          <a:bodyPr/>
          <a:lstStyle>
            <a:lvl1pPr>
              <a:defRPr/>
            </a:lvl1pPr>
          </a:lstStyle>
          <a:p>
            <a:pPr>
              <a:buFont typeface="Monotype Sorts" charset="2"/>
              <a:buNone/>
              <a:defRPr/>
            </a:pPr>
            <a:fld id="{D1AD3536-327C-4937-83AF-A64971CFA6D9}"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82812D8D-EA8D-1B75-F994-BA3986DCE525}"/>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UFCFFS-30-1– Foundations of Computing</a:t>
            </a:r>
          </a:p>
        </p:txBody>
      </p:sp>
      <p:pic>
        <p:nvPicPr>
          <p:cNvPr id="6" name="Picture 2" descr="Image result for uwe bristol logo">
            <a:extLst>
              <a:ext uri="{FF2B5EF4-FFF2-40B4-BE49-F238E27FC236}">
                <a16:creationId xmlns:a16="http://schemas.microsoft.com/office/drawing/2014/main" id="{8B4C130C-2B6E-BE22-2DB7-00A40F03A43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737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Title 1"/>
          <p:cNvSpPr>
            <a:spLocks noGrp="1"/>
          </p:cNvSpPr>
          <p:nvPr>
            <p:ph type="title"/>
          </p:nvPr>
        </p:nvSpPr>
        <p:spPr>
          <a:xfrm>
            <a:off x="741484" y="785430"/>
            <a:ext cx="8061101" cy="553289"/>
          </a:xfrm>
          <a:prstGeom prst="rect">
            <a:avLst/>
          </a:prstGeom>
        </p:spPr>
        <p:txBody>
          <a:bodyPr>
            <a:normAutofit/>
          </a:bodyPr>
          <a:lstStyle>
            <a:lvl1pPr>
              <a:defRPr sz="1406" b="1" baseline="0">
                <a:solidFill>
                  <a:srgbClr val="223771"/>
                </a:solidFill>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5DDBC1F-BF9C-7B51-59FB-F19B6984EB64}"/>
              </a:ext>
            </a:extLst>
          </p:cNvPr>
          <p:cNvSpPr>
            <a:spLocks noGrp="1"/>
          </p:cNvSpPr>
          <p:nvPr>
            <p:ph type="dt" sz="half" idx="10"/>
          </p:nvPr>
        </p:nvSpPr>
        <p:spPr/>
        <p:txBody>
          <a:bodyPr/>
          <a:lstStyle>
            <a:lvl1pPr>
              <a:defRPr smtClean="0"/>
            </a:lvl1pPr>
          </a:lstStyle>
          <a:p>
            <a:pPr>
              <a:buFont typeface="Monotype Sorts" charset="2"/>
              <a:buNone/>
              <a:defRPr/>
            </a:pPr>
            <a:fld id="{8D1CA355-5FCF-4739-98C8-2D5724E91D20}" type="datetime1">
              <a:rPr lang="en-US" smtClean="0"/>
              <a:t>3/25/2024</a:t>
            </a:fld>
            <a:endParaRPr lang="en-US" dirty="0"/>
          </a:p>
        </p:txBody>
      </p:sp>
      <p:sp>
        <p:nvSpPr>
          <p:cNvPr id="4" name="Slide Number Placeholder 5">
            <a:extLst>
              <a:ext uri="{FF2B5EF4-FFF2-40B4-BE49-F238E27FC236}">
                <a16:creationId xmlns:a16="http://schemas.microsoft.com/office/drawing/2014/main" id="{F3C17964-6658-65D0-C4E0-286261C6CE64}"/>
              </a:ext>
            </a:extLst>
          </p:cNvPr>
          <p:cNvSpPr>
            <a:spLocks noGrp="1"/>
          </p:cNvSpPr>
          <p:nvPr>
            <p:ph type="sldNum" sz="quarter" idx="11"/>
          </p:nvPr>
        </p:nvSpPr>
        <p:spPr/>
        <p:txBody>
          <a:bodyPr/>
          <a:lstStyle>
            <a:lvl1pPr>
              <a:defRPr/>
            </a:lvl1pPr>
          </a:lstStyle>
          <a:p>
            <a:pPr>
              <a:buFont typeface="Monotype Sorts" charset="2"/>
              <a:buNone/>
              <a:defRPr/>
            </a:pPr>
            <a:fld id="{2BE77ECF-F060-4D46-A3D9-128B9B0DFB4A}"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C83511F7-1E66-04C0-64CE-2CA8940B2D71}"/>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UFCFFS-30-1– Foundations of Computing</a:t>
            </a:r>
          </a:p>
        </p:txBody>
      </p:sp>
      <p:pic>
        <p:nvPicPr>
          <p:cNvPr id="6" name="Picture 2" descr="Image result for uwe bristol logo">
            <a:extLst>
              <a:ext uri="{FF2B5EF4-FFF2-40B4-BE49-F238E27FC236}">
                <a16:creationId xmlns:a16="http://schemas.microsoft.com/office/drawing/2014/main" id="{C6BE80A9-20B3-5E00-2DEE-616D9B2EA2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785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5" name="Freeform 13">
            <a:extLst>
              <a:ext uri="{FF2B5EF4-FFF2-40B4-BE49-F238E27FC236}">
                <a16:creationId xmlns:a16="http://schemas.microsoft.com/office/drawing/2014/main" id="{AB79923C-0D24-F53B-D9C9-FA068E03CBFF}"/>
              </a:ext>
            </a:extLst>
          </p:cNvPr>
          <p:cNvSpPr/>
          <p:nvPr userDrawn="1"/>
        </p:nvSpPr>
        <p:spPr>
          <a:xfrm>
            <a:off x="851141" y="711200"/>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idx="1"/>
          </p:nvPr>
        </p:nvSpPr>
        <p:spPr/>
        <p:txBody>
          <a:bodyPr/>
          <a:lstStyle>
            <a:lvl1pPr marL="128588" indent="-128588">
              <a:lnSpc>
                <a:spcPct val="150000"/>
              </a:lnSpc>
              <a:buClr>
                <a:schemeClr val="accent2"/>
              </a:buClr>
              <a:buFont typeface="Wingdings" panose="05000000000000000000" pitchFamily="2" charset="2"/>
              <a:buChar char="q"/>
              <a:defRPr sz="2400"/>
            </a:lvl1pPr>
            <a:lvl2pPr marL="385763" indent="-128588">
              <a:lnSpc>
                <a:spcPct val="150000"/>
              </a:lnSpc>
              <a:buClr>
                <a:schemeClr val="accent2"/>
              </a:buClr>
              <a:buFont typeface="Wingdings" panose="05000000000000000000" pitchFamily="2" charset="2"/>
              <a:buChar char="Ø"/>
              <a:defRPr sz="2000"/>
            </a:lvl2pPr>
            <a:lvl3pPr marL="642938" indent="-128588">
              <a:lnSpc>
                <a:spcPct val="150000"/>
              </a:lnSpc>
              <a:buClr>
                <a:schemeClr val="accent2"/>
              </a:buClr>
              <a:buFont typeface="Wingdings" panose="05000000000000000000" pitchFamily="2" charset="2"/>
              <a:buChar char="ü"/>
              <a:defRPr sz="2000"/>
            </a:lvl3pPr>
            <a:lvl4pPr marL="900113" indent="-128588">
              <a:lnSpc>
                <a:spcPct val="150000"/>
              </a:lnSpc>
              <a:buClr>
                <a:schemeClr val="accent2"/>
              </a:buClr>
              <a:buFont typeface="Courier New" panose="02070309020205020404" pitchFamily="49" charset="0"/>
              <a:buChar char="o"/>
              <a:defRPr sz="1600"/>
            </a:lvl4pPr>
            <a:lvl5pPr marL="1157288" indent="-128588">
              <a:lnSpc>
                <a:spcPct val="150000"/>
              </a:lnSpc>
              <a:buClr>
                <a:schemeClr val="accent2"/>
              </a:buClr>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8">
            <a:extLst>
              <a:ext uri="{FF2B5EF4-FFF2-40B4-BE49-F238E27FC236}">
                <a16:creationId xmlns:a16="http://schemas.microsoft.com/office/drawing/2014/main" id="{6123AFBE-2234-186F-5F0C-22D156916CE5}"/>
              </a:ext>
            </a:extLst>
          </p:cNvPr>
          <p:cNvSpPr>
            <a:spLocks noGrp="1" noChangeArrowheads="1"/>
          </p:cNvSpPr>
          <p:nvPr>
            <p:ph type="sldNum" sz="quarter" idx="10"/>
          </p:nvPr>
        </p:nvSpPr>
        <p:spPr/>
        <p:txBody>
          <a:bodyPr/>
          <a:lstStyle>
            <a:lvl1pPr defTabSz="6858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buFont typeface="Monotype Sorts" charset="2"/>
              <a:buNone/>
              <a:defRPr/>
            </a:pPr>
            <a:fld id="{34A84676-C444-4AC5-8B4E-405A7C81C0FB}" type="slidenum">
              <a:rPr lang="en-US" altLang="en-US" smtClean="0"/>
              <a:pPr>
                <a:buFont typeface="Monotype Sorts" charset="2"/>
                <a:buNone/>
                <a:defRPr/>
              </a:pPr>
              <a:t>‹#›</a:t>
            </a:fld>
            <a:endParaRPr lang="en-US" altLang="en-US" dirty="0"/>
          </a:p>
        </p:txBody>
      </p:sp>
      <p:sp>
        <p:nvSpPr>
          <p:cNvPr id="7" name="Rectangle 3">
            <a:extLst>
              <a:ext uri="{FF2B5EF4-FFF2-40B4-BE49-F238E27FC236}">
                <a16:creationId xmlns:a16="http://schemas.microsoft.com/office/drawing/2014/main" id="{2964D1F0-47D7-5B21-B6DA-1122FAFAABBE}"/>
              </a:ext>
            </a:extLst>
          </p:cNvPr>
          <p:cNvSpPr>
            <a:spLocks noGrp="1" noChangeArrowheads="1"/>
          </p:cNvSpPr>
          <p:nvPr>
            <p:ph type="ftr" sz="quarter" idx="11"/>
          </p:nvPr>
        </p:nvSpPr>
        <p:spPr/>
        <p:txBody>
          <a:bodyPr/>
          <a:lstStyle>
            <a:lvl1pPr>
              <a:defRPr/>
            </a:lvl1pPr>
          </a:lstStyle>
          <a:p>
            <a:pPr>
              <a:buFont typeface="Monotype Sorts" charset="2"/>
              <a:buNone/>
              <a:defRPr/>
            </a:pPr>
            <a:r>
              <a:rPr lang="en-US" dirty="0"/>
              <a:t>UFCFFS-30-1– Foundations of Computing</a:t>
            </a:r>
          </a:p>
        </p:txBody>
      </p:sp>
      <p:sp>
        <p:nvSpPr>
          <p:cNvPr id="8" name="Date Placeholder 1">
            <a:extLst>
              <a:ext uri="{FF2B5EF4-FFF2-40B4-BE49-F238E27FC236}">
                <a16:creationId xmlns:a16="http://schemas.microsoft.com/office/drawing/2014/main" id="{AD08CD51-62C0-58FD-6E1D-88EF84F0130D}"/>
              </a:ext>
            </a:extLst>
          </p:cNvPr>
          <p:cNvSpPr>
            <a:spLocks noGrp="1"/>
          </p:cNvSpPr>
          <p:nvPr>
            <p:ph type="dt" sz="half" idx="12"/>
          </p:nvPr>
        </p:nvSpPr>
        <p:spPr/>
        <p:txBody>
          <a:bodyPr/>
          <a:lstStyle>
            <a:lvl1pPr>
              <a:defRPr smtClean="0"/>
            </a:lvl1pPr>
          </a:lstStyle>
          <a:p>
            <a:pPr>
              <a:buFont typeface="Monotype Sorts" charset="2"/>
              <a:buNone/>
              <a:defRPr/>
            </a:pPr>
            <a:fld id="{34DC46FB-FFE8-41F1-A2D5-83B19D9D7258}" type="datetime1">
              <a:rPr lang="en-US" smtClean="0"/>
              <a:t>3/25/2024</a:t>
            </a:fld>
            <a:endParaRPr lang="en-US" dirty="0"/>
          </a:p>
        </p:txBody>
      </p:sp>
      <p:pic>
        <p:nvPicPr>
          <p:cNvPr id="9" name="Picture 2" descr="Image result for uwe bristol logo">
            <a:extLst>
              <a:ext uri="{FF2B5EF4-FFF2-40B4-BE49-F238E27FC236}">
                <a16:creationId xmlns:a16="http://schemas.microsoft.com/office/drawing/2014/main" id="{1EE0DD84-5EC5-6288-B200-F592EAB40BD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708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8">
            <a:extLst>
              <a:ext uri="{FF2B5EF4-FFF2-40B4-BE49-F238E27FC236}">
                <a16:creationId xmlns:a16="http://schemas.microsoft.com/office/drawing/2014/main" id="{661F23F4-6AD8-94D5-2C85-4CB1F4DB441C}"/>
              </a:ext>
            </a:extLst>
          </p:cNvPr>
          <p:cNvSpPr>
            <a:spLocks noGrp="1" noChangeArrowheads="1"/>
          </p:cNvSpPr>
          <p:nvPr>
            <p:ph type="sldNum" sz="quarter" idx="10"/>
          </p:nvPr>
        </p:nvSpPr>
        <p:spPr/>
        <p:txBody>
          <a:bodyPr/>
          <a:lstStyle>
            <a:lvl1pPr defTabSz="6858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buFont typeface="Monotype Sorts" charset="2"/>
              <a:buNone/>
              <a:defRPr/>
            </a:pPr>
            <a:fld id="{B0510DBD-B54C-4BB2-9910-15204BA8081C}" type="slidenum">
              <a:rPr lang="en-US" altLang="en-US" smtClean="0"/>
              <a:pPr>
                <a:buFont typeface="Monotype Sorts" charset="2"/>
                <a:buNone/>
                <a:defRPr/>
              </a:pPr>
              <a:t>‹#›</a:t>
            </a:fld>
            <a:endParaRPr lang="en-US" altLang="en-US" dirty="0"/>
          </a:p>
        </p:txBody>
      </p:sp>
      <p:sp>
        <p:nvSpPr>
          <p:cNvPr id="5" name="Footer Placeholder 11">
            <a:extLst>
              <a:ext uri="{FF2B5EF4-FFF2-40B4-BE49-F238E27FC236}">
                <a16:creationId xmlns:a16="http://schemas.microsoft.com/office/drawing/2014/main" id="{928E7F04-0F8E-0741-CB89-B9A5C1DC84CD}"/>
              </a:ext>
            </a:extLst>
          </p:cNvPr>
          <p:cNvSpPr>
            <a:spLocks noGrp="1" noChangeArrowheads="1"/>
          </p:cNvSpPr>
          <p:nvPr>
            <p:ph type="ftr" sz="quarter" idx="11"/>
          </p:nvPr>
        </p:nvSpPr>
        <p:spPr/>
        <p:txBody>
          <a:bodyPr/>
          <a:lstStyle>
            <a:lvl1pPr>
              <a:defRPr/>
            </a:lvl1pPr>
          </a:lstStyle>
          <a:p>
            <a:pPr>
              <a:buFont typeface="Monotype Sorts" charset="2"/>
              <a:buNone/>
              <a:defRPr/>
            </a:pPr>
            <a:r>
              <a:rPr lang="en-US" dirty="0"/>
              <a:t>UFCFFS-30-1– Foundations of Computing</a:t>
            </a:r>
          </a:p>
        </p:txBody>
      </p:sp>
      <p:sp>
        <p:nvSpPr>
          <p:cNvPr id="6" name="Date Placeholder 1">
            <a:extLst>
              <a:ext uri="{FF2B5EF4-FFF2-40B4-BE49-F238E27FC236}">
                <a16:creationId xmlns:a16="http://schemas.microsoft.com/office/drawing/2014/main" id="{8F00BDC9-ED95-ECCB-3AA2-7C715A291A58}"/>
              </a:ext>
            </a:extLst>
          </p:cNvPr>
          <p:cNvSpPr>
            <a:spLocks noGrp="1"/>
          </p:cNvSpPr>
          <p:nvPr>
            <p:ph type="dt" sz="half" idx="12"/>
          </p:nvPr>
        </p:nvSpPr>
        <p:spPr/>
        <p:txBody>
          <a:bodyPr/>
          <a:lstStyle>
            <a:lvl1pPr>
              <a:defRPr smtClean="0"/>
            </a:lvl1pPr>
          </a:lstStyle>
          <a:p>
            <a:pPr>
              <a:buFont typeface="Monotype Sorts" charset="2"/>
              <a:buNone/>
              <a:defRPr/>
            </a:pPr>
            <a:fld id="{B31F97BD-6B5A-421A-B962-807C0FAC0102}" type="datetime1">
              <a:rPr lang="en-US" smtClean="0"/>
              <a:t>3/25/2024</a:t>
            </a:fld>
            <a:endParaRPr lang="en-US" dirty="0"/>
          </a:p>
        </p:txBody>
      </p:sp>
      <p:pic>
        <p:nvPicPr>
          <p:cNvPr id="7" name="Picture 2" descr="Image result for uwe bristol logo">
            <a:extLst>
              <a:ext uri="{FF2B5EF4-FFF2-40B4-BE49-F238E27FC236}">
                <a16:creationId xmlns:a16="http://schemas.microsoft.com/office/drawing/2014/main" id="{E527E5CE-4CF2-7CCD-AA73-E4B273E56CB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508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id="{95787B45-CCD1-2665-35CA-26FF8EFF88D7}"/>
              </a:ext>
            </a:extLst>
          </p:cNvPr>
          <p:cNvGrpSpPr>
            <a:grpSpLocks/>
          </p:cNvGrpSpPr>
          <p:nvPr/>
        </p:nvGrpSpPr>
        <p:grpSpPr bwMode="auto">
          <a:xfrm>
            <a:off x="0" y="6494463"/>
            <a:ext cx="12192000" cy="373062"/>
            <a:chOff x="0" y="1661375"/>
            <a:chExt cx="12192000" cy="373091"/>
          </a:xfrm>
        </p:grpSpPr>
        <p:sp>
          <p:nvSpPr>
            <p:cNvPr id="8" name="Rectangle 7">
              <a:extLst>
                <a:ext uri="{FF2B5EF4-FFF2-40B4-BE49-F238E27FC236}">
                  <a16:creationId xmlns:a16="http://schemas.microsoft.com/office/drawing/2014/main" id="{E0A8C841-F6D0-23B2-733A-1CD90B3F4DAD}"/>
                </a:ext>
              </a:extLst>
            </p:cNvPr>
            <p:cNvSpPr/>
            <p:nvPr/>
          </p:nvSpPr>
          <p:spPr>
            <a:xfrm>
              <a:off x="0" y="1661375"/>
              <a:ext cx="12192000" cy="109546"/>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00">
                <a:solidFill>
                  <a:prstClr val="white"/>
                </a:solidFill>
              </a:endParaRPr>
            </a:p>
          </p:txBody>
        </p:sp>
        <p:sp>
          <p:nvSpPr>
            <p:cNvPr id="9" name="Rectangle 8">
              <a:extLst>
                <a:ext uri="{FF2B5EF4-FFF2-40B4-BE49-F238E27FC236}">
                  <a16:creationId xmlns:a16="http://schemas.microsoft.com/office/drawing/2014/main" id="{3F0B988D-9418-5175-B8F1-38CA646ADBA2}"/>
                </a:ext>
              </a:extLst>
            </p:cNvPr>
            <p:cNvSpPr/>
            <p:nvPr/>
          </p:nvSpPr>
          <p:spPr>
            <a:xfrm>
              <a:off x="0" y="1759808"/>
              <a:ext cx="12192000" cy="274658"/>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00" dirty="0">
                <a:solidFill>
                  <a:prstClr val="white"/>
                </a:solidFill>
              </a:endParaRPr>
            </a:p>
          </p:txBody>
        </p:sp>
      </p:grpSp>
      <p:sp>
        <p:nvSpPr>
          <p:cNvPr id="6" name="Slide Number Placeholder 5">
            <a:extLst>
              <a:ext uri="{FF2B5EF4-FFF2-40B4-BE49-F238E27FC236}">
                <a16:creationId xmlns:a16="http://schemas.microsoft.com/office/drawing/2014/main" id="{9B3B3991-06E6-1D64-C030-E5657676DBBE}"/>
              </a:ext>
            </a:extLst>
          </p:cNvPr>
          <p:cNvSpPr>
            <a:spLocks noGrp="1"/>
          </p:cNvSpPr>
          <p:nvPr>
            <p:ph type="sldNum" sz="quarter" idx="4"/>
          </p:nvPr>
        </p:nvSpPr>
        <p:spPr>
          <a:xfrm>
            <a:off x="9448800" y="6600825"/>
            <a:ext cx="2743200" cy="274638"/>
          </a:xfrm>
          <a:prstGeom prst="rect">
            <a:avLst/>
          </a:prstGeom>
        </p:spPr>
        <p:txBody>
          <a:bodyPr vert="horz" lIns="91440" tIns="45720" rIns="91440" bIns="45720" rtlCol="0" anchor="ctr"/>
          <a:lstStyle>
            <a:lvl1pPr algn="r" defTabSz="257175" eaLnBrk="1" fontAlgn="auto" hangingPunct="1">
              <a:spcBef>
                <a:spcPts val="0"/>
              </a:spcBef>
              <a:spcAft>
                <a:spcPts val="0"/>
              </a:spcAft>
              <a:defRPr sz="1000">
                <a:solidFill>
                  <a:prstClr val="white"/>
                </a:solidFill>
                <a:latin typeface="Calibri" panose="020F0502020204030204"/>
                <a:ea typeface="+mn-ea"/>
              </a:defRPr>
            </a:lvl1pPr>
          </a:lstStyle>
          <a:p>
            <a:pPr>
              <a:buFont typeface="Monotype Sorts" charset="2"/>
              <a:buNone/>
              <a:defRPr/>
            </a:pPr>
            <a:fld id="{B77A7909-E221-4E66-A5EF-13497EA60DDF}" type="slidenum">
              <a:rPr lang="en-US" smtClean="0"/>
              <a:pPr>
                <a:buFont typeface="Monotype Sorts" charset="2"/>
                <a:buNone/>
                <a:defRPr/>
              </a:pPr>
              <a:t>‹#›</a:t>
            </a:fld>
            <a:endParaRPr lang="en-US" dirty="0"/>
          </a:p>
        </p:txBody>
      </p:sp>
      <p:sp>
        <p:nvSpPr>
          <p:cNvPr id="4" name="Date Placeholder 3">
            <a:extLst>
              <a:ext uri="{FF2B5EF4-FFF2-40B4-BE49-F238E27FC236}">
                <a16:creationId xmlns:a16="http://schemas.microsoft.com/office/drawing/2014/main" id="{0DB57D17-CBC3-C51E-EB1C-7963F0F1D19C}"/>
              </a:ext>
            </a:extLst>
          </p:cNvPr>
          <p:cNvSpPr>
            <a:spLocks noGrp="1"/>
          </p:cNvSpPr>
          <p:nvPr>
            <p:ph type="dt" sz="half" idx="2"/>
          </p:nvPr>
        </p:nvSpPr>
        <p:spPr>
          <a:xfrm>
            <a:off x="0" y="6600827"/>
            <a:ext cx="2743200" cy="257175"/>
          </a:xfrm>
          <a:prstGeom prst="rect">
            <a:avLst/>
          </a:prstGeom>
        </p:spPr>
        <p:txBody>
          <a:bodyPr vert="horz" lIns="91440" tIns="45720" rIns="91440" bIns="45720" rtlCol="0" anchor="ctr"/>
          <a:lstStyle>
            <a:lvl1pPr algn="l" defTabSz="257175" eaLnBrk="1" fontAlgn="auto" hangingPunct="1">
              <a:spcBef>
                <a:spcPts val="0"/>
              </a:spcBef>
              <a:spcAft>
                <a:spcPts val="0"/>
              </a:spcAft>
              <a:defRPr sz="1000" smtClean="0">
                <a:solidFill>
                  <a:prstClr val="white"/>
                </a:solidFill>
                <a:latin typeface="Calibri" panose="020F0502020204030204"/>
                <a:ea typeface="+mn-ea"/>
              </a:defRPr>
            </a:lvl1pPr>
          </a:lstStyle>
          <a:p>
            <a:pPr>
              <a:buFont typeface="Monotype Sorts" charset="2"/>
              <a:buNone/>
              <a:defRPr/>
            </a:pPr>
            <a:fld id="{E387A2F8-A38E-4C0F-A58D-AB896ACBCF8D}" type="datetime1">
              <a:rPr lang="en-US" smtClean="0"/>
              <a:t>3/25/2024</a:t>
            </a:fld>
            <a:endParaRPr lang="en-US" dirty="0"/>
          </a:p>
        </p:txBody>
      </p:sp>
      <p:sp>
        <p:nvSpPr>
          <p:cNvPr id="1029" name="Title Placeholder 1">
            <a:extLst>
              <a:ext uri="{FF2B5EF4-FFF2-40B4-BE49-F238E27FC236}">
                <a16:creationId xmlns:a16="http://schemas.microsoft.com/office/drawing/2014/main" id="{B3DE4959-DECB-5DE9-5280-05B3FE6EB05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810CF440-6E0B-2021-0C2C-5CE6B0FDCE5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Rectangle 3">
            <a:extLst>
              <a:ext uri="{FF2B5EF4-FFF2-40B4-BE49-F238E27FC236}">
                <a16:creationId xmlns:a16="http://schemas.microsoft.com/office/drawing/2014/main" id="{CCD044D3-EBD5-9CF6-2CD8-89513494DC68}"/>
              </a:ext>
            </a:extLst>
          </p:cNvPr>
          <p:cNvSpPr>
            <a:spLocks noGrp="1" noChangeArrowheads="1"/>
          </p:cNvSpPr>
          <p:nvPr>
            <p:ph type="ftr" sz="quarter" idx="3"/>
          </p:nvPr>
        </p:nvSpPr>
        <p:spPr>
          <a:xfrm>
            <a:off x="3871914" y="6604000"/>
            <a:ext cx="4967287" cy="254000"/>
          </a:xfrm>
          <a:prstGeom prst="rect">
            <a:avLst/>
          </a:prstGeom>
          <a:ln/>
        </p:spPr>
        <p:txBody>
          <a:bodyPr/>
          <a:lstStyle>
            <a:lvl1pPr>
              <a:defRPr sz="1000">
                <a:solidFill>
                  <a:schemeClr val="bg1"/>
                </a:solidFill>
              </a:defRPr>
            </a:lvl1p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19132012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dt="0"/>
  <p:txStyles>
    <p:titleStyle>
      <a:lvl1pPr algn="l" defTabSz="514350" rtl="0" eaLnBrk="0" fontAlgn="base" hangingPunct="0">
        <a:lnSpc>
          <a:spcPct val="90000"/>
        </a:lnSpc>
        <a:spcBef>
          <a:spcPct val="0"/>
        </a:spcBef>
        <a:spcAft>
          <a:spcPct val="0"/>
        </a:spcAft>
        <a:defRPr sz="2475" kern="1200">
          <a:solidFill>
            <a:schemeClr val="tx1"/>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5pPr>
      <a:lvl6pPr marL="3429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6pPr>
      <a:lvl7pPr marL="6858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7pPr>
      <a:lvl8pPr marL="10287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8pPr>
      <a:lvl9pPr marL="13716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9pPr>
    </p:titleStyle>
    <p:bodyStyle>
      <a:lvl1pPr marL="128588" indent="-128588" algn="l" defTabSz="514350" rtl="0" eaLnBrk="0" fontAlgn="base" hangingPunct="0">
        <a:lnSpc>
          <a:spcPct val="90000"/>
        </a:lnSpc>
        <a:spcBef>
          <a:spcPts val="563"/>
        </a:spcBef>
        <a:spcAft>
          <a:spcPct val="0"/>
        </a:spcAft>
        <a:buFont typeface="Arial" panose="020B0604020202020204" pitchFamily="34" charset="0"/>
        <a:buChar char="•"/>
        <a:defRPr sz="1575" kern="1200">
          <a:solidFill>
            <a:schemeClr val="tx1"/>
          </a:solidFill>
          <a:latin typeface="Arial" panose="020B0604020202020204" pitchFamily="34" charset="0"/>
          <a:ea typeface="+mn-ea"/>
          <a:cs typeface="Arial" panose="020B0604020202020204" pitchFamily="34" charset="0"/>
        </a:defRPr>
      </a:lvl1pPr>
      <a:lvl2pPr marL="385763" indent="-128588" algn="l" defTabSz="514350" rtl="0" eaLnBrk="0" fontAlgn="base" hangingPunct="0">
        <a:lnSpc>
          <a:spcPct val="90000"/>
        </a:lnSpc>
        <a:spcBef>
          <a:spcPts val="281"/>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642938" indent="-128588" algn="l" defTabSz="514350" rtl="0" eaLnBrk="0" fontAlgn="base" hangingPunct="0">
        <a:lnSpc>
          <a:spcPct val="90000"/>
        </a:lnSpc>
        <a:spcBef>
          <a:spcPts val="281"/>
        </a:spcBef>
        <a:spcAft>
          <a:spcPct val="0"/>
        </a:spcAft>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3pPr>
      <a:lvl4pPr marL="900113" indent="-128588" algn="l" defTabSz="514350" rtl="0" eaLnBrk="0" fontAlgn="base" hangingPunct="0">
        <a:lnSpc>
          <a:spcPct val="90000"/>
        </a:lnSpc>
        <a:spcBef>
          <a:spcPts val="281"/>
        </a:spcBef>
        <a:spcAft>
          <a:spcPct val="0"/>
        </a:spcAft>
        <a:buFont typeface="Arial" panose="020B0604020202020204" pitchFamily="34" charset="0"/>
        <a:buChar char="•"/>
        <a:defRPr sz="975" kern="1200">
          <a:solidFill>
            <a:schemeClr val="tx1"/>
          </a:solidFill>
          <a:latin typeface="Arial" panose="020B0604020202020204" pitchFamily="34" charset="0"/>
          <a:ea typeface="+mn-ea"/>
          <a:cs typeface="Arial" panose="020B0604020202020204" pitchFamily="34" charset="0"/>
        </a:defRPr>
      </a:lvl4pPr>
      <a:lvl5pPr marL="1157288" indent="-128588" algn="l" defTabSz="514350" rtl="0" eaLnBrk="0" fontAlgn="base" hangingPunct="0">
        <a:lnSpc>
          <a:spcPct val="90000"/>
        </a:lnSpc>
        <a:spcBef>
          <a:spcPts val="281"/>
        </a:spcBef>
        <a:spcAft>
          <a:spcPct val="0"/>
        </a:spcAft>
        <a:buFont typeface="Arial" panose="020B0604020202020204" pitchFamily="34" charset="0"/>
        <a:buChar char="•"/>
        <a:defRPr sz="975" kern="1200">
          <a:solidFill>
            <a:schemeClr val="tx1"/>
          </a:solidFill>
          <a:latin typeface="Arial" panose="020B0604020202020204" pitchFamily="34" charset="0"/>
          <a:ea typeface="+mn-ea"/>
          <a:cs typeface="Arial" panose="020B0604020202020204" pitchFamily="34" charset="0"/>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8.xml"/><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8.xml"/><Relationship Id="rId4" Type="http://schemas.openxmlformats.org/officeDocument/2006/relationships/image" Target="../media/image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0.xml"/><Relationship Id="rId4" Type="http://schemas.openxmlformats.org/officeDocument/2006/relationships/image" Target="../media/image80.png"/></Relationships>
</file>

<file path=ppt/slides/_rels/slide7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8.xml"/><Relationship Id="rId4" Type="http://schemas.openxmlformats.org/officeDocument/2006/relationships/image" Target="../media/image91.png"/></Relationships>
</file>

<file path=ppt/slides/_rels/slide8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8.xml"/><Relationship Id="rId4" Type="http://schemas.openxmlformats.org/officeDocument/2006/relationships/image" Target="../media/image96.png"/></Relationships>
</file>

<file path=ppt/slides/_rels/slide8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1027">
            <a:extLst>
              <a:ext uri="{FF2B5EF4-FFF2-40B4-BE49-F238E27FC236}">
                <a16:creationId xmlns:a16="http://schemas.microsoft.com/office/drawing/2014/main" id="{248535E3-6B0B-E1D8-9717-427E36E84EA0}"/>
              </a:ext>
            </a:extLst>
          </p:cNvPr>
          <p:cNvSpPr>
            <a:spLocks noGrp="1" noChangeArrowheads="1"/>
          </p:cNvSpPr>
          <p:nvPr>
            <p:ph type="subTitle" idx="4294967295"/>
          </p:nvPr>
        </p:nvSpPr>
        <p:spPr>
          <a:xfrm>
            <a:off x="2740025" y="4524375"/>
            <a:ext cx="7927975" cy="1462088"/>
          </a:xfrm>
        </p:spPr>
        <p:txBody>
          <a:bodyPr/>
          <a:lstStyle/>
          <a:p>
            <a:pPr marL="0" indent="0" algn="ctr" eaLnBrk="1" hangingPunct="1">
              <a:buFont typeface="Arial" panose="020B0604020202020204" pitchFamily="34" charset="0"/>
              <a:buNone/>
            </a:pPr>
            <a:r>
              <a:rPr lang="en-US" altLang="en-US" sz="3400" i="1"/>
              <a:t>Chapter 1</a:t>
            </a:r>
          </a:p>
          <a:p>
            <a:pPr marL="0" indent="0" algn="ctr" eaLnBrk="1" hangingPunct="1">
              <a:buFont typeface="Arial" panose="020B0604020202020204" pitchFamily="34" charset="0"/>
              <a:buNone/>
            </a:pPr>
            <a:r>
              <a:rPr lang="en-US" altLang="en-US" sz="3400" i="1"/>
              <a:t>Database Systems</a:t>
            </a:r>
          </a:p>
        </p:txBody>
      </p:sp>
      <p:sp>
        <p:nvSpPr>
          <p:cNvPr id="15365" name="Footer Placeholder 5">
            <a:extLst>
              <a:ext uri="{FF2B5EF4-FFF2-40B4-BE49-F238E27FC236}">
                <a16:creationId xmlns:a16="http://schemas.microsoft.com/office/drawing/2014/main" id="{AAF4E8F2-2222-1382-2DBB-5EDCE12E239C}"/>
              </a:ext>
            </a:extLst>
          </p:cNvPr>
          <p:cNvSpPr>
            <a:spLocks noGrp="1" noChangeArrowheads="1"/>
          </p:cNvSpPr>
          <p:nvPr>
            <p:ph type="ftr"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UFCFFS-30-1– Foundations of Computing</a:t>
            </a:r>
            <a:endParaRPr lang="en-US" altLang="en-US" sz="1000" dirty="0">
              <a:solidFill>
                <a:schemeClr val="bg1"/>
              </a:solidFill>
            </a:endParaRPr>
          </a:p>
        </p:txBody>
      </p:sp>
      <p:sp>
        <p:nvSpPr>
          <p:cNvPr id="7" name="Slide Number Placeholder 6">
            <a:extLst>
              <a:ext uri="{FF2B5EF4-FFF2-40B4-BE49-F238E27FC236}">
                <a16:creationId xmlns:a16="http://schemas.microsoft.com/office/drawing/2014/main" id="{D8A4F77A-56CD-A304-C081-F43792560CE5}"/>
              </a:ext>
            </a:extLst>
          </p:cNvPr>
          <p:cNvSpPr>
            <a:spLocks noGrp="1"/>
          </p:cNvSpPr>
          <p:nvPr>
            <p:ph type="sldNum" sz="quarter" idx="11"/>
          </p:nvPr>
        </p:nvSpPr>
        <p:spPr/>
        <p:txBody>
          <a:bodyPr/>
          <a:lstStyle/>
          <a:p>
            <a:pPr>
              <a:defRPr/>
            </a:pPr>
            <a:endParaRPr lang="en-US" dirty="0"/>
          </a:p>
        </p:txBody>
      </p:sp>
      <p:pic>
        <p:nvPicPr>
          <p:cNvPr id="3" name="Picture 2">
            <a:extLst>
              <a:ext uri="{FF2B5EF4-FFF2-40B4-BE49-F238E27FC236}">
                <a16:creationId xmlns:a16="http://schemas.microsoft.com/office/drawing/2014/main" id="{01FE6265-9601-66BB-50D8-1BF905EEE05F}"/>
              </a:ext>
            </a:extLst>
          </p:cNvPr>
          <p:cNvPicPr>
            <a:picLocks noChangeAspect="1"/>
          </p:cNvPicPr>
          <p:nvPr/>
        </p:nvPicPr>
        <p:blipFill>
          <a:blip r:embed="rId3"/>
          <a:stretch>
            <a:fillRect/>
          </a:stretch>
        </p:blipFill>
        <p:spPr>
          <a:xfrm>
            <a:off x="3281548" y="0"/>
            <a:ext cx="5628904"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FFC1CF-C6D1-C190-5CBD-BA8BD4CDF186}"/>
              </a:ext>
            </a:extLst>
          </p:cNvPr>
          <p:cNvSpPr>
            <a:spLocks noGrp="1" noChangeArrowheads="1"/>
          </p:cNvSpPr>
          <p:nvPr>
            <p:ph type="title"/>
          </p:nvPr>
        </p:nvSpPr>
        <p:spPr>
          <a:xfrm>
            <a:off x="1752600" y="304800"/>
            <a:ext cx="9601200" cy="1325563"/>
          </a:xfrm>
        </p:spPr>
        <p:txBody>
          <a:bodyPr/>
          <a:lstStyle/>
          <a:p>
            <a:pPr algn="ctr" eaLnBrk="1" hangingPunct="1"/>
            <a:r>
              <a:rPr lang="en-US" altLang="en-US" dirty="0"/>
              <a:t>Faculty of Computer Science</a:t>
            </a:r>
          </a:p>
        </p:txBody>
      </p:sp>
      <p:sp>
        <p:nvSpPr>
          <p:cNvPr id="3" name="Title 1">
            <a:extLst>
              <a:ext uri="{FF2B5EF4-FFF2-40B4-BE49-F238E27FC236}">
                <a16:creationId xmlns:a16="http://schemas.microsoft.com/office/drawing/2014/main" id="{650F7E22-523E-06DC-63AF-3DDDA301838E}"/>
              </a:ext>
            </a:extLst>
          </p:cNvPr>
          <p:cNvSpPr txBox="1">
            <a:spLocks/>
          </p:cNvSpPr>
          <p:nvPr/>
        </p:nvSpPr>
        <p:spPr bwMode="auto">
          <a:xfrm>
            <a:off x="838200" y="1828800"/>
            <a:ext cx="10515600" cy="3657600"/>
          </a:xfrm>
          <a:prstGeom prst="rect">
            <a:avLst/>
          </a:prstGeom>
          <a:noFill/>
          <a:ln>
            <a:noFill/>
          </a:ln>
        </p:spPr>
        <p:txBody>
          <a:bodyPr anchor="ctr"/>
          <a:lstStyle>
            <a:lvl1pPr algn="l" defTabSz="685800" rtl="0" fontAlgn="base">
              <a:lnSpc>
                <a:spcPct val="90000"/>
              </a:lnSpc>
              <a:spcBef>
                <a:spcPct val="0"/>
              </a:spcBef>
              <a:spcAft>
                <a:spcPct val="0"/>
              </a:spcAft>
              <a:defRPr sz="3300" kern="1200">
                <a:solidFill>
                  <a:schemeClr val="bg1"/>
                </a:solidFill>
                <a:latin typeface="Arial" panose="020B0604020202020204" pitchFamily="34" charset="0"/>
                <a:ea typeface="+mj-ea"/>
                <a:cs typeface="Arial" panose="020B0604020202020204" pitchFamily="34" charset="0"/>
              </a:defRPr>
            </a:lvl1pPr>
            <a:lvl2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a:lstStyle>
          <a:p>
            <a:pPr eaLnBrk="1" hangingPunct="1">
              <a:buNone/>
              <a:defRPr/>
            </a:pPr>
            <a:r>
              <a:rPr lang="en-US" dirty="0"/>
              <a:t>UFCFFS-30-1– Foundations of Computing: REGULAR EXPRESSIONS AND FINITE-STATE AUTOMATA</a:t>
            </a:r>
          </a:p>
          <a:p>
            <a:pPr eaLnBrk="1" hangingPunct="1">
              <a:buNone/>
              <a:defRPr/>
            </a:pPr>
            <a:endParaRPr lang="en-US" dirty="0"/>
          </a:p>
          <a:p>
            <a:pPr marL="457200" indent="-457200" eaLnBrk="1" hangingPunct="1">
              <a:buFont typeface="Wingdings" panose="05000000000000000000" pitchFamily="2" charset="2"/>
              <a:buChar char="q"/>
              <a:defRPr/>
            </a:pPr>
            <a:r>
              <a:rPr lang="en-US" dirty="0"/>
              <a:t>Instructor: Duc Minh Vu  </a:t>
            </a:r>
          </a:p>
          <a:p>
            <a:pPr eaLnBrk="1" hangingPunct="1">
              <a:buNone/>
              <a:defRPr/>
            </a:pPr>
            <a:br>
              <a:rPr lang="en-US" dirty="0"/>
            </a:br>
            <a:endParaRPr lang="en-US" dirty="0"/>
          </a:p>
        </p:txBody>
      </p:sp>
      <p:sp>
        <p:nvSpPr>
          <p:cNvPr id="10" name="Date Placeholder 1">
            <a:extLst>
              <a:ext uri="{FF2B5EF4-FFF2-40B4-BE49-F238E27FC236}">
                <a16:creationId xmlns:a16="http://schemas.microsoft.com/office/drawing/2014/main" id="{FF2E9559-A610-6BCA-EEBA-A8DDB5882BF8}"/>
              </a:ext>
            </a:extLst>
          </p:cNvPr>
          <p:cNvSpPr txBox="1">
            <a:spLocks/>
          </p:cNvSpPr>
          <p:nvPr/>
        </p:nvSpPr>
        <p:spPr>
          <a:xfrm>
            <a:off x="0" y="6600827"/>
            <a:ext cx="2743200" cy="257175"/>
          </a:xfrm>
          <a:prstGeom prst="rect">
            <a:avLst/>
          </a:prstGeom>
          <a:ln/>
        </p:spPr>
        <p:txBody>
          <a:bodyPr/>
          <a:lstStyle>
            <a:defPPr>
              <a:defRPr lang="en-US"/>
            </a:defPPr>
            <a:lvl1pPr algn="l" rtl="0" eaLnBrk="0" fontAlgn="base" hangingPunct="0">
              <a:spcBef>
                <a:spcPct val="20000"/>
              </a:spcBef>
              <a:spcAft>
                <a:spcPct val="0"/>
              </a:spcAft>
              <a:buClr>
                <a:srgbClr val="FF6600"/>
              </a:buClr>
              <a:buSzPct val="75000"/>
              <a:buFont typeface="Monotype Sorts" charset="2"/>
              <a:buChar char="l"/>
              <a:defRPr sz="750"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51F7BAB8-80DB-4E62-842E-B5FE49FBC773}" type="datetime1">
              <a:rPr lang="en-US" sz="1000" smtClean="0">
                <a:latin typeface="+mn-lt"/>
              </a:rPr>
              <a:pPr>
                <a:defRPr/>
              </a:pPr>
              <a:t>3/25/2024</a:t>
            </a:fld>
            <a:endParaRPr lang="en-US" sz="1000" dirty="0">
              <a:latin typeface="+mn-lt"/>
            </a:endParaRPr>
          </a:p>
        </p:txBody>
      </p:sp>
      <p:sp>
        <p:nvSpPr>
          <p:cNvPr id="11" name="Footer Placeholder 3">
            <a:extLst>
              <a:ext uri="{FF2B5EF4-FFF2-40B4-BE49-F238E27FC236}">
                <a16:creationId xmlns:a16="http://schemas.microsoft.com/office/drawing/2014/main" id="{6296C59F-53C6-1B43-72EC-A1FCFF66E337}"/>
              </a:ext>
            </a:extLst>
          </p:cNvPr>
          <p:cNvSpPr txBox="1">
            <a:spLocks/>
          </p:cNvSpPr>
          <p:nvPr/>
        </p:nvSpPr>
        <p:spPr>
          <a:xfrm>
            <a:off x="3871914" y="6604000"/>
            <a:ext cx="4967287" cy="254000"/>
          </a:xfrm>
          <a:prstGeom prst="rect">
            <a:avLst/>
          </a:prstGeom>
        </p:spPr>
        <p:txBody>
          <a:bodyPr vert="horz" lIns="91440" tIns="45720" rIns="91440" bIns="45720" rtlCol="0" anchor="ctr"/>
          <a:lstStyle>
            <a:defPPr>
              <a:defRPr lang="en-US"/>
            </a:defPPr>
            <a:lvl1pPr algn="r" defTabSz="257175" rtl="0" eaLnBrk="1" fontAlgn="auto" hangingPunct="1">
              <a:spcBef>
                <a:spcPts val="0"/>
              </a:spcBef>
              <a:spcAft>
                <a:spcPts val="0"/>
              </a:spcAft>
              <a:buClr>
                <a:srgbClr val="FF6600"/>
              </a:buClr>
              <a:buSzPct val="75000"/>
              <a:buFont typeface="Monotype Sorts" charset="2"/>
              <a:buChar char="l"/>
              <a:defRPr sz="675" kern="1200">
                <a:solidFill>
                  <a:prstClr val="white"/>
                </a:solidFill>
                <a:latin typeface="Calibri" panose="020F0502020204030204"/>
                <a:ea typeface="+mn-ea"/>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a:lstStyle>
          <a:p>
            <a:pPr algn="ctr">
              <a:buFont typeface="Monotype Sorts" charset="2"/>
              <a:buNone/>
              <a:defRPr/>
            </a:pPr>
            <a:r>
              <a:rPr lang="en-US" sz="1000" dirty="0">
                <a:latin typeface="+mn-lt"/>
              </a:rPr>
              <a:t>Data Structures and Algorithms in Python</a:t>
            </a:r>
          </a:p>
        </p:txBody>
      </p:sp>
      <p:sp>
        <p:nvSpPr>
          <p:cNvPr id="12" name="Slide Number Placeholder 4">
            <a:extLst>
              <a:ext uri="{FF2B5EF4-FFF2-40B4-BE49-F238E27FC236}">
                <a16:creationId xmlns:a16="http://schemas.microsoft.com/office/drawing/2014/main" id="{A6ECC19A-CE8F-18B3-D359-9CCECB6EABCC}"/>
              </a:ext>
            </a:extLst>
          </p:cNvPr>
          <p:cNvSpPr txBox="1">
            <a:spLocks/>
          </p:cNvSpPr>
          <p:nvPr/>
        </p:nvSpPr>
        <p:spPr>
          <a:xfrm>
            <a:off x="9448800" y="6600825"/>
            <a:ext cx="2743200" cy="274638"/>
          </a:xfrm>
          <a:prstGeom prst="rect">
            <a:avLst/>
          </a:prstGeom>
        </p:spPr>
        <p:txBody>
          <a:bodyPr vert="horz" lIns="91440" tIns="45720" rIns="91440" bIns="45720" rtlCol="0" anchor="ctr"/>
          <a:lstStyle>
            <a:defPPr>
              <a:defRPr lang="en-US"/>
            </a:defPPr>
            <a:lvl1pPr algn="l" defTabSz="257175" rtl="0" eaLnBrk="1" fontAlgn="auto" hangingPunct="1">
              <a:spcBef>
                <a:spcPts val="0"/>
              </a:spcBef>
              <a:spcAft>
                <a:spcPts val="0"/>
              </a:spcAft>
              <a:buClr>
                <a:srgbClr val="FF6600"/>
              </a:buClr>
              <a:buSzPct val="75000"/>
              <a:buFont typeface="Monotype Sorts" charset="2"/>
              <a:buChar char="l"/>
              <a:defRPr sz="675" kern="1200" smtClean="0">
                <a:solidFill>
                  <a:prstClr val="white"/>
                </a:solidFill>
                <a:latin typeface="Calibri" panose="020F0502020204030204"/>
                <a:ea typeface="+mn-ea"/>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a:lstStyle>
          <a:p>
            <a:pPr algn="r">
              <a:defRPr/>
            </a:pPr>
            <a:fld id="{34A84676-C444-4AC5-8B4E-405A7C81C0FB}" type="slidenum">
              <a:rPr lang="en-US" altLang="en-US" sz="1000" smtClean="0">
                <a:latin typeface="+mn-lt"/>
              </a:rPr>
              <a:pPr algn="r">
                <a:defRPr/>
              </a:pPr>
              <a:t>2</a:t>
            </a:fld>
            <a:endParaRPr lang="en-US" altLang="en-US" sz="1000">
              <a:latin typeface="+mn-lt"/>
            </a:endParaRPr>
          </a:p>
        </p:txBody>
      </p:sp>
      <p:pic>
        <p:nvPicPr>
          <p:cNvPr id="2052" name="Picture 4" descr="Image result for phenikaa university logo">
            <a:extLst>
              <a:ext uri="{FF2B5EF4-FFF2-40B4-BE49-F238E27FC236}">
                <a16:creationId xmlns:a16="http://schemas.microsoft.com/office/drawing/2014/main" id="{3D7535AA-4982-EE98-E7F5-2772F4EFC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09053"/>
            <a:ext cx="3352800" cy="15170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FB2FAE43-6016-F4A1-0F7F-F81955AA55B0}"/>
              </a:ext>
            </a:extLst>
          </p:cNvPr>
          <p:cNvSpPr>
            <a:spLocks noGrp="1" noChangeArrowheads="1"/>
          </p:cNvSpPr>
          <p:nvPr>
            <p:ph type="title"/>
          </p:nvPr>
        </p:nvSpPr>
        <p:spPr/>
        <p:txBody>
          <a:bodyPr/>
          <a:lstStyle/>
          <a:p>
            <a:r>
              <a:rPr lang="en-US" altLang="en-US" dirty="0">
                <a:ea typeface="ＭＳ Ｐゴシック" panose="020B0600070205080204" pitchFamily="34" charset="-128"/>
              </a:rPr>
              <a:t>Learning Objectives</a:t>
            </a:r>
          </a:p>
        </p:txBody>
      </p:sp>
      <p:sp>
        <p:nvSpPr>
          <p:cNvPr id="3075" name="Rectangle 5">
            <a:extLst>
              <a:ext uri="{FF2B5EF4-FFF2-40B4-BE49-F238E27FC236}">
                <a16:creationId xmlns:a16="http://schemas.microsoft.com/office/drawing/2014/main" id="{D864084F-6DEF-3D43-730D-5A6F7F703797}"/>
              </a:ext>
            </a:extLst>
          </p:cNvPr>
          <p:cNvSpPr>
            <a:spLocks noGrp="1" noChangeArrowheads="1"/>
          </p:cNvSpPr>
          <p:nvPr>
            <p:ph idx="1"/>
          </p:nvPr>
        </p:nvSpPr>
        <p:spPr/>
        <p:txBody>
          <a:bodyPr/>
          <a:lstStyle/>
          <a:p>
            <a:pPr marL="457200" indent="-457200">
              <a:buAutoNum type="arabicPeriod"/>
            </a:pPr>
            <a:r>
              <a:rPr lang="en-US" b="0" i="0" dirty="0">
                <a:effectLst/>
                <a:latin typeface="NewsGothicStd"/>
              </a:rPr>
              <a:t>Formal Languages and Regular Expressions</a:t>
            </a:r>
          </a:p>
          <a:p>
            <a:pPr marL="457200" indent="-457200">
              <a:buAutoNum type="arabicPeriod"/>
            </a:pPr>
            <a:r>
              <a:rPr lang="en-US" b="0" i="0" dirty="0">
                <a:effectLst/>
                <a:latin typeface="NewsGothicStd"/>
              </a:rPr>
              <a:t>Finite-State Automata</a:t>
            </a:r>
          </a:p>
          <a:p>
            <a:pPr marL="457200" indent="-457200">
              <a:buAutoNum type="arabicPeriod"/>
            </a:pPr>
            <a:r>
              <a:rPr lang="en-US" dirty="0">
                <a:latin typeface="NewsGothicStd"/>
              </a:rPr>
              <a:t>Simplifying Finite-State Automata</a:t>
            </a:r>
          </a:p>
          <a:p>
            <a:pPr marL="0" indent="0">
              <a:buNone/>
            </a:pPr>
            <a:endParaRPr lang="en-US" b="0" i="0" dirty="0">
              <a:effectLst/>
              <a:latin typeface="NewsGothicStd"/>
            </a:endParaRPr>
          </a:p>
          <a:p>
            <a:pPr marL="457200" indent="-457200">
              <a:buAutoNum type="arabicPeriod"/>
            </a:pPr>
            <a:endParaRPr lang="en-US" altLang="en-US" sz="3200" dirty="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33B50547-D408-5F4B-F3A4-A9C3C269A94C}"/>
              </a:ext>
            </a:extLst>
          </p:cNvPr>
          <p:cNvSpPr>
            <a:spLocks noGrp="1"/>
          </p:cNvSpPr>
          <p:nvPr>
            <p:ph type="ftr" sz="quarter" idx="11"/>
          </p:nvPr>
        </p:nvSpPr>
        <p:spPr/>
        <p:txBody>
          <a:bodyPr/>
          <a:lstStyle/>
          <a:p>
            <a:pPr>
              <a:defRPr/>
            </a:pPr>
            <a:r>
              <a:rPr lang="en-US"/>
              <a:t>UFCFFS-30-1– Foundations of Computing</a:t>
            </a:r>
            <a:endParaRPr lang="en-US" dirty="0"/>
          </a:p>
        </p:txBody>
      </p:sp>
      <p:sp>
        <p:nvSpPr>
          <p:cNvPr id="5" name="Slide Number Placeholder 4">
            <a:extLst>
              <a:ext uri="{FF2B5EF4-FFF2-40B4-BE49-F238E27FC236}">
                <a16:creationId xmlns:a16="http://schemas.microsoft.com/office/drawing/2014/main" id="{129ED99F-0129-AEE9-074F-E711FBCBBAE5}"/>
              </a:ext>
            </a:extLst>
          </p:cNvPr>
          <p:cNvSpPr>
            <a:spLocks noGrp="1"/>
          </p:cNvSpPr>
          <p:nvPr>
            <p:ph type="sldNum" sz="quarter" idx="10"/>
          </p:nvPr>
        </p:nvSpPr>
        <p:spPr/>
        <p:txBody>
          <a:bodyPr/>
          <a:lstStyle/>
          <a:p>
            <a:pPr>
              <a:defRPr/>
            </a:pPr>
            <a:fld id="{34A84676-C444-4AC5-8B4E-405A7C81C0FB}"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DDBF-D288-B674-6994-1AFADB1DE3FE}"/>
              </a:ext>
            </a:extLst>
          </p:cNvPr>
          <p:cNvSpPr>
            <a:spLocks noGrp="1"/>
          </p:cNvSpPr>
          <p:nvPr>
            <p:ph type="title"/>
          </p:nvPr>
        </p:nvSpPr>
        <p:spPr/>
        <p:txBody>
          <a:bodyPr/>
          <a:lstStyle/>
          <a:p>
            <a:r>
              <a:rPr lang="en-US" dirty="0"/>
              <a:t>Reading</a:t>
            </a:r>
          </a:p>
        </p:txBody>
      </p:sp>
      <p:sp>
        <p:nvSpPr>
          <p:cNvPr id="3" name="Content Placeholder 2">
            <a:extLst>
              <a:ext uri="{FF2B5EF4-FFF2-40B4-BE49-F238E27FC236}">
                <a16:creationId xmlns:a16="http://schemas.microsoft.com/office/drawing/2014/main" id="{7E1FE43E-03F2-440B-8D5E-698364127446}"/>
              </a:ext>
            </a:extLst>
          </p:cNvPr>
          <p:cNvSpPr>
            <a:spLocks noGrp="1"/>
          </p:cNvSpPr>
          <p:nvPr>
            <p:ph idx="1"/>
          </p:nvPr>
        </p:nvSpPr>
        <p:spPr/>
        <p:txBody>
          <a:bodyPr/>
          <a:lstStyle/>
          <a:p>
            <a:r>
              <a:rPr lang="en-US" dirty="0"/>
              <a:t>Chapter 12 - Discrete Mathematics with Applications 5th Edition (Susanna’s Book)</a:t>
            </a:r>
          </a:p>
          <a:p>
            <a:r>
              <a:rPr lang="en-US" dirty="0"/>
              <a:t>Chapter 13 – Discrete Mathematics and Its Applications 7</a:t>
            </a:r>
            <a:r>
              <a:rPr lang="en-US" baseline="30000" dirty="0"/>
              <a:t>th</a:t>
            </a:r>
            <a:r>
              <a:rPr lang="en-US" dirty="0"/>
              <a:t> Edition (Kenneth Rosen’s book)</a:t>
            </a:r>
          </a:p>
          <a:p>
            <a:endParaRPr lang="en-US" dirty="0"/>
          </a:p>
        </p:txBody>
      </p:sp>
      <p:sp>
        <p:nvSpPr>
          <p:cNvPr id="4" name="Slide Number Placeholder 3">
            <a:extLst>
              <a:ext uri="{FF2B5EF4-FFF2-40B4-BE49-F238E27FC236}">
                <a16:creationId xmlns:a16="http://schemas.microsoft.com/office/drawing/2014/main" id="{2A8FCD2C-F367-819F-A356-2ADFD07EF1DC}"/>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a:t>
            </a:fld>
            <a:endParaRPr lang="en-US" altLang="en-US" dirty="0"/>
          </a:p>
        </p:txBody>
      </p:sp>
      <p:sp>
        <p:nvSpPr>
          <p:cNvPr id="5" name="Footer Placeholder 4">
            <a:extLst>
              <a:ext uri="{FF2B5EF4-FFF2-40B4-BE49-F238E27FC236}">
                <a16:creationId xmlns:a16="http://schemas.microsoft.com/office/drawing/2014/main" id="{F2B42861-13F3-E25B-8552-20B119EF1217}"/>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1417511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617C1-FF23-C9FD-7F2E-E724C5495015}"/>
              </a:ext>
            </a:extLst>
          </p:cNvPr>
          <p:cNvSpPr>
            <a:spLocks noGrp="1"/>
          </p:cNvSpPr>
          <p:nvPr>
            <p:ph type="title"/>
          </p:nvPr>
        </p:nvSpPr>
        <p:spPr/>
        <p:txBody>
          <a:bodyPr/>
          <a:lstStyle/>
          <a:p>
            <a:r>
              <a:rPr lang="en-US" dirty="0"/>
              <a:t>Formal Languages and Regular Expressions</a:t>
            </a:r>
          </a:p>
        </p:txBody>
      </p:sp>
      <p:sp>
        <p:nvSpPr>
          <p:cNvPr id="3" name="Slide Number Placeholder 2">
            <a:extLst>
              <a:ext uri="{FF2B5EF4-FFF2-40B4-BE49-F238E27FC236}">
                <a16:creationId xmlns:a16="http://schemas.microsoft.com/office/drawing/2014/main" id="{8E26DAC0-21F0-838C-4732-5C9754E3ED5C}"/>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5</a:t>
            </a:fld>
            <a:endParaRPr lang="en-US" dirty="0"/>
          </a:p>
        </p:txBody>
      </p:sp>
      <p:sp>
        <p:nvSpPr>
          <p:cNvPr id="4" name="Footer Placeholder 3">
            <a:extLst>
              <a:ext uri="{FF2B5EF4-FFF2-40B4-BE49-F238E27FC236}">
                <a16:creationId xmlns:a16="http://schemas.microsoft.com/office/drawing/2014/main" id="{B0424859-5C82-174B-F0C7-0CB85C857E4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2301579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0D62E-C14D-30D2-15A3-317D6E28A5C1}"/>
              </a:ext>
            </a:extLst>
          </p:cNvPr>
          <p:cNvSpPr>
            <a:spLocks noGrp="1"/>
          </p:cNvSpPr>
          <p:nvPr>
            <p:ph type="title"/>
          </p:nvPr>
        </p:nvSpPr>
        <p:spPr/>
        <p:txBody>
          <a:bodyPr/>
          <a:lstStyle/>
          <a:p>
            <a:r>
              <a:rPr lang="en-US" dirty="0"/>
              <a:t>12.1 Formal Languages and Regular Expressions</a:t>
            </a:r>
          </a:p>
        </p:txBody>
      </p:sp>
      <p:sp>
        <p:nvSpPr>
          <p:cNvPr id="3" name="Content Placeholder 2">
            <a:extLst>
              <a:ext uri="{FF2B5EF4-FFF2-40B4-BE49-F238E27FC236}">
                <a16:creationId xmlns:a16="http://schemas.microsoft.com/office/drawing/2014/main" id="{7240223A-6B45-96BC-D12C-7818B2269BFE}"/>
              </a:ext>
            </a:extLst>
          </p:cNvPr>
          <p:cNvSpPr>
            <a:spLocks noGrp="1"/>
          </p:cNvSpPr>
          <p:nvPr>
            <p:ph idx="1"/>
          </p:nvPr>
        </p:nvSpPr>
        <p:spPr/>
        <p:txBody>
          <a:bodyPr/>
          <a:lstStyle/>
          <a:p>
            <a:r>
              <a:rPr lang="en-US" sz="1800" b="0" i="0" dirty="0">
                <a:solidFill>
                  <a:srgbClr val="242021"/>
                </a:solidFill>
                <a:effectLst/>
                <a:latin typeface="TimesLTStd-Roman"/>
              </a:rPr>
              <a:t>An English sentence can be regarded as a string of words, and an English word can be regarded as a string of letters</a:t>
            </a:r>
            <a:r>
              <a:rPr lang="en-US" dirty="0"/>
              <a:t> </a:t>
            </a:r>
          </a:p>
          <a:p>
            <a:r>
              <a:rPr lang="en-US" sz="1800" b="0" i="0" dirty="0">
                <a:solidFill>
                  <a:srgbClr val="242021"/>
                </a:solidFill>
                <a:effectLst/>
                <a:latin typeface="TimesLTStd-Roman"/>
              </a:rPr>
              <a:t>Computer languages are similar to English in that certain strings of characters are legitimate words of the language and certain strings of words can be put together according to certain rules to form syntactically correct programs</a:t>
            </a:r>
            <a:r>
              <a:rPr lang="en-US" dirty="0"/>
              <a:t> </a:t>
            </a:r>
          </a:p>
          <a:p>
            <a:r>
              <a:rPr lang="en-US" sz="1800" b="0" i="0" dirty="0">
                <a:solidFill>
                  <a:srgbClr val="242021"/>
                </a:solidFill>
                <a:effectLst/>
                <a:latin typeface="TimesLTStd-Roman"/>
              </a:rPr>
              <a:t>A compiler for a computer language analyzes the stream of characters in a program—first to recognize individual word and sentence units, then to analyze the syntax, or grammar, of the sentences, and finally to</a:t>
            </a:r>
            <a:br>
              <a:rPr lang="en-US" sz="1800" b="0" i="0" dirty="0">
                <a:solidFill>
                  <a:srgbClr val="242021"/>
                </a:solidFill>
                <a:effectLst/>
                <a:latin typeface="TimesLTStd-Roman"/>
              </a:rPr>
            </a:br>
            <a:r>
              <a:rPr lang="en-US" sz="1800" b="0" i="0" dirty="0">
                <a:solidFill>
                  <a:srgbClr val="242021"/>
                </a:solidFill>
                <a:effectLst/>
                <a:latin typeface="TimesLTStd-Roman"/>
              </a:rPr>
              <a:t>translate the sentences into machine code.</a:t>
            </a:r>
            <a:br>
              <a:rPr lang="en-US" dirty="0"/>
            </a:br>
            <a:br>
              <a:rPr lang="en-US" dirty="0"/>
            </a:br>
            <a:endParaRPr lang="en-US" dirty="0"/>
          </a:p>
        </p:txBody>
      </p:sp>
      <p:sp>
        <p:nvSpPr>
          <p:cNvPr id="4" name="Slide Number Placeholder 3">
            <a:extLst>
              <a:ext uri="{FF2B5EF4-FFF2-40B4-BE49-F238E27FC236}">
                <a16:creationId xmlns:a16="http://schemas.microsoft.com/office/drawing/2014/main" id="{D0B17827-D241-75BB-8715-EDA2AFC1868D}"/>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6</a:t>
            </a:fld>
            <a:endParaRPr lang="en-US" altLang="en-US" dirty="0"/>
          </a:p>
        </p:txBody>
      </p:sp>
      <p:sp>
        <p:nvSpPr>
          <p:cNvPr id="5" name="Footer Placeholder 4">
            <a:extLst>
              <a:ext uri="{FF2B5EF4-FFF2-40B4-BE49-F238E27FC236}">
                <a16:creationId xmlns:a16="http://schemas.microsoft.com/office/drawing/2014/main" id="{52CE63E7-3E94-6E00-7B92-886840C8301F}"/>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332250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0402C-4B72-6C9C-4A72-CCC960BAD2A9}"/>
              </a:ext>
            </a:extLst>
          </p:cNvPr>
          <p:cNvSpPr>
            <a:spLocks noGrp="1"/>
          </p:cNvSpPr>
          <p:nvPr>
            <p:ph type="title"/>
          </p:nvPr>
        </p:nvSpPr>
        <p:spPr/>
        <p:txBody>
          <a:bodyPr/>
          <a:lstStyle/>
          <a:p>
            <a:r>
              <a:rPr lang="en-US" dirty="0"/>
              <a:t>Formal Languages and Regular Expressions</a:t>
            </a:r>
          </a:p>
        </p:txBody>
      </p:sp>
      <p:sp>
        <p:nvSpPr>
          <p:cNvPr id="3" name="Content Placeholder 2">
            <a:extLst>
              <a:ext uri="{FF2B5EF4-FFF2-40B4-BE49-F238E27FC236}">
                <a16:creationId xmlns:a16="http://schemas.microsoft.com/office/drawing/2014/main" id="{6513F828-61A2-A197-CDD0-66B04B80F4D6}"/>
              </a:ext>
            </a:extLst>
          </p:cNvPr>
          <p:cNvSpPr>
            <a:spLocks noGrp="1"/>
          </p:cNvSpPr>
          <p:nvPr>
            <p:ph idx="1"/>
          </p:nvPr>
        </p:nvSpPr>
        <p:spPr/>
        <p:txBody>
          <a:bodyPr/>
          <a:lstStyle/>
          <a:p>
            <a:r>
              <a:rPr lang="en-US" sz="1800" b="1" i="0" dirty="0">
                <a:solidFill>
                  <a:srgbClr val="00ADEE"/>
                </a:solidFill>
                <a:effectLst/>
                <a:latin typeface="KievitOT-Bold"/>
              </a:rPr>
              <a:t>Note </a:t>
            </a:r>
            <a:r>
              <a:rPr lang="en-US" sz="1800" b="0" i="0" dirty="0">
                <a:solidFill>
                  <a:srgbClr val="00ADEE"/>
                </a:solidFill>
                <a:effectLst/>
                <a:latin typeface="TimesLTStd-Roman"/>
              </a:rPr>
              <a:t>A Greek sigma is the traditional symbol used to denote an alphabet in a formal language. It is smaller than the Greek sigma used for a summation</a:t>
            </a:r>
            <a:r>
              <a:rPr lang="en-US" dirty="0"/>
              <a:t> </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B7152DF0-CE76-E7AC-7D12-03B119CA494B}"/>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7</a:t>
            </a:fld>
            <a:endParaRPr lang="en-US" altLang="en-US" dirty="0"/>
          </a:p>
        </p:txBody>
      </p:sp>
      <p:sp>
        <p:nvSpPr>
          <p:cNvPr id="5" name="Footer Placeholder 4">
            <a:extLst>
              <a:ext uri="{FF2B5EF4-FFF2-40B4-BE49-F238E27FC236}">
                <a16:creationId xmlns:a16="http://schemas.microsoft.com/office/drawing/2014/main" id="{0BF9AE53-2646-BC14-D49D-E098A03273FF}"/>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5EF01798-5794-C53B-000B-051FFE8068FA}"/>
              </a:ext>
            </a:extLst>
          </p:cNvPr>
          <p:cNvPicPr>
            <a:picLocks noChangeAspect="1"/>
          </p:cNvPicPr>
          <p:nvPr/>
        </p:nvPicPr>
        <p:blipFill>
          <a:blip r:embed="rId2"/>
          <a:stretch>
            <a:fillRect/>
          </a:stretch>
        </p:blipFill>
        <p:spPr>
          <a:xfrm>
            <a:off x="228600" y="2701923"/>
            <a:ext cx="11468100" cy="3609975"/>
          </a:xfrm>
          <a:prstGeom prst="rect">
            <a:avLst/>
          </a:prstGeom>
        </p:spPr>
      </p:pic>
    </p:spTree>
    <p:extLst>
      <p:ext uri="{BB962C8B-B14F-4D97-AF65-F5344CB8AC3E}">
        <p14:creationId xmlns:p14="http://schemas.microsoft.com/office/powerpoint/2010/main" val="1686800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8BE85-5641-FCD3-6114-4A152D377398}"/>
              </a:ext>
            </a:extLst>
          </p:cNvPr>
          <p:cNvSpPr>
            <a:spLocks noGrp="1"/>
          </p:cNvSpPr>
          <p:nvPr>
            <p:ph type="title"/>
          </p:nvPr>
        </p:nvSpPr>
        <p:spPr/>
        <p:txBody>
          <a:bodyPr/>
          <a:lstStyle/>
          <a:p>
            <a:r>
              <a:rPr lang="en-US" dirty="0"/>
              <a:t>Example 12.1.1 - Examples of Formal Languages</a:t>
            </a:r>
          </a:p>
        </p:txBody>
      </p:sp>
      <p:sp>
        <p:nvSpPr>
          <p:cNvPr id="3" name="Content Placeholder 2">
            <a:extLst>
              <a:ext uri="{FF2B5EF4-FFF2-40B4-BE49-F238E27FC236}">
                <a16:creationId xmlns:a16="http://schemas.microsoft.com/office/drawing/2014/main" id="{6BB622DE-7B11-BD4B-B0D6-74D4F45951B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7D95A23-411F-3D27-BB2D-2AE507F253AC}"/>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8</a:t>
            </a:fld>
            <a:endParaRPr lang="en-US" altLang="en-US" dirty="0"/>
          </a:p>
        </p:txBody>
      </p:sp>
      <p:sp>
        <p:nvSpPr>
          <p:cNvPr id="5" name="Footer Placeholder 4">
            <a:extLst>
              <a:ext uri="{FF2B5EF4-FFF2-40B4-BE49-F238E27FC236}">
                <a16:creationId xmlns:a16="http://schemas.microsoft.com/office/drawing/2014/main" id="{290B86B2-B7A3-7844-EA2D-079425015776}"/>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0CA95739-8423-95F9-BBF9-D532E5676F77}"/>
              </a:ext>
            </a:extLst>
          </p:cNvPr>
          <p:cNvPicPr>
            <a:picLocks noChangeAspect="1"/>
          </p:cNvPicPr>
          <p:nvPr/>
        </p:nvPicPr>
        <p:blipFill>
          <a:blip r:embed="rId2"/>
          <a:stretch>
            <a:fillRect/>
          </a:stretch>
        </p:blipFill>
        <p:spPr>
          <a:xfrm>
            <a:off x="214312" y="2420144"/>
            <a:ext cx="11763375" cy="3162300"/>
          </a:xfrm>
          <a:prstGeom prst="rect">
            <a:avLst/>
          </a:prstGeom>
        </p:spPr>
      </p:pic>
    </p:spTree>
    <p:extLst>
      <p:ext uri="{BB962C8B-B14F-4D97-AF65-F5344CB8AC3E}">
        <p14:creationId xmlns:p14="http://schemas.microsoft.com/office/powerpoint/2010/main" val="1159787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E2C4C8-9D31-681A-5795-5E3A90E9AA3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9</a:t>
            </a:fld>
            <a:endParaRPr lang="en-US" dirty="0"/>
          </a:p>
        </p:txBody>
      </p:sp>
      <p:sp>
        <p:nvSpPr>
          <p:cNvPr id="3" name="Footer Placeholder 2">
            <a:extLst>
              <a:ext uri="{FF2B5EF4-FFF2-40B4-BE49-F238E27FC236}">
                <a16:creationId xmlns:a16="http://schemas.microsoft.com/office/drawing/2014/main" id="{7240879F-3E09-6737-AE68-5BCE93829EEF}"/>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0BDBB5E1-5935-D726-DDF4-2A7D27CF9113}"/>
              </a:ext>
            </a:extLst>
          </p:cNvPr>
          <p:cNvPicPr>
            <a:picLocks noChangeAspect="1"/>
          </p:cNvPicPr>
          <p:nvPr/>
        </p:nvPicPr>
        <p:blipFill>
          <a:blip r:embed="rId2"/>
          <a:stretch>
            <a:fillRect/>
          </a:stretch>
        </p:blipFill>
        <p:spPr>
          <a:xfrm>
            <a:off x="195262" y="785812"/>
            <a:ext cx="11801475" cy="5286375"/>
          </a:xfrm>
          <a:prstGeom prst="rect">
            <a:avLst/>
          </a:prstGeom>
        </p:spPr>
      </p:pic>
    </p:spTree>
    <p:extLst>
      <p:ext uri="{BB962C8B-B14F-4D97-AF65-F5344CB8AC3E}">
        <p14:creationId xmlns:p14="http://schemas.microsoft.com/office/powerpoint/2010/main" val="3225465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3A6F3F-7D14-8991-BCFC-BF053750712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10</a:t>
            </a:fld>
            <a:endParaRPr lang="en-US" dirty="0"/>
          </a:p>
        </p:txBody>
      </p:sp>
      <p:sp>
        <p:nvSpPr>
          <p:cNvPr id="3" name="Footer Placeholder 2">
            <a:extLst>
              <a:ext uri="{FF2B5EF4-FFF2-40B4-BE49-F238E27FC236}">
                <a16:creationId xmlns:a16="http://schemas.microsoft.com/office/drawing/2014/main" id="{B050D591-F521-EA52-0785-FA2625AB5D0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59EDC909-A602-0E80-7B54-9AE6390C77F7}"/>
              </a:ext>
            </a:extLst>
          </p:cNvPr>
          <p:cNvPicPr>
            <a:picLocks noChangeAspect="1"/>
          </p:cNvPicPr>
          <p:nvPr/>
        </p:nvPicPr>
        <p:blipFill>
          <a:blip r:embed="rId2"/>
          <a:stretch>
            <a:fillRect/>
          </a:stretch>
        </p:blipFill>
        <p:spPr>
          <a:xfrm>
            <a:off x="276225" y="1109662"/>
            <a:ext cx="11639550" cy="4638675"/>
          </a:xfrm>
          <a:prstGeom prst="rect">
            <a:avLst/>
          </a:prstGeom>
        </p:spPr>
      </p:pic>
    </p:spTree>
    <p:extLst>
      <p:ext uri="{BB962C8B-B14F-4D97-AF65-F5344CB8AC3E}">
        <p14:creationId xmlns:p14="http://schemas.microsoft.com/office/powerpoint/2010/main" val="4037582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06DE77-6488-A3B2-18F6-E5735C072B3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11</a:t>
            </a:fld>
            <a:endParaRPr lang="en-US" dirty="0"/>
          </a:p>
        </p:txBody>
      </p:sp>
      <p:sp>
        <p:nvSpPr>
          <p:cNvPr id="3" name="Footer Placeholder 2">
            <a:extLst>
              <a:ext uri="{FF2B5EF4-FFF2-40B4-BE49-F238E27FC236}">
                <a16:creationId xmlns:a16="http://schemas.microsoft.com/office/drawing/2014/main" id="{EE2B97EE-A73D-D284-727C-F6FBBECEC7A3}"/>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4CBD3BC-C1BC-6168-CA10-162A6C8FFD0D}"/>
              </a:ext>
            </a:extLst>
          </p:cNvPr>
          <p:cNvPicPr>
            <a:picLocks noChangeAspect="1"/>
          </p:cNvPicPr>
          <p:nvPr/>
        </p:nvPicPr>
        <p:blipFill>
          <a:blip r:embed="rId2"/>
          <a:stretch>
            <a:fillRect/>
          </a:stretch>
        </p:blipFill>
        <p:spPr>
          <a:xfrm>
            <a:off x="0" y="2113347"/>
            <a:ext cx="12192000" cy="2631306"/>
          </a:xfrm>
          <a:prstGeom prst="rect">
            <a:avLst/>
          </a:prstGeom>
        </p:spPr>
      </p:pic>
    </p:spTree>
    <p:extLst>
      <p:ext uri="{BB962C8B-B14F-4D97-AF65-F5344CB8AC3E}">
        <p14:creationId xmlns:p14="http://schemas.microsoft.com/office/powerpoint/2010/main" val="2436902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DAA6BD-F07C-4368-694C-7FFCFDE2F6B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12</a:t>
            </a:fld>
            <a:endParaRPr lang="en-US" dirty="0"/>
          </a:p>
        </p:txBody>
      </p:sp>
      <p:sp>
        <p:nvSpPr>
          <p:cNvPr id="3" name="Footer Placeholder 2">
            <a:extLst>
              <a:ext uri="{FF2B5EF4-FFF2-40B4-BE49-F238E27FC236}">
                <a16:creationId xmlns:a16="http://schemas.microsoft.com/office/drawing/2014/main" id="{E757F29F-8148-E607-F93F-1EC103D225E0}"/>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52EACF94-339F-C992-2E23-89A3EF9E0DCE}"/>
              </a:ext>
            </a:extLst>
          </p:cNvPr>
          <p:cNvPicPr>
            <a:picLocks noChangeAspect="1"/>
          </p:cNvPicPr>
          <p:nvPr/>
        </p:nvPicPr>
        <p:blipFill>
          <a:blip r:embed="rId2"/>
          <a:stretch>
            <a:fillRect/>
          </a:stretch>
        </p:blipFill>
        <p:spPr>
          <a:xfrm>
            <a:off x="285750" y="461962"/>
            <a:ext cx="11620500" cy="5934075"/>
          </a:xfrm>
          <a:prstGeom prst="rect">
            <a:avLst/>
          </a:prstGeom>
        </p:spPr>
      </p:pic>
    </p:spTree>
    <p:extLst>
      <p:ext uri="{BB962C8B-B14F-4D97-AF65-F5344CB8AC3E}">
        <p14:creationId xmlns:p14="http://schemas.microsoft.com/office/powerpoint/2010/main" val="2768549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D92922-A8B0-2815-8516-F7BAADA0C89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13</a:t>
            </a:fld>
            <a:endParaRPr lang="en-US" dirty="0"/>
          </a:p>
        </p:txBody>
      </p:sp>
      <p:sp>
        <p:nvSpPr>
          <p:cNvPr id="3" name="Footer Placeholder 2">
            <a:extLst>
              <a:ext uri="{FF2B5EF4-FFF2-40B4-BE49-F238E27FC236}">
                <a16:creationId xmlns:a16="http://schemas.microsoft.com/office/drawing/2014/main" id="{42149D03-9108-FE10-E64D-F82FCF1D1A70}"/>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B1B7F98-31A2-8DA8-40D6-C0A8B9A76461}"/>
              </a:ext>
            </a:extLst>
          </p:cNvPr>
          <p:cNvPicPr>
            <a:picLocks noChangeAspect="1"/>
          </p:cNvPicPr>
          <p:nvPr/>
        </p:nvPicPr>
        <p:blipFill>
          <a:blip r:embed="rId2"/>
          <a:stretch>
            <a:fillRect/>
          </a:stretch>
        </p:blipFill>
        <p:spPr>
          <a:xfrm>
            <a:off x="342900" y="419100"/>
            <a:ext cx="11506200" cy="6019800"/>
          </a:xfrm>
          <a:prstGeom prst="rect">
            <a:avLst/>
          </a:prstGeom>
        </p:spPr>
      </p:pic>
    </p:spTree>
    <p:extLst>
      <p:ext uri="{BB962C8B-B14F-4D97-AF65-F5344CB8AC3E}">
        <p14:creationId xmlns:p14="http://schemas.microsoft.com/office/powerpoint/2010/main" val="3753993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43DACD-947B-3795-BEEF-6BF7ADB7A44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14</a:t>
            </a:fld>
            <a:endParaRPr lang="en-US" dirty="0"/>
          </a:p>
        </p:txBody>
      </p:sp>
      <p:sp>
        <p:nvSpPr>
          <p:cNvPr id="3" name="Footer Placeholder 2">
            <a:extLst>
              <a:ext uri="{FF2B5EF4-FFF2-40B4-BE49-F238E27FC236}">
                <a16:creationId xmlns:a16="http://schemas.microsoft.com/office/drawing/2014/main" id="{C8E05FDC-E8B9-A3AB-A343-41042467968F}"/>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C8842294-C16C-88B9-DDD1-7091F2DC89BB}"/>
              </a:ext>
            </a:extLst>
          </p:cNvPr>
          <p:cNvPicPr>
            <a:picLocks noChangeAspect="1"/>
          </p:cNvPicPr>
          <p:nvPr/>
        </p:nvPicPr>
        <p:blipFill>
          <a:blip r:embed="rId2"/>
          <a:stretch>
            <a:fillRect/>
          </a:stretch>
        </p:blipFill>
        <p:spPr>
          <a:xfrm>
            <a:off x="304800" y="971550"/>
            <a:ext cx="11582400" cy="4914900"/>
          </a:xfrm>
          <a:prstGeom prst="rect">
            <a:avLst/>
          </a:prstGeom>
        </p:spPr>
      </p:pic>
    </p:spTree>
    <p:extLst>
      <p:ext uri="{BB962C8B-B14F-4D97-AF65-F5344CB8AC3E}">
        <p14:creationId xmlns:p14="http://schemas.microsoft.com/office/powerpoint/2010/main" val="613837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1BD51-C93E-F8C4-04DC-7B9D3BB96180}"/>
              </a:ext>
            </a:extLst>
          </p:cNvPr>
          <p:cNvSpPr>
            <a:spLocks noGrp="1"/>
          </p:cNvSpPr>
          <p:nvPr>
            <p:ph type="title"/>
          </p:nvPr>
        </p:nvSpPr>
        <p:spPr/>
        <p:txBody>
          <a:bodyPr/>
          <a:lstStyle/>
          <a:p>
            <a:r>
              <a:rPr lang="en-US" dirty="0"/>
              <a:t>The Language Defined by a Regular Expression</a:t>
            </a:r>
          </a:p>
        </p:txBody>
      </p:sp>
      <p:sp>
        <p:nvSpPr>
          <p:cNvPr id="3" name="Slide Number Placeholder 2">
            <a:extLst>
              <a:ext uri="{FF2B5EF4-FFF2-40B4-BE49-F238E27FC236}">
                <a16:creationId xmlns:a16="http://schemas.microsoft.com/office/drawing/2014/main" id="{FBA25BE7-CCBC-0C52-FE8F-28D241A5E1EE}"/>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15</a:t>
            </a:fld>
            <a:endParaRPr lang="en-US" dirty="0"/>
          </a:p>
        </p:txBody>
      </p:sp>
      <p:sp>
        <p:nvSpPr>
          <p:cNvPr id="4" name="Footer Placeholder 3">
            <a:extLst>
              <a:ext uri="{FF2B5EF4-FFF2-40B4-BE49-F238E27FC236}">
                <a16:creationId xmlns:a16="http://schemas.microsoft.com/office/drawing/2014/main" id="{E9477B54-8DAA-7FF8-3133-546269308A11}"/>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3020312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256644-32CC-9B02-FEBC-D095DB8011C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16</a:t>
            </a:fld>
            <a:endParaRPr lang="en-US" dirty="0"/>
          </a:p>
        </p:txBody>
      </p:sp>
      <p:sp>
        <p:nvSpPr>
          <p:cNvPr id="3" name="Footer Placeholder 2">
            <a:extLst>
              <a:ext uri="{FF2B5EF4-FFF2-40B4-BE49-F238E27FC236}">
                <a16:creationId xmlns:a16="http://schemas.microsoft.com/office/drawing/2014/main" id="{5136025E-FB89-54E0-133F-34B55A1F6B78}"/>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CCFBD682-B0B8-CFBD-3CB2-87AA7F4D3CA5}"/>
              </a:ext>
            </a:extLst>
          </p:cNvPr>
          <p:cNvPicPr>
            <a:picLocks noChangeAspect="1"/>
          </p:cNvPicPr>
          <p:nvPr/>
        </p:nvPicPr>
        <p:blipFill>
          <a:blip r:embed="rId2"/>
          <a:stretch>
            <a:fillRect/>
          </a:stretch>
        </p:blipFill>
        <p:spPr>
          <a:xfrm>
            <a:off x="309562" y="714375"/>
            <a:ext cx="11572875" cy="5429250"/>
          </a:xfrm>
          <a:prstGeom prst="rect">
            <a:avLst/>
          </a:prstGeom>
        </p:spPr>
      </p:pic>
    </p:spTree>
    <p:extLst>
      <p:ext uri="{BB962C8B-B14F-4D97-AF65-F5344CB8AC3E}">
        <p14:creationId xmlns:p14="http://schemas.microsoft.com/office/powerpoint/2010/main" val="645635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0542A9-CDB7-66FE-A250-39FCB7BC7BB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17</a:t>
            </a:fld>
            <a:endParaRPr lang="en-US" dirty="0"/>
          </a:p>
        </p:txBody>
      </p:sp>
      <p:sp>
        <p:nvSpPr>
          <p:cNvPr id="3" name="Footer Placeholder 2">
            <a:extLst>
              <a:ext uri="{FF2B5EF4-FFF2-40B4-BE49-F238E27FC236}">
                <a16:creationId xmlns:a16="http://schemas.microsoft.com/office/drawing/2014/main" id="{ACE5EBBF-D625-378F-2FD6-47E382045D8B}"/>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0F85339-79F9-D5F3-E79D-E07CA24073F5}"/>
              </a:ext>
            </a:extLst>
          </p:cNvPr>
          <p:cNvPicPr>
            <a:picLocks noChangeAspect="1"/>
          </p:cNvPicPr>
          <p:nvPr/>
        </p:nvPicPr>
        <p:blipFill>
          <a:blip r:embed="rId2"/>
          <a:stretch>
            <a:fillRect/>
          </a:stretch>
        </p:blipFill>
        <p:spPr>
          <a:xfrm>
            <a:off x="90487" y="814387"/>
            <a:ext cx="12011025" cy="5229225"/>
          </a:xfrm>
          <a:prstGeom prst="rect">
            <a:avLst/>
          </a:prstGeom>
        </p:spPr>
      </p:pic>
    </p:spTree>
    <p:extLst>
      <p:ext uri="{BB962C8B-B14F-4D97-AF65-F5344CB8AC3E}">
        <p14:creationId xmlns:p14="http://schemas.microsoft.com/office/powerpoint/2010/main" val="3464642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3E08FE-C197-AEE3-50B9-848B95A1055E}"/>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18</a:t>
            </a:fld>
            <a:endParaRPr lang="en-US" dirty="0"/>
          </a:p>
        </p:txBody>
      </p:sp>
      <p:sp>
        <p:nvSpPr>
          <p:cNvPr id="3" name="Footer Placeholder 2">
            <a:extLst>
              <a:ext uri="{FF2B5EF4-FFF2-40B4-BE49-F238E27FC236}">
                <a16:creationId xmlns:a16="http://schemas.microsoft.com/office/drawing/2014/main" id="{2AB9AF7A-35A2-A523-EEFC-E88AD293C158}"/>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9C915A4B-AD39-2760-700D-AD33240821B5}"/>
              </a:ext>
            </a:extLst>
          </p:cNvPr>
          <p:cNvPicPr>
            <a:picLocks noChangeAspect="1"/>
          </p:cNvPicPr>
          <p:nvPr/>
        </p:nvPicPr>
        <p:blipFill>
          <a:blip r:embed="rId2"/>
          <a:stretch>
            <a:fillRect/>
          </a:stretch>
        </p:blipFill>
        <p:spPr>
          <a:xfrm>
            <a:off x="0" y="1848858"/>
            <a:ext cx="12192000" cy="3160284"/>
          </a:xfrm>
          <a:prstGeom prst="rect">
            <a:avLst/>
          </a:prstGeom>
        </p:spPr>
      </p:pic>
    </p:spTree>
    <p:extLst>
      <p:ext uri="{BB962C8B-B14F-4D97-AF65-F5344CB8AC3E}">
        <p14:creationId xmlns:p14="http://schemas.microsoft.com/office/powerpoint/2010/main" val="691870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98143D-1839-74C6-A932-34D62CCC93F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19</a:t>
            </a:fld>
            <a:endParaRPr lang="en-US" dirty="0"/>
          </a:p>
        </p:txBody>
      </p:sp>
      <p:sp>
        <p:nvSpPr>
          <p:cNvPr id="3" name="Footer Placeholder 2">
            <a:extLst>
              <a:ext uri="{FF2B5EF4-FFF2-40B4-BE49-F238E27FC236}">
                <a16:creationId xmlns:a16="http://schemas.microsoft.com/office/drawing/2014/main" id="{5EAB6065-496A-16B6-3DF1-B16D51A19FCA}"/>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397B29D7-428F-8830-7ED1-26A10211B2B2}"/>
              </a:ext>
            </a:extLst>
          </p:cNvPr>
          <p:cNvPicPr>
            <a:picLocks noChangeAspect="1"/>
          </p:cNvPicPr>
          <p:nvPr/>
        </p:nvPicPr>
        <p:blipFill>
          <a:blip r:embed="rId2"/>
          <a:stretch>
            <a:fillRect/>
          </a:stretch>
        </p:blipFill>
        <p:spPr>
          <a:xfrm>
            <a:off x="319087" y="1009650"/>
            <a:ext cx="11553825" cy="4838700"/>
          </a:xfrm>
          <a:prstGeom prst="rect">
            <a:avLst/>
          </a:prstGeom>
        </p:spPr>
      </p:pic>
    </p:spTree>
    <p:extLst>
      <p:ext uri="{BB962C8B-B14F-4D97-AF65-F5344CB8AC3E}">
        <p14:creationId xmlns:p14="http://schemas.microsoft.com/office/powerpoint/2010/main" val="2475942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4DE462-0E81-4104-F77F-D5B7AD4CFF9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20</a:t>
            </a:fld>
            <a:endParaRPr lang="en-US" dirty="0"/>
          </a:p>
        </p:txBody>
      </p:sp>
      <p:sp>
        <p:nvSpPr>
          <p:cNvPr id="3" name="Footer Placeholder 2">
            <a:extLst>
              <a:ext uri="{FF2B5EF4-FFF2-40B4-BE49-F238E27FC236}">
                <a16:creationId xmlns:a16="http://schemas.microsoft.com/office/drawing/2014/main" id="{4343E3D6-FBF0-AA9A-B0EE-345BD9715ABF}"/>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114D9BD2-9949-D618-D65D-D73B72784BC3}"/>
              </a:ext>
            </a:extLst>
          </p:cNvPr>
          <p:cNvPicPr>
            <a:picLocks noChangeAspect="1"/>
          </p:cNvPicPr>
          <p:nvPr/>
        </p:nvPicPr>
        <p:blipFill>
          <a:blip r:embed="rId2"/>
          <a:stretch>
            <a:fillRect/>
          </a:stretch>
        </p:blipFill>
        <p:spPr>
          <a:xfrm>
            <a:off x="0" y="1241636"/>
            <a:ext cx="12192000" cy="4374728"/>
          </a:xfrm>
          <a:prstGeom prst="rect">
            <a:avLst/>
          </a:prstGeom>
        </p:spPr>
      </p:pic>
    </p:spTree>
    <p:extLst>
      <p:ext uri="{BB962C8B-B14F-4D97-AF65-F5344CB8AC3E}">
        <p14:creationId xmlns:p14="http://schemas.microsoft.com/office/powerpoint/2010/main" val="3344969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34C66E-9FCD-4917-0D84-89CEE364132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21</a:t>
            </a:fld>
            <a:endParaRPr lang="en-US" dirty="0"/>
          </a:p>
        </p:txBody>
      </p:sp>
      <p:sp>
        <p:nvSpPr>
          <p:cNvPr id="3" name="Footer Placeholder 2">
            <a:extLst>
              <a:ext uri="{FF2B5EF4-FFF2-40B4-BE49-F238E27FC236}">
                <a16:creationId xmlns:a16="http://schemas.microsoft.com/office/drawing/2014/main" id="{5DC42C44-D6A1-49C4-563D-FBE3AFD682F4}"/>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33879F3-01E6-06A2-0E7A-7192649046E2}"/>
              </a:ext>
            </a:extLst>
          </p:cNvPr>
          <p:cNvPicPr>
            <a:picLocks noChangeAspect="1"/>
          </p:cNvPicPr>
          <p:nvPr/>
        </p:nvPicPr>
        <p:blipFill>
          <a:blip r:embed="rId2"/>
          <a:stretch>
            <a:fillRect/>
          </a:stretch>
        </p:blipFill>
        <p:spPr>
          <a:xfrm>
            <a:off x="31955" y="905956"/>
            <a:ext cx="12192000" cy="1721802"/>
          </a:xfrm>
          <a:prstGeom prst="rect">
            <a:avLst/>
          </a:prstGeom>
        </p:spPr>
      </p:pic>
      <p:pic>
        <p:nvPicPr>
          <p:cNvPr id="7" name="Picture 6">
            <a:extLst>
              <a:ext uri="{FF2B5EF4-FFF2-40B4-BE49-F238E27FC236}">
                <a16:creationId xmlns:a16="http://schemas.microsoft.com/office/drawing/2014/main" id="{30E17BE2-F8D6-A11B-5839-0909123A9229}"/>
              </a:ext>
            </a:extLst>
          </p:cNvPr>
          <p:cNvPicPr>
            <a:picLocks noChangeAspect="1"/>
          </p:cNvPicPr>
          <p:nvPr/>
        </p:nvPicPr>
        <p:blipFill>
          <a:blip r:embed="rId3"/>
          <a:stretch>
            <a:fillRect/>
          </a:stretch>
        </p:blipFill>
        <p:spPr>
          <a:xfrm>
            <a:off x="2133600" y="2627758"/>
            <a:ext cx="9558181" cy="3620642"/>
          </a:xfrm>
          <a:prstGeom prst="rect">
            <a:avLst/>
          </a:prstGeom>
        </p:spPr>
      </p:pic>
    </p:spTree>
    <p:extLst>
      <p:ext uri="{BB962C8B-B14F-4D97-AF65-F5344CB8AC3E}">
        <p14:creationId xmlns:p14="http://schemas.microsoft.com/office/powerpoint/2010/main" val="3887358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81F4A4-B4F4-BCC8-A7FF-BF2F5209C07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22</a:t>
            </a:fld>
            <a:endParaRPr lang="en-US" dirty="0"/>
          </a:p>
        </p:txBody>
      </p:sp>
      <p:sp>
        <p:nvSpPr>
          <p:cNvPr id="3" name="Footer Placeholder 2">
            <a:extLst>
              <a:ext uri="{FF2B5EF4-FFF2-40B4-BE49-F238E27FC236}">
                <a16:creationId xmlns:a16="http://schemas.microsoft.com/office/drawing/2014/main" id="{22641EE9-C850-0C7B-CA3A-238CD38397BF}"/>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17C4AB25-A36B-7304-412D-961C3B035E19}"/>
              </a:ext>
            </a:extLst>
          </p:cNvPr>
          <p:cNvPicPr>
            <a:picLocks noChangeAspect="1"/>
          </p:cNvPicPr>
          <p:nvPr/>
        </p:nvPicPr>
        <p:blipFill>
          <a:blip r:embed="rId2"/>
          <a:stretch>
            <a:fillRect/>
          </a:stretch>
        </p:blipFill>
        <p:spPr>
          <a:xfrm>
            <a:off x="0" y="1814030"/>
            <a:ext cx="12192000" cy="3229940"/>
          </a:xfrm>
          <a:prstGeom prst="rect">
            <a:avLst/>
          </a:prstGeom>
        </p:spPr>
      </p:pic>
    </p:spTree>
    <p:extLst>
      <p:ext uri="{BB962C8B-B14F-4D97-AF65-F5344CB8AC3E}">
        <p14:creationId xmlns:p14="http://schemas.microsoft.com/office/powerpoint/2010/main" val="2188163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E01CE9-9969-3516-2419-0D36F8509B8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23</a:t>
            </a:fld>
            <a:endParaRPr lang="en-US" dirty="0"/>
          </a:p>
        </p:txBody>
      </p:sp>
      <p:sp>
        <p:nvSpPr>
          <p:cNvPr id="3" name="Footer Placeholder 2">
            <a:extLst>
              <a:ext uri="{FF2B5EF4-FFF2-40B4-BE49-F238E27FC236}">
                <a16:creationId xmlns:a16="http://schemas.microsoft.com/office/drawing/2014/main" id="{5F2DE040-4C15-CB86-1993-47632D2F5EA3}"/>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C9834840-A56C-68DE-28E0-82EF9A87BA9F}"/>
              </a:ext>
            </a:extLst>
          </p:cNvPr>
          <p:cNvPicPr>
            <a:picLocks noChangeAspect="1"/>
          </p:cNvPicPr>
          <p:nvPr/>
        </p:nvPicPr>
        <p:blipFill>
          <a:blip r:embed="rId2"/>
          <a:stretch>
            <a:fillRect/>
          </a:stretch>
        </p:blipFill>
        <p:spPr>
          <a:xfrm>
            <a:off x="195262" y="252412"/>
            <a:ext cx="11801475" cy="6353175"/>
          </a:xfrm>
          <a:prstGeom prst="rect">
            <a:avLst/>
          </a:prstGeom>
        </p:spPr>
      </p:pic>
    </p:spTree>
    <p:extLst>
      <p:ext uri="{BB962C8B-B14F-4D97-AF65-F5344CB8AC3E}">
        <p14:creationId xmlns:p14="http://schemas.microsoft.com/office/powerpoint/2010/main" val="1648861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A8633-B533-801C-7FB1-F76FD9A6124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24</a:t>
            </a:fld>
            <a:endParaRPr lang="en-US" dirty="0"/>
          </a:p>
        </p:txBody>
      </p:sp>
      <p:sp>
        <p:nvSpPr>
          <p:cNvPr id="3" name="Footer Placeholder 2">
            <a:extLst>
              <a:ext uri="{FF2B5EF4-FFF2-40B4-BE49-F238E27FC236}">
                <a16:creationId xmlns:a16="http://schemas.microsoft.com/office/drawing/2014/main" id="{481B2E80-0261-35A9-A0E3-7114494C8894}"/>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482D2FE4-DAB0-B821-F90D-7A3BC0C2603B}"/>
              </a:ext>
            </a:extLst>
          </p:cNvPr>
          <p:cNvPicPr>
            <a:picLocks noChangeAspect="1"/>
          </p:cNvPicPr>
          <p:nvPr/>
        </p:nvPicPr>
        <p:blipFill>
          <a:blip r:embed="rId2"/>
          <a:stretch>
            <a:fillRect/>
          </a:stretch>
        </p:blipFill>
        <p:spPr>
          <a:xfrm>
            <a:off x="266700" y="2357437"/>
            <a:ext cx="11658600" cy="2143125"/>
          </a:xfrm>
          <a:prstGeom prst="rect">
            <a:avLst/>
          </a:prstGeom>
        </p:spPr>
      </p:pic>
    </p:spTree>
    <p:extLst>
      <p:ext uri="{BB962C8B-B14F-4D97-AF65-F5344CB8AC3E}">
        <p14:creationId xmlns:p14="http://schemas.microsoft.com/office/powerpoint/2010/main" val="1948707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E168BF-FB8D-5A62-0552-F7A559480A0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25</a:t>
            </a:fld>
            <a:endParaRPr lang="en-US" dirty="0"/>
          </a:p>
        </p:txBody>
      </p:sp>
      <p:sp>
        <p:nvSpPr>
          <p:cNvPr id="3" name="Footer Placeholder 2">
            <a:extLst>
              <a:ext uri="{FF2B5EF4-FFF2-40B4-BE49-F238E27FC236}">
                <a16:creationId xmlns:a16="http://schemas.microsoft.com/office/drawing/2014/main" id="{0B8786FB-60A0-2A43-91C3-DD864F941180}"/>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59BB2485-3739-2E01-F205-B336BBE0EF14}"/>
              </a:ext>
            </a:extLst>
          </p:cNvPr>
          <p:cNvPicPr>
            <a:picLocks noChangeAspect="1"/>
          </p:cNvPicPr>
          <p:nvPr/>
        </p:nvPicPr>
        <p:blipFill>
          <a:blip r:embed="rId2"/>
          <a:stretch>
            <a:fillRect/>
          </a:stretch>
        </p:blipFill>
        <p:spPr>
          <a:xfrm>
            <a:off x="-29497" y="1066800"/>
            <a:ext cx="12192000" cy="2232224"/>
          </a:xfrm>
          <a:prstGeom prst="rect">
            <a:avLst/>
          </a:prstGeom>
        </p:spPr>
      </p:pic>
      <p:pic>
        <p:nvPicPr>
          <p:cNvPr id="7" name="Picture 6">
            <a:extLst>
              <a:ext uri="{FF2B5EF4-FFF2-40B4-BE49-F238E27FC236}">
                <a16:creationId xmlns:a16="http://schemas.microsoft.com/office/drawing/2014/main" id="{9BB516F3-5CF2-39FE-4585-CE8285EAB4BE}"/>
              </a:ext>
            </a:extLst>
          </p:cNvPr>
          <p:cNvPicPr>
            <a:picLocks noChangeAspect="1"/>
          </p:cNvPicPr>
          <p:nvPr/>
        </p:nvPicPr>
        <p:blipFill>
          <a:blip r:embed="rId3"/>
          <a:stretch>
            <a:fillRect/>
          </a:stretch>
        </p:blipFill>
        <p:spPr>
          <a:xfrm>
            <a:off x="2209800" y="3299024"/>
            <a:ext cx="9829800" cy="2584664"/>
          </a:xfrm>
          <a:prstGeom prst="rect">
            <a:avLst/>
          </a:prstGeom>
        </p:spPr>
      </p:pic>
    </p:spTree>
    <p:extLst>
      <p:ext uri="{BB962C8B-B14F-4D97-AF65-F5344CB8AC3E}">
        <p14:creationId xmlns:p14="http://schemas.microsoft.com/office/powerpoint/2010/main" val="2620088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3A37E-6BDE-1B45-818F-C8D96B0F506B}"/>
              </a:ext>
            </a:extLst>
          </p:cNvPr>
          <p:cNvSpPr>
            <a:spLocks noGrp="1"/>
          </p:cNvSpPr>
          <p:nvPr>
            <p:ph type="title"/>
          </p:nvPr>
        </p:nvSpPr>
        <p:spPr/>
        <p:txBody>
          <a:bodyPr/>
          <a:lstStyle/>
          <a:p>
            <a:r>
              <a:rPr lang="en-US" dirty="0"/>
              <a:t>Practical Uses of Regular Expressions (option)</a:t>
            </a:r>
          </a:p>
        </p:txBody>
      </p:sp>
      <p:sp>
        <p:nvSpPr>
          <p:cNvPr id="3" name="Slide Number Placeholder 2">
            <a:extLst>
              <a:ext uri="{FF2B5EF4-FFF2-40B4-BE49-F238E27FC236}">
                <a16:creationId xmlns:a16="http://schemas.microsoft.com/office/drawing/2014/main" id="{053DA16F-7220-5D73-CCC3-09EAF65B8F16}"/>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26</a:t>
            </a:fld>
            <a:endParaRPr lang="en-US" dirty="0"/>
          </a:p>
        </p:txBody>
      </p:sp>
      <p:sp>
        <p:nvSpPr>
          <p:cNvPr id="4" name="Footer Placeholder 3">
            <a:extLst>
              <a:ext uri="{FF2B5EF4-FFF2-40B4-BE49-F238E27FC236}">
                <a16:creationId xmlns:a16="http://schemas.microsoft.com/office/drawing/2014/main" id="{E1DCA0CA-3140-6ED9-B783-CDED977291EA}"/>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3297108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AFD165-75F9-1B40-8E7B-47236E8C342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27</a:t>
            </a:fld>
            <a:endParaRPr lang="en-US" dirty="0"/>
          </a:p>
        </p:txBody>
      </p:sp>
      <p:sp>
        <p:nvSpPr>
          <p:cNvPr id="3" name="Footer Placeholder 2">
            <a:extLst>
              <a:ext uri="{FF2B5EF4-FFF2-40B4-BE49-F238E27FC236}">
                <a16:creationId xmlns:a16="http://schemas.microsoft.com/office/drawing/2014/main" id="{003A32F7-FC1B-BDC2-752D-D1ADB2CA1F60}"/>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44E7B0EB-0194-A5A6-D1CE-26C91519BFDE}"/>
              </a:ext>
            </a:extLst>
          </p:cNvPr>
          <p:cNvPicPr>
            <a:picLocks noChangeAspect="1"/>
          </p:cNvPicPr>
          <p:nvPr/>
        </p:nvPicPr>
        <p:blipFill>
          <a:blip r:embed="rId2"/>
          <a:stretch>
            <a:fillRect/>
          </a:stretch>
        </p:blipFill>
        <p:spPr>
          <a:xfrm>
            <a:off x="47625" y="1328737"/>
            <a:ext cx="12096750" cy="4200525"/>
          </a:xfrm>
          <a:prstGeom prst="rect">
            <a:avLst/>
          </a:prstGeom>
        </p:spPr>
      </p:pic>
    </p:spTree>
    <p:extLst>
      <p:ext uri="{BB962C8B-B14F-4D97-AF65-F5344CB8AC3E}">
        <p14:creationId xmlns:p14="http://schemas.microsoft.com/office/powerpoint/2010/main" val="4217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571E0D-A8D1-DA5D-4EE9-8658C223E50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28</a:t>
            </a:fld>
            <a:endParaRPr lang="en-US" dirty="0"/>
          </a:p>
        </p:txBody>
      </p:sp>
      <p:sp>
        <p:nvSpPr>
          <p:cNvPr id="3" name="Footer Placeholder 2">
            <a:extLst>
              <a:ext uri="{FF2B5EF4-FFF2-40B4-BE49-F238E27FC236}">
                <a16:creationId xmlns:a16="http://schemas.microsoft.com/office/drawing/2014/main" id="{BBF11B01-9F55-E076-9D1D-BF133541F6F7}"/>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7DC523CD-B6FA-1102-6F4D-7E0312523F53}"/>
              </a:ext>
            </a:extLst>
          </p:cNvPr>
          <p:cNvPicPr>
            <a:picLocks noChangeAspect="1"/>
          </p:cNvPicPr>
          <p:nvPr/>
        </p:nvPicPr>
        <p:blipFill>
          <a:blip r:embed="rId2"/>
          <a:stretch>
            <a:fillRect/>
          </a:stretch>
        </p:blipFill>
        <p:spPr>
          <a:xfrm>
            <a:off x="1228725" y="2133600"/>
            <a:ext cx="9734550" cy="2590800"/>
          </a:xfrm>
          <a:prstGeom prst="rect">
            <a:avLst/>
          </a:prstGeom>
        </p:spPr>
      </p:pic>
    </p:spTree>
    <p:extLst>
      <p:ext uri="{BB962C8B-B14F-4D97-AF65-F5344CB8AC3E}">
        <p14:creationId xmlns:p14="http://schemas.microsoft.com/office/powerpoint/2010/main" val="2913334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C5A91B-FCBD-8E1A-AB2D-71E05820974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29</a:t>
            </a:fld>
            <a:endParaRPr lang="en-US" dirty="0"/>
          </a:p>
        </p:txBody>
      </p:sp>
      <p:sp>
        <p:nvSpPr>
          <p:cNvPr id="3" name="Footer Placeholder 2">
            <a:extLst>
              <a:ext uri="{FF2B5EF4-FFF2-40B4-BE49-F238E27FC236}">
                <a16:creationId xmlns:a16="http://schemas.microsoft.com/office/drawing/2014/main" id="{452A5D75-53CF-B09A-FE69-960C59EE4AF8}"/>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CAD0484D-9F33-F6F6-ADC8-32DF19A96B98}"/>
              </a:ext>
            </a:extLst>
          </p:cNvPr>
          <p:cNvPicPr>
            <a:picLocks noChangeAspect="1"/>
          </p:cNvPicPr>
          <p:nvPr/>
        </p:nvPicPr>
        <p:blipFill>
          <a:blip r:embed="rId2"/>
          <a:stretch>
            <a:fillRect/>
          </a:stretch>
        </p:blipFill>
        <p:spPr>
          <a:xfrm>
            <a:off x="1766887" y="1519237"/>
            <a:ext cx="8658225" cy="3819525"/>
          </a:xfrm>
          <a:prstGeom prst="rect">
            <a:avLst/>
          </a:prstGeom>
        </p:spPr>
      </p:pic>
    </p:spTree>
    <p:extLst>
      <p:ext uri="{BB962C8B-B14F-4D97-AF65-F5344CB8AC3E}">
        <p14:creationId xmlns:p14="http://schemas.microsoft.com/office/powerpoint/2010/main" val="36480932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3253D8-33EA-AE65-B453-E38715381DF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30</a:t>
            </a:fld>
            <a:endParaRPr lang="en-US" dirty="0"/>
          </a:p>
        </p:txBody>
      </p:sp>
      <p:sp>
        <p:nvSpPr>
          <p:cNvPr id="3" name="Footer Placeholder 2">
            <a:extLst>
              <a:ext uri="{FF2B5EF4-FFF2-40B4-BE49-F238E27FC236}">
                <a16:creationId xmlns:a16="http://schemas.microsoft.com/office/drawing/2014/main" id="{E67C3907-C1D3-9E04-37B0-61C700ED593A}"/>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07B4A757-18C8-4A4B-5CEE-A0D64D39364C}"/>
              </a:ext>
            </a:extLst>
          </p:cNvPr>
          <p:cNvPicPr>
            <a:picLocks noChangeAspect="1"/>
          </p:cNvPicPr>
          <p:nvPr/>
        </p:nvPicPr>
        <p:blipFill>
          <a:blip r:embed="rId2"/>
          <a:stretch>
            <a:fillRect/>
          </a:stretch>
        </p:blipFill>
        <p:spPr>
          <a:xfrm>
            <a:off x="314325" y="1300162"/>
            <a:ext cx="11563350" cy="4257675"/>
          </a:xfrm>
          <a:prstGeom prst="rect">
            <a:avLst/>
          </a:prstGeom>
        </p:spPr>
      </p:pic>
    </p:spTree>
    <p:extLst>
      <p:ext uri="{BB962C8B-B14F-4D97-AF65-F5344CB8AC3E}">
        <p14:creationId xmlns:p14="http://schemas.microsoft.com/office/powerpoint/2010/main" val="3985853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5ED8A8-662A-7B71-EA4C-681E9A5EF43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31</a:t>
            </a:fld>
            <a:endParaRPr lang="en-US" dirty="0"/>
          </a:p>
        </p:txBody>
      </p:sp>
      <p:sp>
        <p:nvSpPr>
          <p:cNvPr id="3" name="Footer Placeholder 2">
            <a:extLst>
              <a:ext uri="{FF2B5EF4-FFF2-40B4-BE49-F238E27FC236}">
                <a16:creationId xmlns:a16="http://schemas.microsoft.com/office/drawing/2014/main" id="{348F0522-39E6-392D-52F3-76A6CE05342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4BDF1C8F-9BD6-6A6E-A61C-B83250AF482C}"/>
              </a:ext>
            </a:extLst>
          </p:cNvPr>
          <p:cNvPicPr>
            <a:picLocks noChangeAspect="1"/>
          </p:cNvPicPr>
          <p:nvPr/>
        </p:nvPicPr>
        <p:blipFill>
          <a:blip r:embed="rId2"/>
          <a:stretch>
            <a:fillRect/>
          </a:stretch>
        </p:blipFill>
        <p:spPr>
          <a:xfrm>
            <a:off x="114300" y="823912"/>
            <a:ext cx="11963400" cy="5210175"/>
          </a:xfrm>
          <a:prstGeom prst="rect">
            <a:avLst/>
          </a:prstGeom>
        </p:spPr>
      </p:pic>
    </p:spTree>
    <p:extLst>
      <p:ext uri="{BB962C8B-B14F-4D97-AF65-F5344CB8AC3E}">
        <p14:creationId xmlns:p14="http://schemas.microsoft.com/office/powerpoint/2010/main" val="2184059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BDB6E9-77A4-2D75-10CE-9966F400985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32</a:t>
            </a:fld>
            <a:endParaRPr lang="en-US" dirty="0"/>
          </a:p>
        </p:txBody>
      </p:sp>
      <p:sp>
        <p:nvSpPr>
          <p:cNvPr id="3" name="Footer Placeholder 2">
            <a:extLst>
              <a:ext uri="{FF2B5EF4-FFF2-40B4-BE49-F238E27FC236}">
                <a16:creationId xmlns:a16="http://schemas.microsoft.com/office/drawing/2014/main" id="{490EFB33-5855-DB3F-6494-BAEBEAFB8E1A}"/>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B5856DBF-C0C0-769A-A9D6-F145C1199452}"/>
              </a:ext>
            </a:extLst>
          </p:cNvPr>
          <p:cNvPicPr>
            <a:picLocks noChangeAspect="1"/>
          </p:cNvPicPr>
          <p:nvPr/>
        </p:nvPicPr>
        <p:blipFill>
          <a:blip r:embed="rId2"/>
          <a:stretch>
            <a:fillRect/>
          </a:stretch>
        </p:blipFill>
        <p:spPr>
          <a:xfrm>
            <a:off x="0" y="338505"/>
            <a:ext cx="12192000" cy="6180989"/>
          </a:xfrm>
          <a:prstGeom prst="rect">
            <a:avLst/>
          </a:prstGeom>
        </p:spPr>
      </p:pic>
    </p:spTree>
    <p:extLst>
      <p:ext uri="{BB962C8B-B14F-4D97-AF65-F5344CB8AC3E}">
        <p14:creationId xmlns:p14="http://schemas.microsoft.com/office/powerpoint/2010/main" val="9549353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58716B-F960-689B-747F-AE0AE3E8D7B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33</a:t>
            </a:fld>
            <a:endParaRPr lang="en-US" dirty="0"/>
          </a:p>
        </p:txBody>
      </p:sp>
      <p:sp>
        <p:nvSpPr>
          <p:cNvPr id="3" name="Footer Placeholder 2">
            <a:extLst>
              <a:ext uri="{FF2B5EF4-FFF2-40B4-BE49-F238E27FC236}">
                <a16:creationId xmlns:a16="http://schemas.microsoft.com/office/drawing/2014/main" id="{B4976988-D620-313E-AD48-E626EDEE9939}"/>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7EF4561B-92B8-18CD-F355-BD578F6932D7}"/>
              </a:ext>
            </a:extLst>
          </p:cNvPr>
          <p:cNvPicPr>
            <a:picLocks noChangeAspect="1"/>
          </p:cNvPicPr>
          <p:nvPr/>
        </p:nvPicPr>
        <p:blipFill>
          <a:blip r:embed="rId2"/>
          <a:stretch>
            <a:fillRect/>
          </a:stretch>
        </p:blipFill>
        <p:spPr>
          <a:xfrm>
            <a:off x="514726" y="457200"/>
            <a:ext cx="5581274" cy="5280179"/>
          </a:xfrm>
          <a:prstGeom prst="rect">
            <a:avLst/>
          </a:prstGeom>
        </p:spPr>
      </p:pic>
      <p:pic>
        <p:nvPicPr>
          <p:cNvPr id="7" name="Picture 6">
            <a:extLst>
              <a:ext uri="{FF2B5EF4-FFF2-40B4-BE49-F238E27FC236}">
                <a16:creationId xmlns:a16="http://schemas.microsoft.com/office/drawing/2014/main" id="{6D4A0909-1678-71A8-CC22-7AC9A67ED363}"/>
              </a:ext>
            </a:extLst>
          </p:cNvPr>
          <p:cNvPicPr>
            <a:picLocks noChangeAspect="1"/>
          </p:cNvPicPr>
          <p:nvPr/>
        </p:nvPicPr>
        <p:blipFill>
          <a:blip r:embed="rId3"/>
          <a:stretch>
            <a:fillRect/>
          </a:stretch>
        </p:blipFill>
        <p:spPr>
          <a:xfrm>
            <a:off x="6355557" y="1524000"/>
            <a:ext cx="5565011" cy="3600450"/>
          </a:xfrm>
          <a:prstGeom prst="rect">
            <a:avLst/>
          </a:prstGeom>
        </p:spPr>
      </p:pic>
    </p:spTree>
    <p:extLst>
      <p:ext uri="{BB962C8B-B14F-4D97-AF65-F5344CB8AC3E}">
        <p14:creationId xmlns:p14="http://schemas.microsoft.com/office/powerpoint/2010/main" val="41916921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4C82F4-9880-E6B3-090C-5C57D9F2302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34</a:t>
            </a:fld>
            <a:endParaRPr lang="en-US" dirty="0"/>
          </a:p>
        </p:txBody>
      </p:sp>
      <p:sp>
        <p:nvSpPr>
          <p:cNvPr id="3" name="Footer Placeholder 2">
            <a:extLst>
              <a:ext uri="{FF2B5EF4-FFF2-40B4-BE49-F238E27FC236}">
                <a16:creationId xmlns:a16="http://schemas.microsoft.com/office/drawing/2014/main" id="{C02A3DE8-7C51-5213-1B2B-003328B94986}"/>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FC697B75-516F-9EDE-602C-579CEE5B57AD}"/>
              </a:ext>
            </a:extLst>
          </p:cNvPr>
          <p:cNvPicPr>
            <a:picLocks noChangeAspect="1"/>
          </p:cNvPicPr>
          <p:nvPr/>
        </p:nvPicPr>
        <p:blipFill>
          <a:blip r:embed="rId2"/>
          <a:stretch>
            <a:fillRect/>
          </a:stretch>
        </p:blipFill>
        <p:spPr>
          <a:xfrm>
            <a:off x="2933700" y="228600"/>
            <a:ext cx="6324600" cy="3745719"/>
          </a:xfrm>
          <a:prstGeom prst="rect">
            <a:avLst/>
          </a:prstGeom>
        </p:spPr>
      </p:pic>
      <p:pic>
        <p:nvPicPr>
          <p:cNvPr id="7" name="Picture 6">
            <a:extLst>
              <a:ext uri="{FF2B5EF4-FFF2-40B4-BE49-F238E27FC236}">
                <a16:creationId xmlns:a16="http://schemas.microsoft.com/office/drawing/2014/main" id="{C717653D-185F-EB71-5E71-D4BB2CA2DF11}"/>
              </a:ext>
            </a:extLst>
          </p:cNvPr>
          <p:cNvPicPr>
            <a:picLocks noChangeAspect="1"/>
          </p:cNvPicPr>
          <p:nvPr/>
        </p:nvPicPr>
        <p:blipFill>
          <a:blip r:embed="rId3"/>
          <a:stretch>
            <a:fillRect/>
          </a:stretch>
        </p:blipFill>
        <p:spPr>
          <a:xfrm>
            <a:off x="2870867" y="4191000"/>
            <a:ext cx="6207918" cy="1200197"/>
          </a:xfrm>
          <a:prstGeom prst="rect">
            <a:avLst/>
          </a:prstGeom>
        </p:spPr>
      </p:pic>
    </p:spTree>
    <p:extLst>
      <p:ext uri="{BB962C8B-B14F-4D97-AF65-F5344CB8AC3E}">
        <p14:creationId xmlns:p14="http://schemas.microsoft.com/office/powerpoint/2010/main" val="21993584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4D5D58-A5AD-DDA5-FD37-D4982C13F16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35</a:t>
            </a:fld>
            <a:endParaRPr lang="en-US" dirty="0"/>
          </a:p>
        </p:txBody>
      </p:sp>
      <p:sp>
        <p:nvSpPr>
          <p:cNvPr id="3" name="Footer Placeholder 2">
            <a:extLst>
              <a:ext uri="{FF2B5EF4-FFF2-40B4-BE49-F238E27FC236}">
                <a16:creationId xmlns:a16="http://schemas.microsoft.com/office/drawing/2014/main" id="{14A2410B-AC3D-5C0C-EC83-A934E1A413F4}"/>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9D12689-281C-4192-0C5F-14BA6E261F2A}"/>
              </a:ext>
            </a:extLst>
          </p:cNvPr>
          <p:cNvPicPr>
            <a:picLocks noChangeAspect="1"/>
          </p:cNvPicPr>
          <p:nvPr/>
        </p:nvPicPr>
        <p:blipFill>
          <a:blip r:embed="rId2"/>
          <a:stretch>
            <a:fillRect/>
          </a:stretch>
        </p:blipFill>
        <p:spPr>
          <a:xfrm>
            <a:off x="2381250" y="252412"/>
            <a:ext cx="7429500" cy="6353175"/>
          </a:xfrm>
          <a:prstGeom prst="rect">
            <a:avLst/>
          </a:prstGeom>
        </p:spPr>
      </p:pic>
    </p:spTree>
    <p:extLst>
      <p:ext uri="{BB962C8B-B14F-4D97-AF65-F5344CB8AC3E}">
        <p14:creationId xmlns:p14="http://schemas.microsoft.com/office/powerpoint/2010/main" val="22985775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B6F396-AD41-E5D7-4936-2A7DDBFA11F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36</a:t>
            </a:fld>
            <a:endParaRPr lang="en-US" dirty="0"/>
          </a:p>
        </p:txBody>
      </p:sp>
      <p:sp>
        <p:nvSpPr>
          <p:cNvPr id="3" name="Footer Placeholder 2">
            <a:extLst>
              <a:ext uri="{FF2B5EF4-FFF2-40B4-BE49-F238E27FC236}">
                <a16:creationId xmlns:a16="http://schemas.microsoft.com/office/drawing/2014/main" id="{49001EC0-6539-4FF6-82F4-2098B81A0337}"/>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23AEABDD-698F-7156-FA23-6429E31CB65B}"/>
              </a:ext>
            </a:extLst>
          </p:cNvPr>
          <p:cNvPicPr>
            <a:picLocks noChangeAspect="1"/>
          </p:cNvPicPr>
          <p:nvPr/>
        </p:nvPicPr>
        <p:blipFill>
          <a:blip r:embed="rId2"/>
          <a:stretch>
            <a:fillRect/>
          </a:stretch>
        </p:blipFill>
        <p:spPr>
          <a:xfrm>
            <a:off x="2405062" y="238125"/>
            <a:ext cx="7381875" cy="6381750"/>
          </a:xfrm>
          <a:prstGeom prst="rect">
            <a:avLst/>
          </a:prstGeom>
        </p:spPr>
      </p:pic>
    </p:spTree>
    <p:extLst>
      <p:ext uri="{BB962C8B-B14F-4D97-AF65-F5344CB8AC3E}">
        <p14:creationId xmlns:p14="http://schemas.microsoft.com/office/powerpoint/2010/main" val="37266938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FAE9AD-F95B-3B32-8FDC-404D1C60C9B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37</a:t>
            </a:fld>
            <a:endParaRPr lang="en-US" dirty="0"/>
          </a:p>
        </p:txBody>
      </p:sp>
      <p:sp>
        <p:nvSpPr>
          <p:cNvPr id="3" name="Footer Placeholder 2">
            <a:extLst>
              <a:ext uri="{FF2B5EF4-FFF2-40B4-BE49-F238E27FC236}">
                <a16:creationId xmlns:a16="http://schemas.microsoft.com/office/drawing/2014/main" id="{EE25A0D8-AA01-3AB8-2486-0A718FAED62A}"/>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3822351A-1756-22A1-0C04-B61DE49EAF5F}"/>
              </a:ext>
            </a:extLst>
          </p:cNvPr>
          <p:cNvPicPr>
            <a:picLocks noChangeAspect="1"/>
          </p:cNvPicPr>
          <p:nvPr/>
        </p:nvPicPr>
        <p:blipFill>
          <a:blip r:embed="rId2"/>
          <a:stretch>
            <a:fillRect/>
          </a:stretch>
        </p:blipFill>
        <p:spPr>
          <a:xfrm>
            <a:off x="2476500" y="1200150"/>
            <a:ext cx="7239000" cy="4457700"/>
          </a:xfrm>
          <a:prstGeom prst="rect">
            <a:avLst/>
          </a:prstGeom>
        </p:spPr>
      </p:pic>
    </p:spTree>
    <p:extLst>
      <p:ext uri="{BB962C8B-B14F-4D97-AF65-F5344CB8AC3E}">
        <p14:creationId xmlns:p14="http://schemas.microsoft.com/office/powerpoint/2010/main" val="2913306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6A5115-6823-F112-8F02-15C949F1FE2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38</a:t>
            </a:fld>
            <a:endParaRPr lang="en-US" dirty="0"/>
          </a:p>
        </p:txBody>
      </p:sp>
      <p:sp>
        <p:nvSpPr>
          <p:cNvPr id="3" name="Footer Placeholder 2">
            <a:extLst>
              <a:ext uri="{FF2B5EF4-FFF2-40B4-BE49-F238E27FC236}">
                <a16:creationId xmlns:a16="http://schemas.microsoft.com/office/drawing/2014/main" id="{4171205B-A21F-115E-49F4-657819EBE8B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445E6119-55EC-52C4-53AA-FFCDF7CCBC0F}"/>
              </a:ext>
            </a:extLst>
          </p:cNvPr>
          <p:cNvPicPr>
            <a:picLocks noChangeAspect="1"/>
          </p:cNvPicPr>
          <p:nvPr/>
        </p:nvPicPr>
        <p:blipFill>
          <a:blip r:embed="rId2"/>
          <a:stretch>
            <a:fillRect/>
          </a:stretch>
        </p:blipFill>
        <p:spPr>
          <a:xfrm>
            <a:off x="2528887" y="1638300"/>
            <a:ext cx="7134225" cy="3581400"/>
          </a:xfrm>
          <a:prstGeom prst="rect">
            <a:avLst/>
          </a:prstGeom>
        </p:spPr>
      </p:pic>
    </p:spTree>
    <p:extLst>
      <p:ext uri="{BB962C8B-B14F-4D97-AF65-F5344CB8AC3E}">
        <p14:creationId xmlns:p14="http://schemas.microsoft.com/office/powerpoint/2010/main" val="154247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B31B2F-F829-3DA9-C0DF-93036588BE3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39</a:t>
            </a:fld>
            <a:endParaRPr lang="en-US" dirty="0"/>
          </a:p>
        </p:txBody>
      </p:sp>
      <p:sp>
        <p:nvSpPr>
          <p:cNvPr id="3" name="Footer Placeholder 2">
            <a:extLst>
              <a:ext uri="{FF2B5EF4-FFF2-40B4-BE49-F238E27FC236}">
                <a16:creationId xmlns:a16="http://schemas.microsoft.com/office/drawing/2014/main" id="{AC127951-38EE-DCDE-D83B-854F651E6957}"/>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1748C3F-FE33-7D7F-BEBB-5706D3A82293}"/>
              </a:ext>
            </a:extLst>
          </p:cNvPr>
          <p:cNvPicPr>
            <a:picLocks noChangeAspect="1"/>
          </p:cNvPicPr>
          <p:nvPr/>
        </p:nvPicPr>
        <p:blipFill>
          <a:blip r:embed="rId2"/>
          <a:stretch>
            <a:fillRect/>
          </a:stretch>
        </p:blipFill>
        <p:spPr>
          <a:xfrm>
            <a:off x="2414587" y="590550"/>
            <a:ext cx="7362825" cy="5676900"/>
          </a:xfrm>
          <a:prstGeom prst="rect">
            <a:avLst/>
          </a:prstGeom>
        </p:spPr>
      </p:pic>
    </p:spTree>
    <p:extLst>
      <p:ext uri="{BB962C8B-B14F-4D97-AF65-F5344CB8AC3E}">
        <p14:creationId xmlns:p14="http://schemas.microsoft.com/office/powerpoint/2010/main" val="342158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3CDA25-0585-4F02-10E4-2E6C0360A2D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40</a:t>
            </a:fld>
            <a:endParaRPr lang="en-US" dirty="0"/>
          </a:p>
        </p:txBody>
      </p:sp>
      <p:sp>
        <p:nvSpPr>
          <p:cNvPr id="3" name="Footer Placeholder 2">
            <a:extLst>
              <a:ext uri="{FF2B5EF4-FFF2-40B4-BE49-F238E27FC236}">
                <a16:creationId xmlns:a16="http://schemas.microsoft.com/office/drawing/2014/main" id="{23A2BF74-8574-BA36-BA71-69710DE5A063}"/>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C8FCAF0-867D-D709-9CE4-DB6CFF6FDF28}"/>
              </a:ext>
            </a:extLst>
          </p:cNvPr>
          <p:cNvPicPr>
            <a:picLocks noChangeAspect="1"/>
          </p:cNvPicPr>
          <p:nvPr/>
        </p:nvPicPr>
        <p:blipFill>
          <a:blip r:embed="rId2"/>
          <a:stretch>
            <a:fillRect/>
          </a:stretch>
        </p:blipFill>
        <p:spPr>
          <a:xfrm>
            <a:off x="3052053" y="0"/>
            <a:ext cx="6087894" cy="6858000"/>
          </a:xfrm>
          <a:prstGeom prst="rect">
            <a:avLst/>
          </a:prstGeom>
        </p:spPr>
      </p:pic>
    </p:spTree>
    <p:extLst>
      <p:ext uri="{BB962C8B-B14F-4D97-AF65-F5344CB8AC3E}">
        <p14:creationId xmlns:p14="http://schemas.microsoft.com/office/powerpoint/2010/main" val="2339139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876C2-7F1F-D6C9-FEE6-3A6DA9E6C893}"/>
              </a:ext>
            </a:extLst>
          </p:cNvPr>
          <p:cNvSpPr>
            <a:spLocks noGrp="1"/>
          </p:cNvSpPr>
          <p:nvPr>
            <p:ph type="title"/>
          </p:nvPr>
        </p:nvSpPr>
        <p:spPr/>
        <p:txBody>
          <a:bodyPr/>
          <a:lstStyle/>
          <a:p>
            <a:r>
              <a:rPr lang="en-US" dirty="0"/>
              <a:t>Finite-State Automata</a:t>
            </a:r>
          </a:p>
        </p:txBody>
      </p:sp>
      <p:sp>
        <p:nvSpPr>
          <p:cNvPr id="3" name="Slide Number Placeholder 2">
            <a:extLst>
              <a:ext uri="{FF2B5EF4-FFF2-40B4-BE49-F238E27FC236}">
                <a16:creationId xmlns:a16="http://schemas.microsoft.com/office/drawing/2014/main" id="{C4ECCDF9-3E71-8FC9-AA41-956A28B14982}"/>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41</a:t>
            </a:fld>
            <a:endParaRPr lang="en-US" dirty="0"/>
          </a:p>
        </p:txBody>
      </p:sp>
      <p:sp>
        <p:nvSpPr>
          <p:cNvPr id="4" name="Footer Placeholder 3">
            <a:extLst>
              <a:ext uri="{FF2B5EF4-FFF2-40B4-BE49-F238E27FC236}">
                <a16:creationId xmlns:a16="http://schemas.microsoft.com/office/drawing/2014/main" id="{66EEE3A2-4152-10A6-D88A-30DBC3ACFB6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28312132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23602E-9AF3-4A14-5B75-593536C5E08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42</a:t>
            </a:fld>
            <a:endParaRPr lang="en-US" dirty="0"/>
          </a:p>
        </p:txBody>
      </p:sp>
      <p:sp>
        <p:nvSpPr>
          <p:cNvPr id="3" name="Footer Placeholder 2">
            <a:extLst>
              <a:ext uri="{FF2B5EF4-FFF2-40B4-BE49-F238E27FC236}">
                <a16:creationId xmlns:a16="http://schemas.microsoft.com/office/drawing/2014/main" id="{8CF16609-5B4B-9918-B8F3-0D078FB70D2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13C43BBA-725E-3B14-E7C3-8ACD31155DC9}"/>
              </a:ext>
            </a:extLst>
          </p:cNvPr>
          <p:cNvPicPr>
            <a:picLocks noChangeAspect="1"/>
          </p:cNvPicPr>
          <p:nvPr/>
        </p:nvPicPr>
        <p:blipFill>
          <a:blip r:embed="rId2"/>
          <a:stretch>
            <a:fillRect/>
          </a:stretch>
        </p:blipFill>
        <p:spPr>
          <a:xfrm>
            <a:off x="0" y="202910"/>
            <a:ext cx="12192000" cy="6452180"/>
          </a:xfrm>
          <a:prstGeom prst="rect">
            <a:avLst/>
          </a:prstGeom>
        </p:spPr>
      </p:pic>
    </p:spTree>
    <p:extLst>
      <p:ext uri="{BB962C8B-B14F-4D97-AF65-F5344CB8AC3E}">
        <p14:creationId xmlns:p14="http://schemas.microsoft.com/office/powerpoint/2010/main" val="21790622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6D6D74-F1D6-E7A9-9123-3904A552BC3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43</a:t>
            </a:fld>
            <a:endParaRPr lang="en-US" dirty="0"/>
          </a:p>
        </p:txBody>
      </p:sp>
      <p:sp>
        <p:nvSpPr>
          <p:cNvPr id="3" name="Footer Placeholder 2">
            <a:extLst>
              <a:ext uri="{FF2B5EF4-FFF2-40B4-BE49-F238E27FC236}">
                <a16:creationId xmlns:a16="http://schemas.microsoft.com/office/drawing/2014/main" id="{95D0620F-5DCA-59FF-5566-E9EFD18D536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01B191FB-E7E6-BE72-C0EB-6F9A0658F3A3}"/>
              </a:ext>
            </a:extLst>
          </p:cNvPr>
          <p:cNvPicPr>
            <a:picLocks noChangeAspect="1"/>
          </p:cNvPicPr>
          <p:nvPr/>
        </p:nvPicPr>
        <p:blipFill>
          <a:blip r:embed="rId2"/>
          <a:stretch>
            <a:fillRect/>
          </a:stretch>
        </p:blipFill>
        <p:spPr>
          <a:xfrm>
            <a:off x="323850" y="1200150"/>
            <a:ext cx="11544300" cy="4457700"/>
          </a:xfrm>
          <a:prstGeom prst="rect">
            <a:avLst/>
          </a:prstGeom>
        </p:spPr>
      </p:pic>
    </p:spTree>
    <p:extLst>
      <p:ext uri="{BB962C8B-B14F-4D97-AF65-F5344CB8AC3E}">
        <p14:creationId xmlns:p14="http://schemas.microsoft.com/office/powerpoint/2010/main" val="29437858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0439A-0001-49FC-A5F0-12801B955434}"/>
              </a:ext>
            </a:extLst>
          </p:cNvPr>
          <p:cNvSpPr>
            <a:spLocks noGrp="1"/>
          </p:cNvSpPr>
          <p:nvPr>
            <p:ph type="title"/>
          </p:nvPr>
        </p:nvSpPr>
        <p:spPr>
          <a:xfrm>
            <a:off x="741484" y="785430"/>
            <a:ext cx="9697916" cy="553289"/>
          </a:xfrm>
        </p:spPr>
        <p:txBody>
          <a:bodyPr>
            <a:noAutofit/>
          </a:bodyPr>
          <a:lstStyle/>
          <a:p>
            <a:r>
              <a:rPr lang="en-US" sz="4000" b="1" i="1" dirty="0">
                <a:solidFill>
                  <a:srgbClr val="00ADEE"/>
                </a:solidFill>
                <a:effectLst/>
                <a:latin typeface="KievitOT-BoldItalic"/>
              </a:rPr>
              <a:t>Definition of a Finite-State Automaton</a:t>
            </a:r>
            <a:br>
              <a:rPr lang="en-US" sz="4000" b="1" i="1" dirty="0">
                <a:solidFill>
                  <a:srgbClr val="00ADEE"/>
                </a:solidFill>
                <a:effectLst/>
                <a:latin typeface="KievitOT-BoldItalic"/>
              </a:rPr>
            </a:br>
            <a:br>
              <a:rPr lang="en-US" sz="3200" dirty="0"/>
            </a:br>
            <a:endParaRPr lang="en-US" sz="3200" dirty="0"/>
          </a:p>
        </p:txBody>
      </p:sp>
      <p:sp>
        <p:nvSpPr>
          <p:cNvPr id="3" name="Slide Number Placeholder 2">
            <a:extLst>
              <a:ext uri="{FF2B5EF4-FFF2-40B4-BE49-F238E27FC236}">
                <a16:creationId xmlns:a16="http://schemas.microsoft.com/office/drawing/2014/main" id="{21C72D50-C61A-9C93-CAE5-1CF44EC3BFF0}"/>
              </a:ext>
            </a:extLst>
          </p:cNvPr>
          <p:cNvSpPr>
            <a:spLocks noGrp="1"/>
          </p:cNvSpPr>
          <p:nvPr>
            <p:ph type="sldNum" sz="quarter" idx="11"/>
          </p:nvPr>
        </p:nvSpPr>
        <p:spPr/>
        <p:txBody>
          <a:bodyPr/>
          <a:lstStyle/>
          <a:p>
            <a:pPr>
              <a:buFont typeface="Monotype Sorts" charset="2"/>
              <a:buNone/>
              <a:defRPr/>
            </a:pPr>
            <a:fld id="{2BE77ECF-F060-4D46-A3D9-128B9B0DFB4A}" type="slidenum">
              <a:rPr lang="en-US" smtClean="0"/>
              <a:pPr>
                <a:buFont typeface="Monotype Sorts" charset="2"/>
                <a:buNone/>
                <a:defRPr/>
              </a:pPr>
              <a:t>44</a:t>
            </a:fld>
            <a:endParaRPr lang="en-US" dirty="0"/>
          </a:p>
        </p:txBody>
      </p:sp>
      <p:sp>
        <p:nvSpPr>
          <p:cNvPr id="4" name="Footer Placeholder 3">
            <a:extLst>
              <a:ext uri="{FF2B5EF4-FFF2-40B4-BE49-F238E27FC236}">
                <a16:creationId xmlns:a16="http://schemas.microsoft.com/office/drawing/2014/main" id="{362E6928-0C8E-7CB5-FE79-7E5A19E41E43}"/>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6" name="Picture 5">
            <a:extLst>
              <a:ext uri="{FF2B5EF4-FFF2-40B4-BE49-F238E27FC236}">
                <a16:creationId xmlns:a16="http://schemas.microsoft.com/office/drawing/2014/main" id="{3BA65C40-9F00-B26B-CE46-00EAE770AD52}"/>
              </a:ext>
            </a:extLst>
          </p:cNvPr>
          <p:cNvPicPr>
            <a:picLocks noChangeAspect="1"/>
          </p:cNvPicPr>
          <p:nvPr/>
        </p:nvPicPr>
        <p:blipFill>
          <a:blip r:embed="rId2"/>
          <a:stretch>
            <a:fillRect/>
          </a:stretch>
        </p:blipFill>
        <p:spPr>
          <a:xfrm>
            <a:off x="352425" y="1247775"/>
            <a:ext cx="11487150" cy="4362450"/>
          </a:xfrm>
          <a:prstGeom prst="rect">
            <a:avLst/>
          </a:prstGeom>
        </p:spPr>
      </p:pic>
    </p:spTree>
    <p:extLst>
      <p:ext uri="{BB962C8B-B14F-4D97-AF65-F5344CB8AC3E}">
        <p14:creationId xmlns:p14="http://schemas.microsoft.com/office/powerpoint/2010/main" val="918530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FBFEFE-703A-26FD-2AF6-0D5B208219E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45</a:t>
            </a:fld>
            <a:endParaRPr lang="en-US" dirty="0"/>
          </a:p>
        </p:txBody>
      </p:sp>
      <p:sp>
        <p:nvSpPr>
          <p:cNvPr id="3" name="Footer Placeholder 2">
            <a:extLst>
              <a:ext uri="{FF2B5EF4-FFF2-40B4-BE49-F238E27FC236}">
                <a16:creationId xmlns:a16="http://schemas.microsoft.com/office/drawing/2014/main" id="{50BB7E34-7962-36B3-B2EA-3C44040F1B74}"/>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A758BD0-C8B2-B74E-FC81-C440CE54BF42}"/>
              </a:ext>
            </a:extLst>
          </p:cNvPr>
          <p:cNvPicPr>
            <a:picLocks noChangeAspect="1"/>
          </p:cNvPicPr>
          <p:nvPr/>
        </p:nvPicPr>
        <p:blipFill>
          <a:blip r:embed="rId2"/>
          <a:stretch>
            <a:fillRect/>
          </a:stretch>
        </p:blipFill>
        <p:spPr>
          <a:xfrm>
            <a:off x="290512" y="1276350"/>
            <a:ext cx="11610975" cy="4305300"/>
          </a:xfrm>
          <a:prstGeom prst="rect">
            <a:avLst/>
          </a:prstGeom>
        </p:spPr>
      </p:pic>
    </p:spTree>
    <p:extLst>
      <p:ext uri="{BB962C8B-B14F-4D97-AF65-F5344CB8AC3E}">
        <p14:creationId xmlns:p14="http://schemas.microsoft.com/office/powerpoint/2010/main" val="20017737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55F474-8C4C-B7AD-DBE3-B85B315C484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46</a:t>
            </a:fld>
            <a:endParaRPr lang="en-US" dirty="0"/>
          </a:p>
        </p:txBody>
      </p:sp>
      <p:sp>
        <p:nvSpPr>
          <p:cNvPr id="3" name="Footer Placeholder 2">
            <a:extLst>
              <a:ext uri="{FF2B5EF4-FFF2-40B4-BE49-F238E27FC236}">
                <a16:creationId xmlns:a16="http://schemas.microsoft.com/office/drawing/2014/main" id="{CB35BAF5-0CE0-5CE5-CDE6-5A5CD45C5C9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0A868781-137B-9916-37B6-F8D0B8872A3D}"/>
              </a:ext>
            </a:extLst>
          </p:cNvPr>
          <p:cNvPicPr>
            <a:picLocks noChangeAspect="1"/>
          </p:cNvPicPr>
          <p:nvPr/>
        </p:nvPicPr>
        <p:blipFill>
          <a:blip r:embed="rId2"/>
          <a:stretch>
            <a:fillRect/>
          </a:stretch>
        </p:blipFill>
        <p:spPr>
          <a:xfrm>
            <a:off x="0" y="802166"/>
            <a:ext cx="12192000" cy="1215067"/>
          </a:xfrm>
          <a:prstGeom prst="rect">
            <a:avLst/>
          </a:prstGeom>
        </p:spPr>
      </p:pic>
      <p:pic>
        <p:nvPicPr>
          <p:cNvPr id="7" name="Picture 6">
            <a:extLst>
              <a:ext uri="{FF2B5EF4-FFF2-40B4-BE49-F238E27FC236}">
                <a16:creationId xmlns:a16="http://schemas.microsoft.com/office/drawing/2014/main" id="{3D7D7159-4C59-5339-19F7-CBE0FE390612}"/>
              </a:ext>
            </a:extLst>
          </p:cNvPr>
          <p:cNvPicPr>
            <a:picLocks noChangeAspect="1"/>
          </p:cNvPicPr>
          <p:nvPr/>
        </p:nvPicPr>
        <p:blipFill>
          <a:blip r:embed="rId3"/>
          <a:stretch>
            <a:fillRect/>
          </a:stretch>
        </p:blipFill>
        <p:spPr>
          <a:xfrm>
            <a:off x="238125" y="2362200"/>
            <a:ext cx="11715750" cy="3086100"/>
          </a:xfrm>
          <a:prstGeom prst="rect">
            <a:avLst/>
          </a:prstGeom>
        </p:spPr>
      </p:pic>
    </p:spTree>
    <p:extLst>
      <p:ext uri="{BB962C8B-B14F-4D97-AF65-F5344CB8AC3E}">
        <p14:creationId xmlns:p14="http://schemas.microsoft.com/office/powerpoint/2010/main" val="934910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AB6C93-51FA-4029-E94F-EE2463B2ECC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47</a:t>
            </a:fld>
            <a:endParaRPr lang="en-US" dirty="0"/>
          </a:p>
        </p:txBody>
      </p:sp>
      <p:sp>
        <p:nvSpPr>
          <p:cNvPr id="3" name="Footer Placeholder 2">
            <a:extLst>
              <a:ext uri="{FF2B5EF4-FFF2-40B4-BE49-F238E27FC236}">
                <a16:creationId xmlns:a16="http://schemas.microsoft.com/office/drawing/2014/main" id="{87393F44-7247-0DCE-C434-D68A2F334223}"/>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59FB2BE7-D8FF-20B7-F9F4-7ACB9E7AF7FB}"/>
              </a:ext>
            </a:extLst>
          </p:cNvPr>
          <p:cNvPicPr>
            <a:picLocks noChangeAspect="1"/>
          </p:cNvPicPr>
          <p:nvPr/>
        </p:nvPicPr>
        <p:blipFill>
          <a:blip r:embed="rId2"/>
          <a:stretch>
            <a:fillRect/>
          </a:stretch>
        </p:blipFill>
        <p:spPr>
          <a:xfrm>
            <a:off x="290512" y="619125"/>
            <a:ext cx="11610975" cy="5619750"/>
          </a:xfrm>
          <a:prstGeom prst="rect">
            <a:avLst/>
          </a:prstGeom>
        </p:spPr>
      </p:pic>
    </p:spTree>
    <p:extLst>
      <p:ext uri="{BB962C8B-B14F-4D97-AF65-F5344CB8AC3E}">
        <p14:creationId xmlns:p14="http://schemas.microsoft.com/office/powerpoint/2010/main" val="24106549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4566FF-D0C4-FB77-6ABC-2B8476F46A1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48</a:t>
            </a:fld>
            <a:endParaRPr lang="en-US" dirty="0"/>
          </a:p>
        </p:txBody>
      </p:sp>
      <p:sp>
        <p:nvSpPr>
          <p:cNvPr id="3" name="Footer Placeholder 2">
            <a:extLst>
              <a:ext uri="{FF2B5EF4-FFF2-40B4-BE49-F238E27FC236}">
                <a16:creationId xmlns:a16="http://schemas.microsoft.com/office/drawing/2014/main" id="{E42FD95D-3EC1-4368-914B-F7713461C29B}"/>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FC4766D-342B-6DD8-C694-7DAB7F64D42C}"/>
              </a:ext>
            </a:extLst>
          </p:cNvPr>
          <p:cNvPicPr>
            <a:picLocks noChangeAspect="1"/>
          </p:cNvPicPr>
          <p:nvPr/>
        </p:nvPicPr>
        <p:blipFill>
          <a:blip r:embed="rId2"/>
          <a:stretch>
            <a:fillRect/>
          </a:stretch>
        </p:blipFill>
        <p:spPr>
          <a:xfrm>
            <a:off x="0" y="1462154"/>
            <a:ext cx="12192000" cy="3933691"/>
          </a:xfrm>
          <a:prstGeom prst="rect">
            <a:avLst/>
          </a:prstGeom>
        </p:spPr>
      </p:pic>
    </p:spTree>
    <p:extLst>
      <p:ext uri="{BB962C8B-B14F-4D97-AF65-F5344CB8AC3E}">
        <p14:creationId xmlns:p14="http://schemas.microsoft.com/office/powerpoint/2010/main" val="41835712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E8D8CD-7FA7-2124-A825-5D84FFE1AD0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49</a:t>
            </a:fld>
            <a:endParaRPr lang="en-US" dirty="0"/>
          </a:p>
        </p:txBody>
      </p:sp>
      <p:sp>
        <p:nvSpPr>
          <p:cNvPr id="3" name="Footer Placeholder 2">
            <a:extLst>
              <a:ext uri="{FF2B5EF4-FFF2-40B4-BE49-F238E27FC236}">
                <a16:creationId xmlns:a16="http://schemas.microsoft.com/office/drawing/2014/main" id="{9EBF5A8E-4AC6-E59C-40CA-A202C0A24C29}"/>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12E44F41-D1AE-FA3F-F10A-04A37EB47CB1}"/>
              </a:ext>
            </a:extLst>
          </p:cNvPr>
          <p:cNvPicPr>
            <a:picLocks noChangeAspect="1"/>
          </p:cNvPicPr>
          <p:nvPr/>
        </p:nvPicPr>
        <p:blipFill>
          <a:blip r:embed="rId2"/>
          <a:stretch>
            <a:fillRect/>
          </a:stretch>
        </p:blipFill>
        <p:spPr>
          <a:xfrm>
            <a:off x="400050" y="1100137"/>
            <a:ext cx="11391900" cy="4657725"/>
          </a:xfrm>
          <a:prstGeom prst="rect">
            <a:avLst/>
          </a:prstGeom>
        </p:spPr>
      </p:pic>
    </p:spTree>
    <p:extLst>
      <p:ext uri="{BB962C8B-B14F-4D97-AF65-F5344CB8AC3E}">
        <p14:creationId xmlns:p14="http://schemas.microsoft.com/office/powerpoint/2010/main" val="34444178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634B6D-577B-2D2D-B7FD-40B29A5EA35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50</a:t>
            </a:fld>
            <a:endParaRPr lang="en-US" dirty="0"/>
          </a:p>
        </p:txBody>
      </p:sp>
      <p:sp>
        <p:nvSpPr>
          <p:cNvPr id="3" name="Footer Placeholder 2">
            <a:extLst>
              <a:ext uri="{FF2B5EF4-FFF2-40B4-BE49-F238E27FC236}">
                <a16:creationId xmlns:a16="http://schemas.microsoft.com/office/drawing/2014/main" id="{A9084959-5045-54C9-E91D-4971897BCF7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CC209A58-87E0-750D-94FF-7B3BAD68FEA7}"/>
              </a:ext>
            </a:extLst>
          </p:cNvPr>
          <p:cNvPicPr>
            <a:picLocks noChangeAspect="1"/>
          </p:cNvPicPr>
          <p:nvPr/>
        </p:nvPicPr>
        <p:blipFill>
          <a:blip r:embed="rId2"/>
          <a:stretch>
            <a:fillRect/>
          </a:stretch>
        </p:blipFill>
        <p:spPr>
          <a:xfrm>
            <a:off x="866775" y="1257300"/>
            <a:ext cx="10458450" cy="4343400"/>
          </a:xfrm>
          <a:prstGeom prst="rect">
            <a:avLst/>
          </a:prstGeom>
        </p:spPr>
      </p:pic>
    </p:spTree>
    <p:extLst>
      <p:ext uri="{BB962C8B-B14F-4D97-AF65-F5344CB8AC3E}">
        <p14:creationId xmlns:p14="http://schemas.microsoft.com/office/powerpoint/2010/main" val="34472282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A3D365-DF16-FD14-1C7F-527C93031AF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51</a:t>
            </a:fld>
            <a:endParaRPr lang="en-US" dirty="0"/>
          </a:p>
        </p:txBody>
      </p:sp>
      <p:sp>
        <p:nvSpPr>
          <p:cNvPr id="3" name="Footer Placeholder 2">
            <a:extLst>
              <a:ext uri="{FF2B5EF4-FFF2-40B4-BE49-F238E27FC236}">
                <a16:creationId xmlns:a16="http://schemas.microsoft.com/office/drawing/2014/main" id="{23AD7CCD-D3A7-C128-B258-3C1505153388}"/>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BA95735-CEE5-6AA7-B3EF-6D5A84524175}"/>
              </a:ext>
            </a:extLst>
          </p:cNvPr>
          <p:cNvPicPr>
            <a:picLocks noChangeAspect="1"/>
          </p:cNvPicPr>
          <p:nvPr/>
        </p:nvPicPr>
        <p:blipFill>
          <a:blip r:embed="rId2"/>
          <a:stretch>
            <a:fillRect/>
          </a:stretch>
        </p:blipFill>
        <p:spPr>
          <a:xfrm>
            <a:off x="0" y="382945"/>
            <a:ext cx="12192000" cy="6092110"/>
          </a:xfrm>
          <a:prstGeom prst="rect">
            <a:avLst/>
          </a:prstGeom>
        </p:spPr>
      </p:pic>
    </p:spTree>
    <p:extLst>
      <p:ext uri="{BB962C8B-B14F-4D97-AF65-F5344CB8AC3E}">
        <p14:creationId xmlns:p14="http://schemas.microsoft.com/office/powerpoint/2010/main" val="23917855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B2EC48-82E1-04C8-E6C5-06F430E206C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52</a:t>
            </a:fld>
            <a:endParaRPr lang="en-US" dirty="0"/>
          </a:p>
        </p:txBody>
      </p:sp>
      <p:sp>
        <p:nvSpPr>
          <p:cNvPr id="3" name="Footer Placeholder 2">
            <a:extLst>
              <a:ext uri="{FF2B5EF4-FFF2-40B4-BE49-F238E27FC236}">
                <a16:creationId xmlns:a16="http://schemas.microsoft.com/office/drawing/2014/main" id="{E574FEA9-1FA8-C849-9C6E-20D32C9A94C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9E8BDD9-802F-A76F-E1AD-5CC62DA4C2B6}"/>
              </a:ext>
            </a:extLst>
          </p:cNvPr>
          <p:cNvPicPr>
            <a:picLocks noChangeAspect="1"/>
          </p:cNvPicPr>
          <p:nvPr/>
        </p:nvPicPr>
        <p:blipFill>
          <a:blip r:embed="rId2"/>
          <a:stretch>
            <a:fillRect/>
          </a:stretch>
        </p:blipFill>
        <p:spPr>
          <a:xfrm>
            <a:off x="2875936" y="1106565"/>
            <a:ext cx="5943600" cy="2322435"/>
          </a:xfrm>
          <a:prstGeom prst="rect">
            <a:avLst/>
          </a:prstGeom>
        </p:spPr>
      </p:pic>
      <p:pic>
        <p:nvPicPr>
          <p:cNvPr id="7" name="Picture 6">
            <a:extLst>
              <a:ext uri="{FF2B5EF4-FFF2-40B4-BE49-F238E27FC236}">
                <a16:creationId xmlns:a16="http://schemas.microsoft.com/office/drawing/2014/main" id="{7D9C7934-6C37-DA0C-FE1A-A880D9EA4C78}"/>
              </a:ext>
            </a:extLst>
          </p:cNvPr>
          <p:cNvPicPr>
            <a:picLocks noChangeAspect="1"/>
          </p:cNvPicPr>
          <p:nvPr/>
        </p:nvPicPr>
        <p:blipFill>
          <a:blip r:embed="rId3"/>
          <a:stretch>
            <a:fillRect/>
          </a:stretch>
        </p:blipFill>
        <p:spPr>
          <a:xfrm>
            <a:off x="2819400" y="3317592"/>
            <a:ext cx="6172201" cy="797208"/>
          </a:xfrm>
          <a:prstGeom prst="rect">
            <a:avLst/>
          </a:prstGeom>
        </p:spPr>
      </p:pic>
    </p:spTree>
    <p:extLst>
      <p:ext uri="{BB962C8B-B14F-4D97-AF65-F5344CB8AC3E}">
        <p14:creationId xmlns:p14="http://schemas.microsoft.com/office/powerpoint/2010/main" val="10986753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E6F168-2D0E-0167-1CAE-2056BA36621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53</a:t>
            </a:fld>
            <a:endParaRPr lang="en-US" dirty="0"/>
          </a:p>
        </p:txBody>
      </p:sp>
      <p:sp>
        <p:nvSpPr>
          <p:cNvPr id="3" name="Footer Placeholder 2">
            <a:extLst>
              <a:ext uri="{FF2B5EF4-FFF2-40B4-BE49-F238E27FC236}">
                <a16:creationId xmlns:a16="http://schemas.microsoft.com/office/drawing/2014/main" id="{F06BE68D-DDCC-F4CB-D79B-FD3DBEF11A71}"/>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7B30A0B4-EFF3-7500-2E7F-0744FA2E8DFA}"/>
              </a:ext>
            </a:extLst>
          </p:cNvPr>
          <p:cNvPicPr>
            <a:picLocks noChangeAspect="1"/>
          </p:cNvPicPr>
          <p:nvPr/>
        </p:nvPicPr>
        <p:blipFill>
          <a:blip r:embed="rId2"/>
          <a:stretch>
            <a:fillRect/>
          </a:stretch>
        </p:blipFill>
        <p:spPr>
          <a:xfrm>
            <a:off x="304800" y="752475"/>
            <a:ext cx="5825628" cy="924573"/>
          </a:xfrm>
          <a:prstGeom prst="rect">
            <a:avLst/>
          </a:prstGeom>
        </p:spPr>
      </p:pic>
      <p:pic>
        <p:nvPicPr>
          <p:cNvPr id="7" name="Picture 6">
            <a:extLst>
              <a:ext uri="{FF2B5EF4-FFF2-40B4-BE49-F238E27FC236}">
                <a16:creationId xmlns:a16="http://schemas.microsoft.com/office/drawing/2014/main" id="{927C3EE5-3A15-5032-E443-B6289DBD51A2}"/>
              </a:ext>
            </a:extLst>
          </p:cNvPr>
          <p:cNvPicPr>
            <a:picLocks noChangeAspect="1"/>
          </p:cNvPicPr>
          <p:nvPr/>
        </p:nvPicPr>
        <p:blipFill>
          <a:blip r:embed="rId3"/>
          <a:stretch>
            <a:fillRect/>
          </a:stretch>
        </p:blipFill>
        <p:spPr>
          <a:xfrm>
            <a:off x="324465" y="1696390"/>
            <a:ext cx="4800600" cy="4409135"/>
          </a:xfrm>
          <a:prstGeom prst="rect">
            <a:avLst/>
          </a:prstGeom>
        </p:spPr>
      </p:pic>
      <p:pic>
        <p:nvPicPr>
          <p:cNvPr id="9" name="Picture 8">
            <a:extLst>
              <a:ext uri="{FF2B5EF4-FFF2-40B4-BE49-F238E27FC236}">
                <a16:creationId xmlns:a16="http://schemas.microsoft.com/office/drawing/2014/main" id="{6BE25D84-96D1-0F52-48C4-1B3EDFCBD1D6}"/>
              </a:ext>
            </a:extLst>
          </p:cNvPr>
          <p:cNvPicPr>
            <a:picLocks noChangeAspect="1"/>
          </p:cNvPicPr>
          <p:nvPr/>
        </p:nvPicPr>
        <p:blipFill>
          <a:blip r:embed="rId4"/>
          <a:stretch>
            <a:fillRect/>
          </a:stretch>
        </p:blipFill>
        <p:spPr>
          <a:xfrm>
            <a:off x="5791200" y="1557337"/>
            <a:ext cx="5861981" cy="4409135"/>
          </a:xfrm>
          <a:prstGeom prst="rect">
            <a:avLst/>
          </a:prstGeom>
        </p:spPr>
      </p:pic>
    </p:spTree>
    <p:extLst>
      <p:ext uri="{BB962C8B-B14F-4D97-AF65-F5344CB8AC3E}">
        <p14:creationId xmlns:p14="http://schemas.microsoft.com/office/powerpoint/2010/main" val="37332539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D9D8FF-ABCE-6DF1-81F6-2299A109154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54</a:t>
            </a:fld>
            <a:endParaRPr lang="en-US" dirty="0"/>
          </a:p>
        </p:txBody>
      </p:sp>
      <p:sp>
        <p:nvSpPr>
          <p:cNvPr id="3" name="Footer Placeholder 2">
            <a:extLst>
              <a:ext uri="{FF2B5EF4-FFF2-40B4-BE49-F238E27FC236}">
                <a16:creationId xmlns:a16="http://schemas.microsoft.com/office/drawing/2014/main" id="{F35F6C9D-864B-168A-2082-C1079216516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452F763D-E724-767E-5545-E21B968C3B8F}"/>
              </a:ext>
            </a:extLst>
          </p:cNvPr>
          <p:cNvPicPr>
            <a:picLocks noChangeAspect="1"/>
          </p:cNvPicPr>
          <p:nvPr/>
        </p:nvPicPr>
        <p:blipFill>
          <a:blip r:embed="rId2"/>
          <a:stretch>
            <a:fillRect/>
          </a:stretch>
        </p:blipFill>
        <p:spPr>
          <a:xfrm>
            <a:off x="381000" y="304800"/>
            <a:ext cx="4653927" cy="5995809"/>
          </a:xfrm>
          <a:prstGeom prst="rect">
            <a:avLst/>
          </a:prstGeom>
        </p:spPr>
      </p:pic>
      <p:pic>
        <p:nvPicPr>
          <p:cNvPr id="7" name="Picture 6">
            <a:extLst>
              <a:ext uri="{FF2B5EF4-FFF2-40B4-BE49-F238E27FC236}">
                <a16:creationId xmlns:a16="http://schemas.microsoft.com/office/drawing/2014/main" id="{E10443A9-701D-5593-D206-5F0987A5470A}"/>
              </a:ext>
            </a:extLst>
          </p:cNvPr>
          <p:cNvPicPr>
            <a:picLocks noChangeAspect="1"/>
          </p:cNvPicPr>
          <p:nvPr/>
        </p:nvPicPr>
        <p:blipFill>
          <a:blip r:embed="rId3"/>
          <a:stretch>
            <a:fillRect/>
          </a:stretch>
        </p:blipFill>
        <p:spPr>
          <a:xfrm>
            <a:off x="5715000" y="76200"/>
            <a:ext cx="5306629" cy="4159250"/>
          </a:xfrm>
          <a:prstGeom prst="rect">
            <a:avLst/>
          </a:prstGeom>
        </p:spPr>
      </p:pic>
      <p:pic>
        <p:nvPicPr>
          <p:cNvPr id="9" name="Picture 8">
            <a:extLst>
              <a:ext uri="{FF2B5EF4-FFF2-40B4-BE49-F238E27FC236}">
                <a16:creationId xmlns:a16="http://schemas.microsoft.com/office/drawing/2014/main" id="{B44C22EE-B1FE-DA16-DEA6-2984CFF9A13F}"/>
              </a:ext>
            </a:extLst>
          </p:cNvPr>
          <p:cNvPicPr>
            <a:picLocks noChangeAspect="1"/>
          </p:cNvPicPr>
          <p:nvPr/>
        </p:nvPicPr>
        <p:blipFill>
          <a:blip r:embed="rId4"/>
          <a:stretch>
            <a:fillRect/>
          </a:stretch>
        </p:blipFill>
        <p:spPr>
          <a:xfrm>
            <a:off x="5715000" y="4375204"/>
            <a:ext cx="4038600" cy="2136930"/>
          </a:xfrm>
          <a:prstGeom prst="rect">
            <a:avLst/>
          </a:prstGeom>
        </p:spPr>
      </p:pic>
    </p:spTree>
    <p:extLst>
      <p:ext uri="{BB962C8B-B14F-4D97-AF65-F5344CB8AC3E}">
        <p14:creationId xmlns:p14="http://schemas.microsoft.com/office/powerpoint/2010/main" val="8010541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12632-0026-A629-89DA-7F1C95C395C9}"/>
              </a:ext>
            </a:extLst>
          </p:cNvPr>
          <p:cNvSpPr>
            <a:spLocks noGrp="1"/>
          </p:cNvSpPr>
          <p:nvPr>
            <p:ph type="title"/>
          </p:nvPr>
        </p:nvSpPr>
        <p:spPr/>
        <p:txBody>
          <a:bodyPr/>
          <a:lstStyle/>
          <a:p>
            <a:r>
              <a:rPr lang="en-US" dirty="0"/>
              <a:t>The Language Accepted by an Automaton</a:t>
            </a:r>
          </a:p>
        </p:txBody>
      </p:sp>
      <p:sp>
        <p:nvSpPr>
          <p:cNvPr id="3" name="Slide Number Placeholder 2">
            <a:extLst>
              <a:ext uri="{FF2B5EF4-FFF2-40B4-BE49-F238E27FC236}">
                <a16:creationId xmlns:a16="http://schemas.microsoft.com/office/drawing/2014/main" id="{6ED14653-384E-8311-7DF9-9CF6844146F4}"/>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55</a:t>
            </a:fld>
            <a:endParaRPr lang="en-US" dirty="0"/>
          </a:p>
        </p:txBody>
      </p:sp>
      <p:sp>
        <p:nvSpPr>
          <p:cNvPr id="4" name="Footer Placeholder 3">
            <a:extLst>
              <a:ext uri="{FF2B5EF4-FFF2-40B4-BE49-F238E27FC236}">
                <a16:creationId xmlns:a16="http://schemas.microsoft.com/office/drawing/2014/main" id="{632B0C0F-A774-48A8-F9E2-3F7BA28331E3}"/>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22180136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AF3891-16CC-6D0A-2846-54AD6650469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56</a:t>
            </a:fld>
            <a:endParaRPr lang="en-US" dirty="0"/>
          </a:p>
        </p:txBody>
      </p:sp>
      <p:sp>
        <p:nvSpPr>
          <p:cNvPr id="3" name="Footer Placeholder 2">
            <a:extLst>
              <a:ext uri="{FF2B5EF4-FFF2-40B4-BE49-F238E27FC236}">
                <a16:creationId xmlns:a16="http://schemas.microsoft.com/office/drawing/2014/main" id="{2E7E0156-C2F3-6269-42C5-9D5D67CC75D7}"/>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15210F1B-1CDB-5D22-7AEF-0ACA2728FCDA}"/>
              </a:ext>
            </a:extLst>
          </p:cNvPr>
          <p:cNvPicPr>
            <a:picLocks noChangeAspect="1"/>
          </p:cNvPicPr>
          <p:nvPr/>
        </p:nvPicPr>
        <p:blipFill>
          <a:blip r:embed="rId2"/>
          <a:stretch>
            <a:fillRect/>
          </a:stretch>
        </p:blipFill>
        <p:spPr>
          <a:xfrm>
            <a:off x="1412408" y="2282153"/>
            <a:ext cx="9422740" cy="2293694"/>
          </a:xfrm>
          <a:prstGeom prst="rect">
            <a:avLst/>
          </a:prstGeom>
        </p:spPr>
      </p:pic>
    </p:spTree>
    <p:extLst>
      <p:ext uri="{BB962C8B-B14F-4D97-AF65-F5344CB8AC3E}">
        <p14:creationId xmlns:p14="http://schemas.microsoft.com/office/powerpoint/2010/main" val="38585257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99CECB-D806-5A76-83D0-FD894A89273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57</a:t>
            </a:fld>
            <a:endParaRPr lang="en-US" dirty="0"/>
          </a:p>
        </p:txBody>
      </p:sp>
      <p:sp>
        <p:nvSpPr>
          <p:cNvPr id="3" name="Footer Placeholder 2">
            <a:extLst>
              <a:ext uri="{FF2B5EF4-FFF2-40B4-BE49-F238E27FC236}">
                <a16:creationId xmlns:a16="http://schemas.microsoft.com/office/drawing/2014/main" id="{79AC1EEC-5E26-7B7B-E7B0-7DE549DABE9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F477FE9-6B2B-D770-3482-A5461F338B69}"/>
              </a:ext>
            </a:extLst>
          </p:cNvPr>
          <p:cNvPicPr>
            <a:picLocks noChangeAspect="1"/>
          </p:cNvPicPr>
          <p:nvPr/>
        </p:nvPicPr>
        <p:blipFill>
          <a:blip r:embed="rId2"/>
          <a:stretch>
            <a:fillRect/>
          </a:stretch>
        </p:blipFill>
        <p:spPr>
          <a:xfrm>
            <a:off x="876300" y="919162"/>
            <a:ext cx="10439400" cy="5019675"/>
          </a:xfrm>
          <a:prstGeom prst="rect">
            <a:avLst/>
          </a:prstGeom>
        </p:spPr>
      </p:pic>
    </p:spTree>
    <p:extLst>
      <p:ext uri="{BB962C8B-B14F-4D97-AF65-F5344CB8AC3E}">
        <p14:creationId xmlns:p14="http://schemas.microsoft.com/office/powerpoint/2010/main" val="6143071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0E8753-3B37-8205-2170-25BC60D3199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58</a:t>
            </a:fld>
            <a:endParaRPr lang="en-US" dirty="0"/>
          </a:p>
        </p:txBody>
      </p:sp>
      <p:sp>
        <p:nvSpPr>
          <p:cNvPr id="3" name="Footer Placeholder 2">
            <a:extLst>
              <a:ext uri="{FF2B5EF4-FFF2-40B4-BE49-F238E27FC236}">
                <a16:creationId xmlns:a16="http://schemas.microsoft.com/office/drawing/2014/main" id="{1DA6E8D9-148B-0901-AE47-BD20EA6C5C72}"/>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4B39A9D-D184-C923-A428-EC50FDFD1369}"/>
              </a:ext>
            </a:extLst>
          </p:cNvPr>
          <p:cNvPicPr>
            <a:picLocks noChangeAspect="1"/>
          </p:cNvPicPr>
          <p:nvPr/>
        </p:nvPicPr>
        <p:blipFill>
          <a:blip r:embed="rId2"/>
          <a:stretch>
            <a:fillRect/>
          </a:stretch>
        </p:blipFill>
        <p:spPr>
          <a:xfrm>
            <a:off x="1604962" y="304800"/>
            <a:ext cx="8982075" cy="6248400"/>
          </a:xfrm>
          <a:prstGeom prst="rect">
            <a:avLst/>
          </a:prstGeom>
        </p:spPr>
      </p:pic>
    </p:spTree>
    <p:extLst>
      <p:ext uri="{BB962C8B-B14F-4D97-AF65-F5344CB8AC3E}">
        <p14:creationId xmlns:p14="http://schemas.microsoft.com/office/powerpoint/2010/main" val="31185382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A8C7A-26D7-0A04-73F8-3A08463AEF30}"/>
              </a:ext>
            </a:extLst>
          </p:cNvPr>
          <p:cNvSpPr>
            <a:spLocks noGrp="1"/>
          </p:cNvSpPr>
          <p:nvPr>
            <p:ph type="title"/>
          </p:nvPr>
        </p:nvSpPr>
        <p:spPr/>
        <p:txBody>
          <a:bodyPr/>
          <a:lstStyle/>
          <a:p>
            <a:r>
              <a:rPr lang="en-US" dirty="0"/>
              <a:t>The Eventual-State Function</a:t>
            </a:r>
          </a:p>
        </p:txBody>
      </p:sp>
      <p:sp>
        <p:nvSpPr>
          <p:cNvPr id="3" name="Content Placeholder 2">
            <a:extLst>
              <a:ext uri="{FF2B5EF4-FFF2-40B4-BE49-F238E27FC236}">
                <a16:creationId xmlns:a16="http://schemas.microsoft.com/office/drawing/2014/main" id="{57FA19B7-F296-0D90-688E-C9E5B1EB999D}"/>
              </a:ext>
            </a:extLst>
          </p:cNvPr>
          <p:cNvSpPr>
            <a:spLocks noGrp="1"/>
          </p:cNvSpPr>
          <p:nvPr>
            <p:ph idx="1"/>
          </p:nvPr>
        </p:nvSpPr>
        <p:spPr>
          <a:xfrm>
            <a:off x="838200" y="1507329"/>
            <a:ext cx="10515600" cy="4351338"/>
          </a:xfrm>
        </p:spPr>
        <p:txBody>
          <a:bodyPr/>
          <a:lstStyle/>
          <a:p>
            <a:r>
              <a:rPr lang="en-US" sz="1800" b="0" i="0" dirty="0">
                <a:solidFill>
                  <a:srgbClr val="242021"/>
                </a:solidFill>
                <a:effectLst/>
                <a:latin typeface="TimesLTStd-Roman"/>
              </a:rPr>
              <a:t>Now suppose a finite-state automaton is in one of its states (not necessarily the initial state) and a string of input symbols is fed into it in sequence. To what state will the automaton eventually go? </a:t>
            </a:r>
          </a:p>
          <a:p>
            <a:r>
              <a:rPr lang="en-US" sz="1800" b="0" i="0" dirty="0">
                <a:solidFill>
                  <a:srgbClr val="242021"/>
                </a:solidFill>
                <a:effectLst/>
                <a:latin typeface="TimesLTStd-Roman"/>
              </a:rPr>
              <a:t>The function that gives the answer to this question for every possible combination of input strings and states of the automaton is called the </a:t>
            </a:r>
            <a:r>
              <a:rPr lang="en-US" sz="1800" b="0" i="1" dirty="0">
                <a:solidFill>
                  <a:srgbClr val="242021"/>
                </a:solidFill>
                <a:effectLst/>
                <a:latin typeface="TimesLTStd-Italic"/>
              </a:rPr>
              <a:t>eventual-state function</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EB68B8C1-406F-10EF-45B3-13521F703CA9}"/>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59</a:t>
            </a:fld>
            <a:endParaRPr lang="en-US" altLang="en-US" dirty="0"/>
          </a:p>
        </p:txBody>
      </p:sp>
      <p:sp>
        <p:nvSpPr>
          <p:cNvPr id="5" name="Footer Placeholder 4">
            <a:extLst>
              <a:ext uri="{FF2B5EF4-FFF2-40B4-BE49-F238E27FC236}">
                <a16:creationId xmlns:a16="http://schemas.microsoft.com/office/drawing/2014/main" id="{B768158B-5F2F-C89F-AA28-99E859E07D5A}"/>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E292E3CB-BC30-D123-9547-87D3AB6321E8}"/>
              </a:ext>
            </a:extLst>
          </p:cNvPr>
          <p:cNvPicPr>
            <a:picLocks noChangeAspect="1"/>
          </p:cNvPicPr>
          <p:nvPr/>
        </p:nvPicPr>
        <p:blipFill>
          <a:blip r:embed="rId2"/>
          <a:stretch>
            <a:fillRect/>
          </a:stretch>
        </p:blipFill>
        <p:spPr>
          <a:xfrm>
            <a:off x="1676400" y="3682998"/>
            <a:ext cx="8658225" cy="2809875"/>
          </a:xfrm>
          <a:prstGeom prst="rect">
            <a:avLst/>
          </a:prstGeom>
        </p:spPr>
      </p:pic>
    </p:spTree>
    <p:extLst>
      <p:ext uri="{BB962C8B-B14F-4D97-AF65-F5344CB8AC3E}">
        <p14:creationId xmlns:p14="http://schemas.microsoft.com/office/powerpoint/2010/main" val="26464829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4844C1-DE70-73FD-1B1E-4A5A410CCE3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60</a:t>
            </a:fld>
            <a:endParaRPr lang="en-US" dirty="0"/>
          </a:p>
        </p:txBody>
      </p:sp>
      <p:sp>
        <p:nvSpPr>
          <p:cNvPr id="3" name="Footer Placeholder 2">
            <a:extLst>
              <a:ext uri="{FF2B5EF4-FFF2-40B4-BE49-F238E27FC236}">
                <a16:creationId xmlns:a16="http://schemas.microsoft.com/office/drawing/2014/main" id="{AD9F38B6-7ECF-F754-0C43-FC46B275D0B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8D1FAF0-13A5-91D0-EE02-254E49C7D1E9}"/>
              </a:ext>
            </a:extLst>
          </p:cNvPr>
          <p:cNvPicPr>
            <a:picLocks noChangeAspect="1"/>
          </p:cNvPicPr>
          <p:nvPr/>
        </p:nvPicPr>
        <p:blipFill>
          <a:blip r:embed="rId2"/>
          <a:stretch>
            <a:fillRect/>
          </a:stretch>
        </p:blipFill>
        <p:spPr>
          <a:xfrm>
            <a:off x="809625" y="0"/>
            <a:ext cx="10572750" cy="1152525"/>
          </a:xfrm>
          <a:prstGeom prst="rect">
            <a:avLst/>
          </a:prstGeom>
        </p:spPr>
      </p:pic>
      <p:pic>
        <p:nvPicPr>
          <p:cNvPr id="7" name="Picture 6">
            <a:extLst>
              <a:ext uri="{FF2B5EF4-FFF2-40B4-BE49-F238E27FC236}">
                <a16:creationId xmlns:a16="http://schemas.microsoft.com/office/drawing/2014/main" id="{E9FB17D7-3F17-2D95-A193-A609338A7502}"/>
              </a:ext>
            </a:extLst>
          </p:cNvPr>
          <p:cNvPicPr>
            <a:picLocks noChangeAspect="1"/>
          </p:cNvPicPr>
          <p:nvPr/>
        </p:nvPicPr>
        <p:blipFill>
          <a:blip r:embed="rId3"/>
          <a:stretch>
            <a:fillRect/>
          </a:stretch>
        </p:blipFill>
        <p:spPr>
          <a:xfrm>
            <a:off x="2286000" y="1392309"/>
            <a:ext cx="7848600" cy="5483154"/>
          </a:xfrm>
          <a:prstGeom prst="rect">
            <a:avLst/>
          </a:prstGeom>
        </p:spPr>
      </p:pic>
    </p:spTree>
    <p:extLst>
      <p:ext uri="{BB962C8B-B14F-4D97-AF65-F5344CB8AC3E}">
        <p14:creationId xmlns:p14="http://schemas.microsoft.com/office/powerpoint/2010/main" val="8004167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F724C-A969-09AD-C357-3206F9F99B0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61</a:t>
            </a:fld>
            <a:endParaRPr lang="en-US" dirty="0"/>
          </a:p>
        </p:txBody>
      </p:sp>
      <p:sp>
        <p:nvSpPr>
          <p:cNvPr id="3" name="Footer Placeholder 2">
            <a:extLst>
              <a:ext uri="{FF2B5EF4-FFF2-40B4-BE49-F238E27FC236}">
                <a16:creationId xmlns:a16="http://schemas.microsoft.com/office/drawing/2014/main" id="{BD829F1C-62CC-3521-BA08-1EA6DE306163}"/>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B355EF9-B919-238B-4600-3E7B4EBF2CD1}"/>
              </a:ext>
            </a:extLst>
          </p:cNvPr>
          <p:cNvPicPr>
            <a:picLocks noChangeAspect="1"/>
          </p:cNvPicPr>
          <p:nvPr/>
        </p:nvPicPr>
        <p:blipFill>
          <a:blip r:embed="rId2"/>
          <a:stretch>
            <a:fillRect/>
          </a:stretch>
        </p:blipFill>
        <p:spPr>
          <a:xfrm>
            <a:off x="1685925" y="2576512"/>
            <a:ext cx="8820150" cy="1704975"/>
          </a:xfrm>
          <a:prstGeom prst="rect">
            <a:avLst/>
          </a:prstGeom>
        </p:spPr>
      </p:pic>
    </p:spTree>
    <p:extLst>
      <p:ext uri="{BB962C8B-B14F-4D97-AF65-F5344CB8AC3E}">
        <p14:creationId xmlns:p14="http://schemas.microsoft.com/office/powerpoint/2010/main" val="40197992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B8638E-55FA-6160-656D-72D603D4D2CE}"/>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62</a:t>
            </a:fld>
            <a:endParaRPr lang="en-US" dirty="0"/>
          </a:p>
        </p:txBody>
      </p:sp>
      <p:sp>
        <p:nvSpPr>
          <p:cNvPr id="3" name="Footer Placeholder 2">
            <a:extLst>
              <a:ext uri="{FF2B5EF4-FFF2-40B4-BE49-F238E27FC236}">
                <a16:creationId xmlns:a16="http://schemas.microsoft.com/office/drawing/2014/main" id="{F171E786-178F-A128-6B55-7185E2C5B174}"/>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19392436-6264-DCF3-960F-0FAEFAC50D7D}"/>
              </a:ext>
            </a:extLst>
          </p:cNvPr>
          <p:cNvPicPr>
            <a:picLocks noChangeAspect="1"/>
          </p:cNvPicPr>
          <p:nvPr/>
        </p:nvPicPr>
        <p:blipFill>
          <a:blip r:embed="rId2"/>
          <a:stretch>
            <a:fillRect/>
          </a:stretch>
        </p:blipFill>
        <p:spPr>
          <a:xfrm>
            <a:off x="2630472" y="0"/>
            <a:ext cx="6931055" cy="6858000"/>
          </a:xfrm>
          <a:prstGeom prst="rect">
            <a:avLst/>
          </a:prstGeom>
        </p:spPr>
      </p:pic>
    </p:spTree>
    <p:extLst>
      <p:ext uri="{BB962C8B-B14F-4D97-AF65-F5344CB8AC3E}">
        <p14:creationId xmlns:p14="http://schemas.microsoft.com/office/powerpoint/2010/main" val="41475977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5EE89D-50D3-272F-04C8-28FC070174A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63</a:t>
            </a:fld>
            <a:endParaRPr lang="en-US" dirty="0"/>
          </a:p>
        </p:txBody>
      </p:sp>
      <p:sp>
        <p:nvSpPr>
          <p:cNvPr id="3" name="Footer Placeholder 2">
            <a:extLst>
              <a:ext uri="{FF2B5EF4-FFF2-40B4-BE49-F238E27FC236}">
                <a16:creationId xmlns:a16="http://schemas.microsoft.com/office/drawing/2014/main" id="{1DF83EAE-F62A-BAE6-8AB2-4BCB6F5503A6}"/>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B56C5FB1-B502-D81E-C361-8353C71F4AD3}"/>
              </a:ext>
            </a:extLst>
          </p:cNvPr>
          <p:cNvPicPr>
            <a:picLocks noChangeAspect="1"/>
          </p:cNvPicPr>
          <p:nvPr/>
        </p:nvPicPr>
        <p:blipFill>
          <a:blip r:embed="rId2"/>
          <a:stretch>
            <a:fillRect/>
          </a:stretch>
        </p:blipFill>
        <p:spPr>
          <a:xfrm>
            <a:off x="2400300" y="207192"/>
            <a:ext cx="7048500" cy="1126307"/>
          </a:xfrm>
          <a:prstGeom prst="rect">
            <a:avLst/>
          </a:prstGeom>
        </p:spPr>
      </p:pic>
      <p:pic>
        <p:nvPicPr>
          <p:cNvPr id="7" name="Picture 6">
            <a:extLst>
              <a:ext uri="{FF2B5EF4-FFF2-40B4-BE49-F238E27FC236}">
                <a16:creationId xmlns:a16="http://schemas.microsoft.com/office/drawing/2014/main" id="{DAA073EA-17EF-1DA9-D45B-3BA4E4041BF1}"/>
              </a:ext>
            </a:extLst>
          </p:cNvPr>
          <p:cNvPicPr>
            <a:picLocks noChangeAspect="1"/>
          </p:cNvPicPr>
          <p:nvPr/>
        </p:nvPicPr>
        <p:blipFill>
          <a:blip r:embed="rId3"/>
          <a:stretch>
            <a:fillRect/>
          </a:stretch>
        </p:blipFill>
        <p:spPr>
          <a:xfrm>
            <a:off x="3871914" y="1600200"/>
            <a:ext cx="4264592" cy="4510087"/>
          </a:xfrm>
          <a:prstGeom prst="rect">
            <a:avLst/>
          </a:prstGeom>
        </p:spPr>
      </p:pic>
    </p:spTree>
    <p:extLst>
      <p:ext uri="{BB962C8B-B14F-4D97-AF65-F5344CB8AC3E}">
        <p14:creationId xmlns:p14="http://schemas.microsoft.com/office/powerpoint/2010/main" val="41610035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2018-4CD8-301C-8ED4-9232086E2446}"/>
              </a:ext>
            </a:extLst>
          </p:cNvPr>
          <p:cNvSpPr>
            <a:spLocks noGrp="1"/>
          </p:cNvSpPr>
          <p:nvPr>
            <p:ph type="title"/>
          </p:nvPr>
        </p:nvSpPr>
        <p:spPr/>
        <p:txBody>
          <a:bodyPr/>
          <a:lstStyle/>
          <a:p>
            <a:r>
              <a:rPr lang="en-US" dirty="0"/>
              <a:t>Designing a Finite-State Automaton</a:t>
            </a:r>
          </a:p>
        </p:txBody>
      </p:sp>
      <p:sp>
        <p:nvSpPr>
          <p:cNvPr id="3" name="Slide Number Placeholder 2">
            <a:extLst>
              <a:ext uri="{FF2B5EF4-FFF2-40B4-BE49-F238E27FC236}">
                <a16:creationId xmlns:a16="http://schemas.microsoft.com/office/drawing/2014/main" id="{85FB5735-ABBF-C727-B804-19EAA5FB0537}"/>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64</a:t>
            </a:fld>
            <a:endParaRPr lang="en-US" dirty="0"/>
          </a:p>
        </p:txBody>
      </p:sp>
      <p:sp>
        <p:nvSpPr>
          <p:cNvPr id="4" name="Footer Placeholder 3">
            <a:extLst>
              <a:ext uri="{FF2B5EF4-FFF2-40B4-BE49-F238E27FC236}">
                <a16:creationId xmlns:a16="http://schemas.microsoft.com/office/drawing/2014/main" id="{A0A6C7EB-F518-5620-1788-A61A983D2A98}"/>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12585613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07FFED-7794-18DF-2AA3-0DDA281649C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65</a:t>
            </a:fld>
            <a:endParaRPr lang="en-US" dirty="0"/>
          </a:p>
        </p:txBody>
      </p:sp>
      <p:sp>
        <p:nvSpPr>
          <p:cNvPr id="3" name="Footer Placeholder 2">
            <a:extLst>
              <a:ext uri="{FF2B5EF4-FFF2-40B4-BE49-F238E27FC236}">
                <a16:creationId xmlns:a16="http://schemas.microsoft.com/office/drawing/2014/main" id="{0A9F8515-A895-47B3-448C-2FC22049E158}"/>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2EB58877-35EE-47A8-E46F-3F05219823EB}"/>
              </a:ext>
            </a:extLst>
          </p:cNvPr>
          <p:cNvPicPr>
            <a:picLocks noChangeAspect="1"/>
          </p:cNvPicPr>
          <p:nvPr/>
        </p:nvPicPr>
        <p:blipFill>
          <a:blip r:embed="rId2"/>
          <a:stretch>
            <a:fillRect/>
          </a:stretch>
        </p:blipFill>
        <p:spPr>
          <a:xfrm>
            <a:off x="852487" y="2471737"/>
            <a:ext cx="10487025" cy="1914525"/>
          </a:xfrm>
          <a:prstGeom prst="rect">
            <a:avLst/>
          </a:prstGeom>
        </p:spPr>
      </p:pic>
    </p:spTree>
    <p:extLst>
      <p:ext uri="{BB962C8B-B14F-4D97-AF65-F5344CB8AC3E}">
        <p14:creationId xmlns:p14="http://schemas.microsoft.com/office/powerpoint/2010/main" val="9128199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1DDB9A-7C78-5B29-B42B-63355ABA2BA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66</a:t>
            </a:fld>
            <a:endParaRPr lang="en-US" dirty="0"/>
          </a:p>
        </p:txBody>
      </p:sp>
      <p:sp>
        <p:nvSpPr>
          <p:cNvPr id="3" name="Footer Placeholder 2">
            <a:extLst>
              <a:ext uri="{FF2B5EF4-FFF2-40B4-BE49-F238E27FC236}">
                <a16:creationId xmlns:a16="http://schemas.microsoft.com/office/drawing/2014/main" id="{288382A1-6DBE-FAC2-2E35-E816DF9365F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2401079E-E53C-D739-691C-1AD777A9ABB5}"/>
              </a:ext>
            </a:extLst>
          </p:cNvPr>
          <p:cNvPicPr>
            <a:picLocks noChangeAspect="1"/>
          </p:cNvPicPr>
          <p:nvPr/>
        </p:nvPicPr>
        <p:blipFill>
          <a:blip r:embed="rId2"/>
          <a:stretch>
            <a:fillRect/>
          </a:stretch>
        </p:blipFill>
        <p:spPr>
          <a:xfrm>
            <a:off x="1414462" y="1743075"/>
            <a:ext cx="9363075" cy="3371850"/>
          </a:xfrm>
          <a:prstGeom prst="rect">
            <a:avLst/>
          </a:prstGeom>
        </p:spPr>
      </p:pic>
      <p:sp>
        <p:nvSpPr>
          <p:cNvPr id="6" name="TextBox 5">
            <a:extLst>
              <a:ext uri="{FF2B5EF4-FFF2-40B4-BE49-F238E27FC236}">
                <a16:creationId xmlns:a16="http://schemas.microsoft.com/office/drawing/2014/main" id="{32308E9C-3C44-35A7-E6DA-33813CA46092}"/>
              </a:ext>
            </a:extLst>
          </p:cNvPr>
          <p:cNvSpPr txBox="1"/>
          <p:nvPr/>
        </p:nvSpPr>
        <p:spPr>
          <a:xfrm>
            <a:off x="719136" y="914400"/>
            <a:ext cx="10863263" cy="400110"/>
          </a:xfrm>
          <a:prstGeom prst="rect">
            <a:avLst/>
          </a:prstGeom>
          <a:noFill/>
        </p:spPr>
        <p:txBody>
          <a:bodyPr wrap="square" rtlCol="0">
            <a:spAutoFit/>
          </a:bodyPr>
          <a:lstStyle/>
          <a:p>
            <a:r>
              <a:rPr lang="en-US" sz="2000" dirty="0"/>
              <a:t>s(k) = the state of a string where the remainder of the number of ‘1’ in s dividing 3 equals to k.</a:t>
            </a:r>
          </a:p>
        </p:txBody>
      </p:sp>
    </p:spTree>
    <p:extLst>
      <p:ext uri="{BB962C8B-B14F-4D97-AF65-F5344CB8AC3E}">
        <p14:creationId xmlns:p14="http://schemas.microsoft.com/office/powerpoint/2010/main" val="8283915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E73711-28B3-E571-4923-03D4F098E3C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67</a:t>
            </a:fld>
            <a:endParaRPr lang="en-US" dirty="0"/>
          </a:p>
        </p:txBody>
      </p:sp>
      <p:sp>
        <p:nvSpPr>
          <p:cNvPr id="3" name="Footer Placeholder 2">
            <a:extLst>
              <a:ext uri="{FF2B5EF4-FFF2-40B4-BE49-F238E27FC236}">
                <a16:creationId xmlns:a16="http://schemas.microsoft.com/office/drawing/2014/main" id="{5B2CC33B-E0D8-0DDB-2AD2-13D4016CE16F}"/>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8B24DC0-DCA4-5F84-1EF1-1D9DB426B4FE}"/>
              </a:ext>
            </a:extLst>
          </p:cNvPr>
          <p:cNvPicPr>
            <a:picLocks noChangeAspect="1"/>
          </p:cNvPicPr>
          <p:nvPr/>
        </p:nvPicPr>
        <p:blipFill>
          <a:blip r:embed="rId2"/>
          <a:stretch>
            <a:fillRect/>
          </a:stretch>
        </p:blipFill>
        <p:spPr>
          <a:xfrm>
            <a:off x="1033462" y="2486025"/>
            <a:ext cx="10125075" cy="1885950"/>
          </a:xfrm>
          <a:prstGeom prst="rect">
            <a:avLst/>
          </a:prstGeom>
        </p:spPr>
      </p:pic>
    </p:spTree>
    <p:extLst>
      <p:ext uri="{BB962C8B-B14F-4D97-AF65-F5344CB8AC3E}">
        <p14:creationId xmlns:p14="http://schemas.microsoft.com/office/powerpoint/2010/main" val="23761042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C17097-D761-7023-A6E9-91E2F40C040E}"/>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68</a:t>
            </a:fld>
            <a:endParaRPr lang="en-US" dirty="0"/>
          </a:p>
        </p:txBody>
      </p:sp>
      <p:sp>
        <p:nvSpPr>
          <p:cNvPr id="3" name="Footer Placeholder 2">
            <a:extLst>
              <a:ext uri="{FF2B5EF4-FFF2-40B4-BE49-F238E27FC236}">
                <a16:creationId xmlns:a16="http://schemas.microsoft.com/office/drawing/2014/main" id="{F7C07012-3D7B-8E27-D172-731450966377}"/>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B991A2E3-19D1-31F5-8095-D678FD658498}"/>
              </a:ext>
            </a:extLst>
          </p:cNvPr>
          <p:cNvPicPr>
            <a:picLocks noChangeAspect="1"/>
          </p:cNvPicPr>
          <p:nvPr/>
        </p:nvPicPr>
        <p:blipFill>
          <a:blip r:embed="rId2"/>
          <a:stretch>
            <a:fillRect/>
          </a:stretch>
        </p:blipFill>
        <p:spPr>
          <a:xfrm>
            <a:off x="1685925" y="1624012"/>
            <a:ext cx="8820150" cy="3609975"/>
          </a:xfrm>
          <a:prstGeom prst="rect">
            <a:avLst/>
          </a:prstGeom>
        </p:spPr>
      </p:pic>
    </p:spTree>
    <p:extLst>
      <p:ext uri="{BB962C8B-B14F-4D97-AF65-F5344CB8AC3E}">
        <p14:creationId xmlns:p14="http://schemas.microsoft.com/office/powerpoint/2010/main" val="26744822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3E52B1-15DC-04A1-6A68-E384C244F61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69</a:t>
            </a:fld>
            <a:endParaRPr lang="en-US" dirty="0"/>
          </a:p>
        </p:txBody>
      </p:sp>
      <p:sp>
        <p:nvSpPr>
          <p:cNvPr id="3" name="Footer Placeholder 2">
            <a:extLst>
              <a:ext uri="{FF2B5EF4-FFF2-40B4-BE49-F238E27FC236}">
                <a16:creationId xmlns:a16="http://schemas.microsoft.com/office/drawing/2014/main" id="{C199C211-4ACD-6B42-7948-A7DED199AA87}"/>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A80AEBF-DF86-C74D-C084-9CEF58E55573}"/>
              </a:ext>
            </a:extLst>
          </p:cNvPr>
          <p:cNvPicPr>
            <a:picLocks noChangeAspect="1"/>
          </p:cNvPicPr>
          <p:nvPr/>
        </p:nvPicPr>
        <p:blipFill>
          <a:blip r:embed="rId2"/>
          <a:stretch>
            <a:fillRect/>
          </a:stretch>
        </p:blipFill>
        <p:spPr>
          <a:xfrm>
            <a:off x="1743075" y="1233487"/>
            <a:ext cx="8705850" cy="4391025"/>
          </a:xfrm>
          <a:prstGeom prst="rect">
            <a:avLst/>
          </a:prstGeom>
        </p:spPr>
      </p:pic>
    </p:spTree>
    <p:extLst>
      <p:ext uri="{BB962C8B-B14F-4D97-AF65-F5344CB8AC3E}">
        <p14:creationId xmlns:p14="http://schemas.microsoft.com/office/powerpoint/2010/main" val="37637014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BE4B49-DD52-F56F-342E-24685CC1A64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70</a:t>
            </a:fld>
            <a:endParaRPr lang="en-US" dirty="0"/>
          </a:p>
        </p:txBody>
      </p:sp>
      <p:sp>
        <p:nvSpPr>
          <p:cNvPr id="3" name="Footer Placeholder 2">
            <a:extLst>
              <a:ext uri="{FF2B5EF4-FFF2-40B4-BE49-F238E27FC236}">
                <a16:creationId xmlns:a16="http://schemas.microsoft.com/office/drawing/2014/main" id="{14BF4A4E-F797-3D80-2100-8CFCFD3558F0}"/>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09F94356-AA22-C918-452C-E7ECB12C403A}"/>
              </a:ext>
            </a:extLst>
          </p:cNvPr>
          <p:cNvPicPr>
            <a:picLocks noChangeAspect="1"/>
          </p:cNvPicPr>
          <p:nvPr/>
        </p:nvPicPr>
        <p:blipFill>
          <a:blip r:embed="rId2"/>
          <a:stretch>
            <a:fillRect/>
          </a:stretch>
        </p:blipFill>
        <p:spPr>
          <a:xfrm>
            <a:off x="2462212" y="1133475"/>
            <a:ext cx="7267575" cy="4591050"/>
          </a:xfrm>
          <a:prstGeom prst="rect">
            <a:avLst/>
          </a:prstGeom>
        </p:spPr>
      </p:pic>
    </p:spTree>
    <p:extLst>
      <p:ext uri="{BB962C8B-B14F-4D97-AF65-F5344CB8AC3E}">
        <p14:creationId xmlns:p14="http://schemas.microsoft.com/office/powerpoint/2010/main" val="34085677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F658AA-E134-B33F-A896-BB8C9094EFFE}"/>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71</a:t>
            </a:fld>
            <a:endParaRPr lang="en-US" dirty="0"/>
          </a:p>
        </p:txBody>
      </p:sp>
      <p:sp>
        <p:nvSpPr>
          <p:cNvPr id="3" name="Footer Placeholder 2">
            <a:extLst>
              <a:ext uri="{FF2B5EF4-FFF2-40B4-BE49-F238E27FC236}">
                <a16:creationId xmlns:a16="http://schemas.microsoft.com/office/drawing/2014/main" id="{5EB881B3-69AD-769F-4B4E-FAFC68676450}"/>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2EE8AAF-CE8D-BD8C-A1BB-2FB46FECA3CE}"/>
              </a:ext>
            </a:extLst>
          </p:cNvPr>
          <p:cNvPicPr>
            <a:picLocks noChangeAspect="1"/>
          </p:cNvPicPr>
          <p:nvPr/>
        </p:nvPicPr>
        <p:blipFill>
          <a:blip r:embed="rId2"/>
          <a:stretch>
            <a:fillRect/>
          </a:stretch>
        </p:blipFill>
        <p:spPr>
          <a:xfrm>
            <a:off x="2495550" y="957262"/>
            <a:ext cx="7200900" cy="4943475"/>
          </a:xfrm>
          <a:prstGeom prst="rect">
            <a:avLst/>
          </a:prstGeom>
        </p:spPr>
      </p:pic>
    </p:spTree>
    <p:extLst>
      <p:ext uri="{BB962C8B-B14F-4D97-AF65-F5344CB8AC3E}">
        <p14:creationId xmlns:p14="http://schemas.microsoft.com/office/powerpoint/2010/main" val="28809796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8279CF-4669-012F-6E2F-CBB93023D75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72</a:t>
            </a:fld>
            <a:endParaRPr lang="en-US" dirty="0"/>
          </a:p>
        </p:txBody>
      </p:sp>
      <p:sp>
        <p:nvSpPr>
          <p:cNvPr id="3" name="Footer Placeholder 2">
            <a:extLst>
              <a:ext uri="{FF2B5EF4-FFF2-40B4-BE49-F238E27FC236}">
                <a16:creationId xmlns:a16="http://schemas.microsoft.com/office/drawing/2014/main" id="{582D5848-8EAC-5E88-127F-B445DE7BEFA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116A50D-F493-9E06-5C30-CDB756C90046}"/>
              </a:ext>
            </a:extLst>
          </p:cNvPr>
          <p:cNvPicPr>
            <a:picLocks noChangeAspect="1"/>
          </p:cNvPicPr>
          <p:nvPr/>
        </p:nvPicPr>
        <p:blipFill>
          <a:blip r:embed="rId2"/>
          <a:stretch>
            <a:fillRect/>
          </a:stretch>
        </p:blipFill>
        <p:spPr>
          <a:xfrm>
            <a:off x="2424112" y="1814512"/>
            <a:ext cx="7343775" cy="3228975"/>
          </a:xfrm>
          <a:prstGeom prst="rect">
            <a:avLst/>
          </a:prstGeom>
        </p:spPr>
      </p:pic>
    </p:spTree>
    <p:extLst>
      <p:ext uri="{BB962C8B-B14F-4D97-AF65-F5344CB8AC3E}">
        <p14:creationId xmlns:p14="http://schemas.microsoft.com/office/powerpoint/2010/main" val="4937962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06E3D2-B3AB-64EB-A991-0D566BED443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73</a:t>
            </a:fld>
            <a:endParaRPr lang="en-US" dirty="0"/>
          </a:p>
        </p:txBody>
      </p:sp>
      <p:sp>
        <p:nvSpPr>
          <p:cNvPr id="3" name="Footer Placeholder 2">
            <a:extLst>
              <a:ext uri="{FF2B5EF4-FFF2-40B4-BE49-F238E27FC236}">
                <a16:creationId xmlns:a16="http://schemas.microsoft.com/office/drawing/2014/main" id="{014F9234-93D6-DBFC-5DBB-DCBF5D66854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2663687-AC54-6C96-7018-0622646E2658}"/>
              </a:ext>
            </a:extLst>
          </p:cNvPr>
          <p:cNvPicPr>
            <a:picLocks noChangeAspect="1"/>
          </p:cNvPicPr>
          <p:nvPr/>
        </p:nvPicPr>
        <p:blipFill>
          <a:blip r:embed="rId2"/>
          <a:stretch>
            <a:fillRect/>
          </a:stretch>
        </p:blipFill>
        <p:spPr>
          <a:xfrm>
            <a:off x="3441725" y="-90359"/>
            <a:ext cx="5308550" cy="6858000"/>
          </a:xfrm>
          <a:prstGeom prst="rect">
            <a:avLst/>
          </a:prstGeom>
        </p:spPr>
      </p:pic>
    </p:spTree>
    <p:extLst>
      <p:ext uri="{BB962C8B-B14F-4D97-AF65-F5344CB8AC3E}">
        <p14:creationId xmlns:p14="http://schemas.microsoft.com/office/powerpoint/2010/main" val="30502917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027C-BC40-3B26-2A1F-57DD957F2AD7}"/>
              </a:ext>
            </a:extLst>
          </p:cNvPr>
          <p:cNvSpPr>
            <a:spLocks noGrp="1"/>
          </p:cNvSpPr>
          <p:nvPr>
            <p:ph type="title"/>
          </p:nvPr>
        </p:nvSpPr>
        <p:spPr/>
        <p:txBody>
          <a:bodyPr/>
          <a:lstStyle/>
          <a:p>
            <a:r>
              <a:rPr lang="en-US" dirty="0"/>
              <a:t>13.1 Languages and Grammars</a:t>
            </a:r>
          </a:p>
        </p:txBody>
      </p:sp>
      <p:sp>
        <p:nvSpPr>
          <p:cNvPr id="3" name="Slide Number Placeholder 2">
            <a:extLst>
              <a:ext uri="{FF2B5EF4-FFF2-40B4-BE49-F238E27FC236}">
                <a16:creationId xmlns:a16="http://schemas.microsoft.com/office/drawing/2014/main" id="{59B7D5FD-3B11-7C3C-EC53-A9B3E7655263}"/>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74</a:t>
            </a:fld>
            <a:endParaRPr lang="en-US" dirty="0"/>
          </a:p>
        </p:txBody>
      </p:sp>
      <p:sp>
        <p:nvSpPr>
          <p:cNvPr id="4" name="Footer Placeholder 3">
            <a:extLst>
              <a:ext uri="{FF2B5EF4-FFF2-40B4-BE49-F238E27FC236}">
                <a16:creationId xmlns:a16="http://schemas.microsoft.com/office/drawing/2014/main" id="{FB53569E-1D5D-29F6-9D68-455882850FC5}"/>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40056766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44ABB-AC7F-99AA-B4D1-33EDFB361E54}"/>
              </a:ext>
            </a:extLst>
          </p:cNvPr>
          <p:cNvSpPr>
            <a:spLocks noGrp="1"/>
          </p:cNvSpPr>
          <p:nvPr>
            <p:ph type="title"/>
          </p:nvPr>
        </p:nvSpPr>
        <p:spPr/>
        <p:txBody>
          <a:bodyPr/>
          <a:lstStyle/>
          <a:p>
            <a:r>
              <a:rPr lang="en-US" dirty="0"/>
              <a:t>13.1.1 Introduction</a:t>
            </a:r>
          </a:p>
        </p:txBody>
      </p:sp>
      <p:sp>
        <p:nvSpPr>
          <p:cNvPr id="3" name="Content Placeholder 2">
            <a:extLst>
              <a:ext uri="{FF2B5EF4-FFF2-40B4-BE49-F238E27FC236}">
                <a16:creationId xmlns:a16="http://schemas.microsoft.com/office/drawing/2014/main" id="{F2A48FB2-11B1-3C1A-11E5-3632BDD042D7}"/>
              </a:ext>
            </a:extLst>
          </p:cNvPr>
          <p:cNvSpPr>
            <a:spLocks noGrp="1"/>
          </p:cNvSpPr>
          <p:nvPr>
            <p:ph idx="1"/>
          </p:nvPr>
        </p:nvSpPr>
        <p:spPr/>
        <p:txBody>
          <a:bodyPr/>
          <a:lstStyle/>
          <a:p>
            <a:r>
              <a:rPr lang="en-US" b="0" i="0" dirty="0">
                <a:solidFill>
                  <a:srgbClr val="241F1F"/>
                </a:solidFill>
                <a:effectLst/>
                <a:latin typeface="STIXGeneral-Regular"/>
              </a:rPr>
              <a:t>Words in the English language can be combined in various ways.</a:t>
            </a:r>
            <a:r>
              <a:rPr lang="en-US" sz="3200" dirty="0"/>
              <a:t> </a:t>
            </a:r>
          </a:p>
          <a:p>
            <a:r>
              <a:rPr lang="en-US" b="1" i="0" dirty="0">
                <a:solidFill>
                  <a:srgbClr val="241F1F"/>
                </a:solidFill>
                <a:effectLst/>
                <a:latin typeface="STIXGeneral-Bold"/>
              </a:rPr>
              <a:t>natural language</a:t>
            </a:r>
            <a:r>
              <a:rPr lang="en-US" b="0" i="0" dirty="0">
                <a:solidFill>
                  <a:srgbClr val="241F1F"/>
                </a:solidFill>
                <a:effectLst/>
                <a:latin typeface="STIXGeneral-Regular"/>
              </a:rPr>
              <a:t>, that is, a spoken language, such as English, French, German, or Spanish, is extremely complicated</a:t>
            </a:r>
            <a:r>
              <a:rPr lang="en-US" sz="3200" dirty="0"/>
              <a:t> </a:t>
            </a:r>
          </a:p>
          <a:p>
            <a:r>
              <a:rPr lang="en-US" b="0" i="0" dirty="0">
                <a:solidFill>
                  <a:srgbClr val="241F1F"/>
                </a:solidFill>
                <a:effectLst/>
                <a:latin typeface="STIXGeneral-Regular"/>
              </a:rPr>
              <a:t>a </a:t>
            </a:r>
            <a:r>
              <a:rPr lang="en-US" b="1" i="0" dirty="0">
                <a:solidFill>
                  <a:srgbClr val="241F1F"/>
                </a:solidFill>
                <a:effectLst/>
                <a:latin typeface="STIXGeneral-Bold"/>
              </a:rPr>
              <a:t>formal language</a:t>
            </a:r>
            <a:r>
              <a:rPr lang="en-US" b="0" i="0" dirty="0">
                <a:solidFill>
                  <a:srgbClr val="241F1F"/>
                </a:solidFill>
                <a:effectLst/>
                <a:latin typeface="STIXGeneral-Regular"/>
              </a:rPr>
              <a:t>, which, unlike a natural language, is specified by a well-defined set of rules of syntax</a:t>
            </a:r>
            <a:r>
              <a:rPr lang="en-US" sz="3200" dirty="0"/>
              <a:t> </a:t>
            </a:r>
          </a:p>
        </p:txBody>
      </p:sp>
      <p:sp>
        <p:nvSpPr>
          <p:cNvPr id="4" name="Slide Number Placeholder 3">
            <a:extLst>
              <a:ext uri="{FF2B5EF4-FFF2-40B4-BE49-F238E27FC236}">
                <a16:creationId xmlns:a16="http://schemas.microsoft.com/office/drawing/2014/main" id="{A98E79B6-0966-FA36-F352-97E8FC1E6EA6}"/>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75</a:t>
            </a:fld>
            <a:endParaRPr lang="en-US" altLang="en-US" dirty="0"/>
          </a:p>
        </p:txBody>
      </p:sp>
      <p:sp>
        <p:nvSpPr>
          <p:cNvPr id="5" name="Footer Placeholder 4">
            <a:extLst>
              <a:ext uri="{FF2B5EF4-FFF2-40B4-BE49-F238E27FC236}">
                <a16:creationId xmlns:a16="http://schemas.microsoft.com/office/drawing/2014/main" id="{E6A05AD6-164C-05F7-036E-B65240D8DA9F}"/>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40246181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A8D3-8E31-7FAD-C50E-20AD2059545C}"/>
              </a:ext>
            </a:extLst>
          </p:cNvPr>
          <p:cNvSpPr>
            <a:spLocks noGrp="1"/>
          </p:cNvSpPr>
          <p:nvPr>
            <p:ph type="title"/>
          </p:nvPr>
        </p:nvSpPr>
        <p:spPr/>
        <p:txBody>
          <a:bodyPr/>
          <a:lstStyle/>
          <a:p>
            <a:r>
              <a:rPr lang="en-US" dirty="0"/>
              <a:t>13.1.2 Phrase-Structure Grammars</a:t>
            </a:r>
          </a:p>
        </p:txBody>
      </p:sp>
      <p:sp>
        <p:nvSpPr>
          <p:cNvPr id="3" name="Content Placeholder 2">
            <a:extLst>
              <a:ext uri="{FF2B5EF4-FFF2-40B4-BE49-F238E27FC236}">
                <a16:creationId xmlns:a16="http://schemas.microsoft.com/office/drawing/2014/main" id="{2C7246A0-A5C8-051D-6DDD-3C93A54C6F6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F2F67CC-379A-6C11-A489-9955F46371AE}"/>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76</a:t>
            </a:fld>
            <a:endParaRPr lang="en-US" altLang="en-US" dirty="0"/>
          </a:p>
        </p:txBody>
      </p:sp>
      <p:sp>
        <p:nvSpPr>
          <p:cNvPr id="5" name="Footer Placeholder 4">
            <a:extLst>
              <a:ext uri="{FF2B5EF4-FFF2-40B4-BE49-F238E27FC236}">
                <a16:creationId xmlns:a16="http://schemas.microsoft.com/office/drawing/2014/main" id="{C222F9C8-07F7-47EF-2632-DA6750F8DEC4}"/>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91057DEC-E365-839C-78CC-BF5C9BD90F80}"/>
              </a:ext>
            </a:extLst>
          </p:cNvPr>
          <p:cNvPicPr>
            <a:picLocks noChangeAspect="1"/>
          </p:cNvPicPr>
          <p:nvPr/>
        </p:nvPicPr>
        <p:blipFill>
          <a:blip r:embed="rId2"/>
          <a:stretch>
            <a:fillRect/>
          </a:stretch>
        </p:blipFill>
        <p:spPr>
          <a:xfrm>
            <a:off x="747712" y="1862496"/>
            <a:ext cx="10696575" cy="1343025"/>
          </a:xfrm>
          <a:prstGeom prst="rect">
            <a:avLst/>
          </a:prstGeom>
        </p:spPr>
      </p:pic>
      <p:pic>
        <p:nvPicPr>
          <p:cNvPr id="9" name="Picture 8">
            <a:extLst>
              <a:ext uri="{FF2B5EF4-FFF2-40B4-BE49-F238E27FC236}">
                <a16:creationId xmlns:a16="http://schemas.microsoft.com/office/drawing/2014/main" id="{A9CAF983-200B-4293-3760-D5AFDC39AB08}"/>
              </a:ext>
            </a:extLst>
          </p:cNvPr>
          <p:cNvPicPr>
            <a:picLocks noChangeAspect="1"/>
          </p:cNvPicPr>
          <p:nvPr/>
        </p:nvPicPr>
        <p:blipFill>
          <a:blip r:embed="rId3"/>
          <a:stretch>
            <a:fillRect/>
          </a:stretch>
        </p:blipFill>
        <p:spPr>
          <a:xfrm>
            <a:off x="624041" y="3463413"/>
            <a:ext cx="10734675" cy="1238250"/>
          </a:xfrm>
          <a:prstGeom prst="rect">
            <a:avLst/>
          </a:prstGeom>
        </p:spPr>
      </p:pic>
      <p:pic>
        <p:nvPicPr>
          <p:cNvPr id="11" name="Picture 10">
            <a:extLst>
              <a:ext uri="{FF2B5EF4-FFF2-40B4-BE49-F238E27FC236}">
                <a16:creationId xmlns:a16="http://schemas.microsoft.com/office/drawing/2014/main" id="{B867BDFD-D557-F638-27E5-5626D4D65D5A}"/>
              </a:ext>
            </a:extLst>
          </p:cNvPr>
          <p:cNvPicPr>
            <a:picLocks noChangeAspect="1"/>
          </p:cNvPicPr>
          <p:nvPr/>
        </p:nvPicPr>
        <p:blipFill>
          <a:blip r:embed="rId4"/>
          <a:stretch>
            <a:fillRect/>
          </a:stretch>
        </p:blipFill>
        <p:spPr>
          <a:xfrm>
            <a:off x="710688" y="5294543"/>
            <a:ext cx="10677525" cy="733425"/>
          </a:xfrm>
          <a:prstGeom prst="rect">
            <a:avLst/>
          </a:prstGeom>
        </p:spPr>
      </p:pic>
    </p:spTree>
    <p:extLst>
      <p:ext uri="{BB962C8B-B14F-4D97-AF65-F5344CB8AC3E}">
        <p14:creationId xmlns:p14="http://schemas.microsoft.com/office/powerpoint/2010/main" val="27256845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0EFA1C-6FD9-738A-28E4-FA6E6B2FD49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77</a:t>
            </a:fld>
            <a:endParaRPr lang="en-US" dirty="0"/>
          </a:p>
        </p:txBody>
      </p:sp>
      <p:sp>
        <p:nvSpPr>
          <p:cNvPr id="3" name="Footer Placeholder 2">
            <a:extLst>
              <a:ext uri="{FF2B5EF4-FFF2-40B4-BE49-F238E27FC236}">
                <a16:creationId xmlns:a16="http://schemas.microsoft.com/office/drawing/2014/main" id="{2E3B834C-06F3-3C5B-26B1-669609969DC7}"/>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B7A3B8D-8256-F3AA-225A-4845871FE521}"/>
              </a:ext>
            </a:extLst>
          </p:cNvPr>
          <p:cNvPicPr>
            <a:picLocks noChangeAspect="1"/>
          </p:cNvPicPr>
          <p:nvPr/>
        </p:nvPicPr>
        <p:blipFill>
          <a:blip r:embed="rId2"/>
          <a:stretch>
            <a:fillRect/>
          </a:stretch>
        </p:blipFill>
        <p:spPr>
          <a:xfrm>
            <a:off x="728662" y="1143000"/>
            <a:ext cx="10734675" cy="1743075"/>
          </a:xfrm>
          <a:prstGeom prst="rect">
            <a:avLst/>
          </a:prstGeom>
        </p:spPr>
      </p:pic>
      <p:pic>
        <p:nvPicPr>
          <p:cNvPr id="7" name="Picture 6">
            <a:extLst>
              <a:ext uri="{FF2B5EF4-FFF2-40B4-BE49-F238E27FC236}">
                <a16:creationId xmlns:a16="http://schemas.microsoft.com/office/drawing/2014/main" id="{F0007FAE-90D8-F157-73DE-E947F815DAA5}"/>
              </a:ext>
            </a:extLst>
          </p:cNvPr>
          <p:cNvPicPr>
            <a:picLocks noChangeAspect="1"/>
          </p:cNvPicPr>
          <p:nvPr/>
        </p:nvPicPr>
        <p:blipFill>
          <a:blip r:embed="rId3"/>
          <a:stretch>
            <a:fillRect/>
          </a:stretch>
        </p:blipFill>
        <p:spPr>
          <a:xfrm>
            <a:off x="728662" y="3503613"/>
            <a:ext cx="10677525" cy="1238250"/>
          </a:xfrm>
          <a:prstGeom prst="rect">
            <a:avLst/>
          </a:prstGeom>
        </p:spPr>
      </p:pic>
    </p:spTree>
    <p:extLst>
      <p:ext uri="{BB962C8B-B14F-4D97-AF65-F5344CB8AC3E}">
        <p14:creationId xmlns:p14="http://schemas.microsoft.com/office/powerpoint/2010/main" val="21063222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635F1B-F5D8-DBAB-0E22-CF799CD1D0F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78</a:t>
            </a:fld>
            <a:endParaRPr lang="en-US" dirty="0"/>
          </a:p>
        </p:txBody>
      </p:sp>
      <p:sp>
        <p:nvSpPr>
          <p:cNvPr id="3" name="Footer Placeholder 2">
            <a:extLst>
              <a:ext uri="{FF2B5EF4-FFF2-40B4-BE49-F238E27FC236}">
                <a16:creationId xmlns:a16="http://schemas.microsoft.com/office/drawing/2014/main" id="{4C981F03-E786-63AF-18F4-9683CE03AD6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EE027C7C-6809-1CDC-874E-30881F66C899}"/>
              </a:ext>
            </a:extLst>
          </p:cNvPr>
          <p:cNvPicPr>
            <a:picLocks noChangeAspect="1"/>
          </p:cNvPicPr>
          <p:nvPr/>
        </p:nvPicPr>
        <p:blipFill>
          <a:blip r:embed="rId2"/>
          <a:stretch>
            <a:fillRect/>
          </a:stretch>
        </p:blipFill>
        <p:spPr>
          <a:xfrm>
            <a:off x="838200" y="685800"/>
            <a:ext cx="10677525" cy="1495425"/>
          </a:xfrm>
          <a:prstGeom prst="rect">
            <a:avLst/>
          </a:prstGeom>
        </p:spPr>
      </p:pic>
      <p:pic>
        <p:nvPicPr>
          <p:cNvPr id="6" name="Picture 5">
            <a:extLst>
              <a:ext uri="{FF2B5EF4-FFF2-40B4-BE49-F238E27FC236}">
                <a16:creationId xmlns:a16="http://schemas.microsoft.com/office/drawing/2014/main" id="{34348495-EAC6-A4AA-DA95-27323A2D6101}"/>
              </a:ext>
            </a:extLst>
          </p:cNvPr>
          <p:cNvPicPr>
            <a:picLocks noChangeAspect="1"/>
          </p:cNvPicPr>
          <p:nvPr/>
        </p:nvPicPr>
        <p:blipFill>
          <a:blip r:embed="rId3"/>
          <a:stretch>
            <a:fillRect/>
          </a:stretch>
        </p:blipFill>
        <p:spPr>
          <a:xfrm>
            <a:off x="633412" y="3200400"/>
            <a:ext cx="10925175" cy="2209800"/>
          </a:xfrm>
          <a:prstGeom prst="rect">
            <a:avLst/>
          </a:prstGeom>
        </p:spPr>
      </p:pic>
    </p:spTree>
    <p:extLst>
      <p:ext uri="{BB962C8B-B14F-4D97-AF65-F5344CB8AC3E}">
        <p14:creationId xmlns:p14="http://schemas.microsoft.com/office/powerpoint/2010/main" val="13126828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0F587A-C71D-7DBF-9DD2-64CCB2A7881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79</a:t>
            </a:fld>
            <a:endParaRPr lang="en-US" dirty="0"/>
          </a:p>
        </p:txBody>
      </p:sp>
      <p:sp>
        <p:nvSpPr>
          <p:cNvPr id="3" name="Footer Placeholder 2">
            <a:extLst>
              <a:ext uri="{FF2B5EF4-FFF2-40B4-BE49-F238E27FC236}">
                <a16:creationId xmlns:a16="http://schemas.microsoft.com/office/drawing/2014/main" id="{7FF7890D-3000-6307-BF45-EC1FE998792A}"/>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A49A27C9-7FF3-8FD9-D474-68BBAE7364A9}"/>
              </a:ext>
            </a:extLst>
          </p:cNvPr>
          <p:cNvPicPr>
            <a:picLocks noChangeAspect="1"/>
          </p:cNvPicPr>
          <p:nvPr/>
        </p:nvPicPr>
        <p:blipFill>
          <a:blip r:embed="rId2"/>
          <a:stretch>
            <a:fillRect/>
          </a:stretch>
        </p:blipFill>
        <p:spPr>
          <a:xfrm>
            <a:off x="838200" y="1676400"/>
            <a:ext cx="10829925" cy="3228975"/>
          </a:xfrm>
          <a:prstGeom prst="rect">
            <a:avLst/>
          </a:prstGeom>
        </p:spPr>
      </p:pic>
    </p:spTree>
    <p:extLst>
      <p:ext uri="{BB962C8B-B14F-4D97-AF65-F5344CB8AC3E}">
        <p14:creationId xmlns:p14="http://schemas.microsoft.com/office/powerpoint/2010/main" val="12216823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736291-1D27-926D-09A8-18D6B5BE56F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80</a:t>
            </a:fld>
            <a:endParaRPr lang="en-US" dirty="0"/>
          </a:p>
        </p:txBody>
      </p:sp>
      <p:sp>
        <p:nvSpPr>
          <p:cNvPr id="3" name="Footer Placeholder 2">
            <a:extLst>
              <a:ext uri="{FF2B5EF4-FFF2-40B4-BE49-F238E27FC236}">
                <a16:creationId xmlns:a16="http://schemas.microsoft.com/office/drawing/2014/main" id="{46657D40-D765-EB90-0D04-16EAF8063423}"/>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092CF60-A013-D2BB-AA81-4C48C1825AED}"/>
              </a:ext>
            </a:extLst>
          </p:cNvPr>
          <p:cNvPicPr>
            <a:picLocks noChangeAspect="1"/>
          </p:cNvPicPr>
          <p:nvPr/>
        </p:nvPicPr>
        <p:blipFill>
          <a:blip r:embed="rId2"/>
          <a:stretch>
            <a:fillRect/>
          </a:stretch>
        </p:blipFill>
        <p:spPr>
          <a:xfrm>
            <a:off x="676275" y="1614487"/>
            <a:ext cx="10839450" cy="3629025"/>
          </a:xfrm>
          <a:prstGeom prst="rect">
            <a:avLst/>
          </a:prstGeom>
        </p:spPr>
      </p:pic>
    </p:spTree>
    <p:extLst>
      <p:ext uri="{BB962C8B-B14F-4D97-AF65-F5344CB8AC3E}">
        <p14:creationId xmlns:p14="http://schemas.microsoft.com/office/powerpoint/2010/main" val="22150042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00FE88-A027-0663-B777-8B4005BF7E7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81</a:t>
            </a:fld>
            <a:endParaRPr lang="en-US" dirty="0"/>
          </a:p>
        </p:txBody>
      </p:sp>
      <p:sp>
        <p:nvSpPr>
          <p:cNvPr id="3" name="Footer Placeholder 2">
            <a:extLst>
              <a:ext uri="{FF2B5EF4-FFF2-40B4-BE49-F238E27FC236}">
                <a16:creationId xmlns:a16="http://schemas.microsoft.com/office/drawing/2014/main" id="{FE5FB19A-237F-9FA5-0B5D-F5520D6253D3}"/>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47950AF6-FD3F-F0EA-29B2-D7E9CB1A28DA}"/>
              </a:ext>
            </a:extLst>
          </p:cNvPr>
          <p:cNvPicPr>
            <a:picLocks noChangeAspect="1"/>
          </p:cNvPicPr>
          <p:nvPr/>
        </p:nvPicPr>
        <p:blipFill>
          <a:blip r:embed="rId2"/>
          <a:stretch>
            <a:fillRect/>
          </a:stretch>
        </p:blipFill>
        <p:spPr>
          <a:xfrm>
            <a:off x="719137" y="1457325"/>
            <a:ext cx="10753725" cy="3943350"/>
          </a:xfrm>
          <a:prstGeom prst="rect">
            <a:avLst/>
          </a:prstGeom>
        </p:spPr>
      </p:pic>
    </p:spTree>
    <p:extLst>
      <p:ext uri="{BB962C8B-B14F-4D97-AF65-F5344CB8AC3E}">
        <p14:creationId xmlns:p14="http://schemas.microsoft.com/office/powerpoint/2010/main" val="33371647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46557B-D90A-B204-17C5-25642DCAFC1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82</a:t>
            </a:fld>
            <a:endParaRPr lang="en-US" dirty="0"/>
          </a:p>
        </p:txBody>
      </p:sp>
      <p:sp>
        <p:nvSpPr>
          <p:cNvPr id="3" name="Footer Placeholder 2">
            <a:extLst>
              <a:ext uri="{FF2B5EF4-FFF2-40B4-BE49-F238E27FC236}">
                <a16:creationId xmlns:a16="http://schemas.microsoft.com/office/drawing/2014/main" id="{A83695DC-35EA-B771-6FEA-077825608A36}"/>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E91600D1-681B-DD2C-A869-775284CD15CD}"/>
              </a:ext>
            </a:extLst>
          </p:cNvPr>
          <p:cNvPicPr>
            <a:picLocks noChangeAspect="1"/>
          </p:cNvPicPr>
          <p:nvPr/>
        </p:nvPicPr>
        <p:blipFill>
          <a:blip r:embed="rId2"/>
          <a:stretch>
            <a:fillRect/>
          </a:stretch>
        </p:blipFill>
        <p:spPr>
          <a:xfrm>
            <a:off x="704850" y="2547937"/>
            <a:ext cx="10782300" cy="1762125"/>
          </a:xfrm>
          <a:prstGeom prst="rect">
            <a:avLst/>
          </a:prstGeom>
        </p:spPr>
      </p:pic>
    </p:spTree>
    <p:extLst>
      <p:ext uri="{BB962C8B-B14F-4D97-AF65-F5344CB8AC3E}">
        <p14:creationId xmlns:p14="http://schemas.microsoft.com/office/powerpoint/2010/main" val="19417568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3649C-6C9C-7F2B-ACF9-F0192DD99BD2}"/>
              </a:ext>
            </a:extLst>
          </p:cNvPr>
          <p:cNvSpPr>
            <a:spLocks noGrp="1"/>
          </p:cNvSpPr>
          <p:nvPr>
            <p:ph type="title"/>
          </p:nvPr>
        </p:nvSpPr>
        <p:spPr/>
        <p:txBody>
          <a:bodyPr/>
          <a:lstStyle/>
          <a:p>
            <a:r>
              <a:rPr lang="en-US" dirty="0"/>
              <a:t>13.1.3 Types of Phrase-Structure Grammars</a:t>
            </a:r>
          </a:p>
        </p:txBody>
      </p:sp>
      <p:sp>
        <p:nvSpPr>
          <p:cNvPr id="3" name="Content Placeholder 2">
            <a:extLst>
              <a:ext uri="{FF2B5EF4-FFF2-40B4-BE49-F238E27FC236}">
                <a16:creationId xmlns:a16="http://schemas.microsoft.com/office/drawing/2014/main" id="{825DE830-25DD-5B0A-BEC5-28518C95950E}"/>
              </a:ext>
            </a:extLst>
          </p:cNvPr>
          <p:cNvSpPr>
            <a:spLocks noGrp="1"/>
          </p:cNvSpPr>
          <p:nvPr>
            <p:ph idx="1"/>
          </p:nvPr>
        </p:nvSpPr>
        <p:spPr/>
        <p:txBody>
          <a:bodyPr/>
          <a:lstStyle/>
          <a:p>
            <a:r>
              <a:rPr lang="en-US" sz="1800" b="0" i="0" dirty="0">
                <a:solidFill>
                  <a:srgbClr val="241F1F"/>
                </a:solidFill>
                <a:effectLst/>
                <a:latin typeface="STIXGeneral-Regular"/>
              </a:rPr>
              <a:t>A </a:t>
            </a:r>
            <a:r>
              <a:rPr lang="en-US" sz="1800" b="1" i="0" dirty="0">
                <a:solidFill>
                  <a:srgbClr val="241F1F"/>
                </a:solidFill>
                <a:effectLst/>
                <a:latin typeface="STIXGeneral-Bold"/>
              </a:rPr>
              <a:t>type 0 </a:t>
            </a:r>
            <a:r>
              <a:rPr lang="en-US" sz="1800" b="0" i="0" dirty="0">
                <a:solidFill>
                  <a:srgbClr val="241F1F"/>
                </a:solidFill>
                <a:effectLst/>
                <a:latin typeface="STIXGeneral-Regular"/>
              </a:rPr>
              <a:t>grammar has no restrictions on its productions.</a:t>
            </a:r>
          </a:p>
          <a:p>
            <a:r>
              <a:rPr lang="en-US" sz="1800" b="0" i="0" dirty="0">
                <a:solidFill>
                  <a:srgbClr val="241F1F"/>
                </a:solidFill>
                <a:effectLst/>
                <a:latin typeface="STIXGeneral-Regular"/>
              </a:rPr>
              <a:t>A </a:t>
            </a:r>
            <a:r>
              <a:rPr lang="en-US" sz="1800" b="1" i="0" dirty="0">
                <a:solidFill>
                  <a:srgbClr val="241F1F"/>
                </a:solidFill>
                <a:effectLst/>
                <a:latin typeface="STIXGeneral-Bold"/>
              </a:rPr>
              <a:t>type 1 </a:t>
            </a:r>
            <a:r>
              <a:rPr lang="en-US" sz="1800" b="0" i="0" dirty="0">
                <a:solidFill>
                  <a:srgbClr val="241F1F"/>
                </a:solidFill>
                <a:effectLst/>
                <a:latin typeface="STIXGeneral-Regular"/>
              </a:rPr>
              <a:t>grammar can have productions of the form </a:t>
            </a:r>
            <a:r>
              <a:rPr lang="en-US" sz="1800" b="0" i="1" dirty="0">
                <a:solidFill>
                  <a:srgbClr val="241F1F"/>
                </a:solidFill>
                <a:effectLst/>
                <a:latin typeface="STIXGeneral-Italic"/>
              </a:rPr>
              <a:t>w</a:t>
            </a:r>
            <a:r>
              <a:rPr lang="en-US" sz="1800" b="0" i="0" dirty="0">
                <a:solidFill>
                  <a:srgbClr val="241F1F"/>
                </a:solidFill>
                <a:effectLst/>
                <a:latin typeface="STIXGeneral-Regular"/>
              </a:rPr>
              <a:t>1 </a:t>
            </a:r>
            <a:r>
              <a:rPr lang="en-US" sz="1800" b="0" i="0" dirty="0">
                <a:solidFill>
                  <a:srgbClr val="241F1F"/>
                </a:solidFill>
                <a:effectLst/>
                <a:latin typeface="STIXMathSans-Regular"/>
              </a:rPr>
              <a:t>→ </a:t>
            </a:r>
            <a:r>
              <a:rPr lang="en-US" sz="1800" b="0" i="1" dirty="0">
                <a:solidFill>
                  <a:srgbClr val="241F1F"/>
                </a:solidFill>
                <a:effectLst/>
                <a:latin typeface="STIXGeneral-Italic"/>
              </a:rPr>
              <a:t>w</a:t>
            </a:r>
            <a:r>
              <a:rPr lang="en-US" sz="1800" b="0" i="0" dirty="0">
                <a:solidFill>
                  <a:srgbClr val="241F1F"/>
                </a:solidFill>
                <a:effectLst/>
                <a:latin typeface="STIXGeneral-Regular"/>
              </a:rPr>
              <a:t>2, where </a:t>
            </a:r>
            <a:r>
              <a:rPr lang="en-US" sz="1800" b="0" i="1" dirty="0">
                <a:solidFill>
                  <a:srgbClr val="241F1F"/>
                </a:solidFill>
                <a:effectLst/>
                <a:latin typeface="STIXGeneral-Italic"/>
              </a:rPr>
              <a:t>w</a:t>
            </a:r>
            <a:r>
              <a:rPr lang="en-US" sz="1800" b="0" i="0" dirty="0">
                <a:solidFill>
                  <a:srgbClr val="241F1F"/>
                </a:solidFill>
                <a:effectLst/>
                <a:latin typeface="STIXGeneral-Regular"/>
              </a:rPr>
              <a:t>1 </a:t>
            </a:r>
            <a:r>
              <a:rPr lang="en-US" sz="1800" b="0" i="0" dirty="0">
                <a:solidFill>
                  <a:srgbClr val="241F1F"/>
                </a:solidFill>
                <a:effectLst/>
                <a:latin typeface="STIXMath-Regular"/>
              </a:rPr>
              <a:t>= </a:t>
            </a:r>
            <a:r>
              <a:rPr lang="en-US" sz="1800" b="0" i="1" dirty="0" err="1">
                <a:solidFill>
                  <a:srgbClr val="241F1F"/>
                </a:solidFill>
                <a:effectLst/>
                <a:latin typeface="STIXGeneral-Italic"/>
              </a:rPr>
              <a:t>lAr</a:t>
            </a:r>
            <a:r>
              <a:rPr lang="en-US" sz="1800" b="0" i="1" dirty="0">
                <a:solidFill>
                  <a:srgbClr val="241F1F"/>
                </a:solidFill>
                <a:effectLst/>
                <a:latin typeface="STIXGeneral-Italic"/>
              </a:rPr>
              <a:t> </a:t>
            </a:r>
            <a:r>
              <a:rPr lang="en-US" sz="1800" b="0" i="0" dirty="0">
                <a:solidFill>
                  <a:srgbClr val="241F1F"/>
                </a:solidFill>
                <a:effectLst/>
                <a:latin typeface="STIXGeneral-Regular"/>
              </a:rPr>
              <a:t>and </a:t>
            </a:r>
            <a:r>
              <a:rPr lang="en-US" sz="1800" b="0" i="1" dirty="0">
                <a:solidFill>
                  <a:srgbClr val="241F1F"/>
                </a:solidFill>
                <a:effectLst/>
                <a:latin typeface="STIXGeneral-Italic"/>
              </a:rPr>
              <a:t>w</a:t>
            </a:r>
            <a:r>
              <a:rPr lang="en-US" sz="1800" b="0" i="0" dirty="0">
                <a:solidFill>
                  <a:srgbClr val="241F1F"/>
                </a:solidFill>
                <a:effectLst/>
                <a:latin typeface="STIXGeneral-Regular"/>
              </a:rPr>
              <a:t>2 </a:t>
            </a:r>
            <a:r>
              <a:rPr lang="en-US" sz="1800" b="0" i="0" dirty="0">
                <a:solidFill>
                  <a:srgbClr val="241F1F"/>
                </a:solidFill>
                <a:effectLst/>
                <a:latin typeface="STIXMath-Regular"/>
              </a:rPr>
              <a:t>= </a:t>
            </a:r>
            <a:r>
              <a:rPr lang="en-US" sz="1800" b="0" i="1" dirty="0" err="1">
                <a:solidFill>
                  <a:srgbClr val="241F1F"/>
                </a:solidFill>
                <a:effectLst/>
                <a:latin typeface="STIXGeneral-Italic"/>
              </a:rPr>
              <a:t>lwr</a:t>
            </a:r>
            <a:r>
              <a:rPr lang="en-US" sz="1800" b="0" i="0" dirty="0">
                <a:solidFill>
                  <a:srgbClr val="241F1F"/>
                </a:solidFill>
                <a:effectLst/>
                <a:latin typeface="STIXGeneral-Regular"/>
              </a:rPr>
              <a:t>, where </a:t>
            </a:r>
            <a:r>
              <a:rPr lang="en-US" sz="1800" b="0" i="1" dirty="0">
                <a:solidFill>
                  <a:srgbClr val="241F1F"/>
                </a:solidFill>
                <a:effectLst/>
                <a:latin typeface="STIXGeneral-Italic"/>
              </a:rPr>
              <a:t>A </a:t>
            </a:r>
            <a:r>
              <a:rPr lang="en-US" sz="1800" b="0" i="0" dirty="0">
                <a:solidFill>
                  <a:srgbClr val="241F1F"/>
                </a:solidFill>
                <a:effectLst/>
                <a:latin typeface="STIXGeneral-Regular"/>
              </a:rPr>
              <a:t>is a nonterminal symbol, </a:t>
            </a:r>
            <a:r>
              <a:rPr lang="en-US" sz="1800" b="0" i="1" dirty="0">
                <a:solidFill>
                  <a:srgbClr val="241F1F"/>
                </a:solidFill>
                <a:effectLst/>
                <a:latin typeface="STIXGeneral-Italic"/>
              </a:rPr>
              <a:t>l </a:t>
            </a:r>
            <a:r>
              <a:rPr lang="en-US" sz="1800" b="0" i="0" dirty="0">
                <a:solidFill>
                  <a:srgbClr val="241F1F"/>
                </a:solidFill>
                <a:effectLst/>
                <a:latin typeface="STIXGeneral-Regular"/>
              </a:rPr>
              <a:t>and </a:t>
            </a:r>
            <a:r>
              <a:rPr lang="en-US" sz="1800" b="0" i="1" dirty="0">
                <a:solidFill>
                  <a:srgbClr val="241F1F"/>
                </a:solidFill>
                <a:effectLst/>
                <a:latin typeface="STIXGeneral-Italic"/>
              </a:rPr>
              <a:t>r </a:t>
            </a:r>
            <a:r>
              <a:rPr lang="en-US" sz="1800" b="0" i="0" dirty="0">
                <a:solidFill>
                  <a:srgbClr val="241F1F"/>
                </a:solidFill>
                <a:effectLst/>
                <a:latin typeface="STIXGeneral-Regular"/>
              </a:rPr>
              <a:t>are strings of zero or more terminal or nonterminal symbols, and </a:t>
            </a:r>
            <a:r>
              <a:rPr lang="en-US" sz="1800" b="0" i="1" dirty="0">
                <a:solidFill>
                  <a:srgbClr val="241F1F"/>
                </a:solidFill>
                <a:effectLst/>
                <a:latin typeface="STIXGeneral-Italic"/>
              </a:rPr>
              <a:t>w </a:t>
            </a:r>
            <a:r>
              <a:rPr lang="en-US" sz="1800" b="0" i="0" dirty="0">
                <a:solidFill>
                  <a:srgbClr val="241F1F"/>
                </a:solidFill>
                <a:effectLst/>
                <a:latin typeface="STIXGeneral-Regular"/>
              </a:rPr>
              <a:t>is a nonempty</a:t>
            </a:r>
            <a:br>
              <a:rPr lang="en-US" sz="1800" b="0" i="0" dirty="0">
                <a:solidFill>
                  <a:srgbClr val="241F1F"/>
                </a:solidFill>
                <a:effectLst/>
                <a:latin typeface="STIXGeneral-Regular"/>
              </a:rPr>
            </a:br>
            <a:r>
              <a:rPr lang="en-US" sz="1800" b="0" i="0" dirty="0">
                <a:solidFill>
                  <a:srgbClr val="241F1F"/>
                </a:solidFill>
                <a:effectLst/>
                <a:latin typeface="STIXGeneral-Regular"/>
              </a:rPr>
              <a:t>string of terminal or nonterminal symbols. It can also have the production </a:t>
            </a:r>
            <a:r>
              <a:rPr lang="en-US" sz="1800" b="0" i="1" dirty="0">
                <a:solidFill>
                  <a:srgbClr val="241F1F"/>
                </a:solidFill>
                <a:effectLst/>
                <a:latin typeface="STIXGeneral-Italic"/>
              </a:rPr>
              <a:t>S </a:t>
            </a:r>
            <a:r>
              <a:rPr lang="en-US" sz="1800" b="0" i="0" dirty="0">
                <a:solidFill>
                  <a:srgbClr val="241F1F"/>
                </a:solidFill>
                <a:effectLst/>
                <a:latin typeface="STIXMathSans-Regular"/>
              </a:rPr>
              <a:t>→ </a:t>
            </a:r>
            <a:r>
              <a:rPr lang="en-US" sz="1800" b="0" i="1" dirty="0">
                <a:solidFill>
                  <a:srgbClr val="241F1F"/>
                </a:solidFill>
                <a:effectLst/>
                <a:latin typeface="STIXMath-Italic"/>
              </a:rPr>
              <a:t>𝜆 </a:t>
            </a:r>
            <a:r>
              <a:rPr lang="en-US" sz="1800" b="0" i="0" dirty="0">
                <a:solidFill>
                  <a:srgbClr val="241F1F"/>
                </a:solidFill>
                <a:effectLst/>
                <a:latin typeface="STIXGeneral-Regular"/>
              </a:rPr>
              <a:t>as long as </a:t>
            </a:r>
            <a:r>
              <a:rPr lang="en-US" sz="1800" b="0" i="1" dirty="0">
                <a:solidFill>
                  <a:srgbClr val="241F1F"/>
                </a:solidFill>
                <a:effectLst/>
                <a:latin typeface="STIXGeneral-Italic"/>
              </a:rPr>
              <a:t>S </a:t>
            </a:r>
            <a:r>
              <a:rPr lang="en-US" sz="1800" b="0" i="0" dirty="0">
                <a:solidFill>
                  <a:srgbClr val="241F1F"/>
                </a:solidFill>
                <a:effectLst/>
                <a:latin typeface="STIXGeneral-Regular"/>
              </a:rPr>
              <a:t>does not appear on the right-hand side of any other production.</a:t>
            </a:r>
            <a:r>
              <a:rPr lang="en-US" dirty="0"/>
              <a:t> </a:t>
            </a:r>
          </a:p>
          <a:p>
            <a:r>
              <a:rPr lang="en-US" sz="1800" b="0" i="0" dirty="0">
                <a:solidFill>
                  <a:srgbClr val="241F1F"/>
                </a:solidFill>
                <a:effectLst/>
                <a:latin typeface="STIXGeneral-Regular"/>
              </a:rPr>
              <a:t>A </a:t>
            </a:r>
            <a:r>
              <a:rPr lang="en-US" sz="1800" b="1" i="0" dirty="0">
                <a:solidFill>
                  <a:srgbClr val="241F1F"/>
                </a:solidFill>
                <a:effectLst/>
                <a:latin typeface="STIXGeneral-Bold"/>
              </a:rPr>
              <a:t>type 2 </a:t>
            </a:r>
            <a:r>
              <a:rPr lang="en-US" sz="1800" b="0" i="0" dirty="0">
                <a:solidFill>
                  <a:srgbClr val="241F1F"/>
                </a:solidFill>
                <a:effectLst/>
                <a:latin typeface="STIXGeneral-Regular"/>
              </a:rPr>
              <a:t>grammar can have productions only of the form </a:t>
            </a:r>
            <a:r>
              <a:rPr lang="en-US" sz="1800" b="0" i="1" dirty="0">
                <a:solidFill>
                  <a:srgbClr val="241F1F"/>
                </a:solidFill>
                <a:effectLst/>
                <a:latin typeface="STIXGeneral-Italic"/>
              </a:rPr>
              <a:t>w</a:t>
            </a:r>
            <a:r>
              <a:rPr lang="en-US" sz="1800" b="0" i="0" dirty="0">
                <a:solidFill>
                  <a:srgbClr val="241F1F"/>
                </a:solidFill>
                <a:effectLst/>
                <a:latin typeface="STIXGeneral-Regular"/>
              </a:rPr>
              <a:t>1 </a:t>
            </a:r>
            <a:r>
              <a:rPr lang="en-US" sz="1800" b="0" i="0" dirty="0">
                <a:solidFill>
                  <a:srgbClr val="241F1F"/>
                </a:solidFill>
                <a:effectLst/>
                <a:latin typeface="STIXMathSans-Regular"/>
              </a:rPr>
              <a:t>→ </a:t>
            </a:r>
            <a:r>
              <a:rPr lang="en-US" sz="1800" b="0" i="1" dirty="0">
                <a:solidFill>
                  <a:srgbClr val="241F1F"/>
                </a:solidFill>
                <a:effectLst/>
                <a:latin typeface="STIXGeneral-Italic"/>
              </a:rPr>
              <a:t>w</a:t>
            </a:r>
            <a:r>
              <a:rPr lang="en-US" sz="1800" b="0" i="0" dirty="0">
                <a:solidFill>
                  <a:srgbClr val="241F1F"/>
                </a:solidFill>
                <a:effectLst/>
                <a:latin typeface="STIXGeneral-Regular"/>
              </a:rPr>
              <a:t>2, where </a:t>
            </a:r>
            <a:r>
              <a:rPr lang="en-US" sz="1800" b="0" i="1" dirty="0">
                <a:solidFill>
                  <a:srgbClr val="241F1F"/>
                </a:solidFill>
                <a:effectLst/>
                <a:latin typeface="STIXGeneral-Italic"/>
              </a:rPr>
              <a:t>w</a:t>
            </a:r>
            <a:r>
              <a:rPr lang="en-US" sz="1800" b="0" i="0" dirty="0">
                <a:solidFill>
                  <a:srgbClr val="241F1F"/>
                </a:solidFill>
                <a:effectLst/>
                <a:latin typeface="STIXGeneral-Regular"/>
              </a:rPr>
              <a:t>1 is a single symbol that is not a terminal symbol</a:t>
            </a:r>
            <a:r>
              <a:rPr lang="en-US" dirty="0"/>
              <a:t> </a:t>
            </a:r>
          </a:p>
          <a:p>
            <a:r>
              <a:rPr lang="en-US" sz="1800" b="1" i="0" dirty="0">
                <a:solidFill>
                  <a:srgbClr val="241F1F"/>
                </a:solidFill>
                <a:effectLst/>
                <a:latin typeface="STIXGeneral-Bold"/>
              </a:rPr>
              <a:t>type 3 </a:t>
            </a:r>
            <a:r>
              <a:rPr lang="en-US" sz="1800" b="0" i="0" dirty="0">
                <a:solidFill>
                  <a:srgbClr val="241F1F"/>
                </a:solidFill>
                <a:effectLst/>
                <a:latin typeface="STIXGeneral-Regular"/>
              </a:rPr>
              <a:t>grammar can have productions only of the form </a:t>
            </a:r>
            <a:r>
              <a:rPr lang="en-US" sz="1800" b="0" i="1" dirty="0">
                <a:solidFill>
                  <a:srgbClr val="241F1F"/>
                </a:solidFill>
                <a:effectLst/>
                <a:latin typeface="STIXGeneral-Italic"/>
              </a:rPr>
              <a:t>w</a:t>
            </a:r>
            <a:r>
              <a:rPr lang="en-US" sz="1800" b="0" i="0" dirty="0">
                <a:solidFill>
                  <a:srgbClr val="241F1F"/>
                </a:solidFill>
                <a:effectLst/>
                <a:latin typeface="STIXGeneral-Regular"/>
              </a:rPr>
              <a:t>1 </a:t>
            </a:r>
            <a:r>
              <a:rPr lang="en-US" sz="1800" b="0" i="0" dirty="0">
                <a:solidFill>
                  <a:srgbClr val="241F1F"/>
                </a:solidFill>
                <a:effectLst/>
                <a:latin typeface="STIXMathSans-Regular"/>
              </a:rPr>
              <a:t>→ </a:t>
            </a:r>
            <a:r>
              <a:rPr lang="en-US" sz="1800" b="0" i="1" dirty="0">
                <a:solidFill>
                  <a:srgbClr val="241F1F"/>
                </a:solidFill>
                <a:effectLst/>
                <a:latin typeface="STIXGeneral-Italic"/>
              </a:rPr>
              <a:t>w</a:t>
            </a:r>
            <a:r>
              <a:rPr lang="en-US" sz="1800" b="0" i="0" dirty="0">
                <a:solidFill>
                  <a:srgbClr val="241F1F"/>
                </a:solidFill>
                <a:effectLst/>
                <a:latin typeface="STIXGeneral-Regular"/>
              </a:rPr>
              <a:t>2 with </a:t>
            </a:r>
            <a:r>
              <a:rPr lang="en-US" sz="1800" b="0" i="1" dirty="0">
                <a:solidFill>
                  <a:srgbClr val="241F1F"/>
                </a:solidFill>
                <a:effectLst/>
                <a:latin typeface="STIXGeneral-Italic"/>
              </a:rPr>
              <a:t>w</a:t>
            </a:r>
            <a:r>
              <a:rPr lang="en-US" sz="1800" b="0" i="0" dirty="0">
                <a:solidFill>
                  <a:srgbClr val="241F1F"/>
                </a:solidFill>
                <a:effectLst/>
                <a:latin typeface="STIXGeneral-Regular"/>
              </a:rPr>
              <a:t>1 </a:t>
            </a:r>
            <a:r>
              <a:rPr lang="en-US" sz="1800" b="0" i="0" dirty="0">
                <a:solidFill>
                  <a:srgbClr val="241F1F"/>
                </a:solidFill>
                <a:effectLst/>
                <a:latin typeface="STIXMath-Regular"/>
              </a:rPr>
              <a:t>= </a:t>
            </a:r>
            <a:r>
              <a:rPr lang="en-US" sz="1800" b="0" i="1" dirty="0">
                <a:solidFill>
                  <a:srgbClr val="241F1F"/>
                </a:solidFill>
                <a:effectLst/>
                <a:latin typeface="STIXGeneral-Italic"/>
              </a:rPr>
              <a:t>A </a:t>
            </a:r>
            <a:r>
              <a:rPr lang="en-US" sz="1800" b="0" i="0" dirty="0">
                <a:solidFill>
                  <a:srgbClr val="241F1F"/>
                </a:solidFill>
                <a:effectLst/>
                <a:latin typeface="STIXGeneral-Regular"/>
              </a:rPr>
              <a:t>and either </a:t>
            </a:r>
            <a:r>
              <a:rPr lang="en-US" sz="1800" b="0" i="1" dirty="0">
                <a:solidFill>
                  <a:srgbClr val="241F1F"/>
                </a:solidFill>
                <a:effectLst/>
                <a:latin typeface="STIXGeneral-Italic"/>
              </a:rPr>
              <a:t>w</a:t>
            </a:r>
            <a:r>
              <a:rPr lang="en-US" sz="1800" b="0" i="0" dirty="0">
                <a:solidFill>
                  <a:srgbClr val="241F1F"/>
                </a:solidFill>
                <a:effectLst/>
                <a:latin typeface="STIXGeneral-Regular"/>
              </a:rPr>
              <a:t>2 </a:t>
            </a:r>
            <a:r>
              <a:rPr lang="en-US" sz="1800" b="0" i="0" dirty="0">
                <a:solidFill>
                  <a:srgbClr val="241F1F"/>
                </a:solidFill>
                <a:effectLst/>
                <a:latin typeface="STIXMath-Regular"/>
              </a:rPr>
              <a:t>= </a:t>
            </a:r>
            <a:r>
              <a:rPr lang="en-US" sz="1800" b="0" i="1" dirty="0" err="1">
                <a:solidFill>
                  <a:srgbClr val="241F1F"/>
                </a:solidFill>
                <a:effectLst/>
                <a:latin typeface="STIXGeneral-Italic"/>
              </a:rPr>
              <a:t>aB</a:t>
            </a:r>
            <a:r>
              <a:rPr lang="en-US" sz="1800" b="0" i="1" dirty="0">
                <a:solidFill>
                  <a:srgbClr val="241F1F"/>
                </a:solidFill>
                <a:effectLst/>
                <a:latin typeface="STIXGeneral-Italic"/>
              </a:rPr>
              <a:t> </a:t>
            </a:r>
            <a:r>
              <a:rPr lang="en-US" sz="1800" b="0" i="0" dirty="0">
                <a:solidFill>
                  <a:srgbClr val="241F1F"/>
                </a:solidFill>
                <a:effectLst/>
                <a:latin typeface="STIXGeneral-Regular"/>
              </a:rPr>
              <a:t>or </a:t>
            </a:r>
            <a:r>
              <a:rPr lang="en-US" sz="1800" b="0" i="1" dirty="0">
                <a:solidFill>
                  <a:srgbClr val="241F1F"/>
                </a:solidFill>
                <a:effectLst/>
                <a:latin typeface="STIXGeneral-Italic"/>
              </a:rPr>
              <a:t>w</a:t>
            </a:r>
            <a:r>
              <a:rPr lang="en-US" sz="1800" b="0" i="0" dirty="0">
                <a:solidFill>
                  <a:srgbClr val="241F1F"/>
                </a:solidFill>
                <a:effectLst/>
                <a:latin typeface="STIXGeneral-Regular"/>
              </a:rPr>
              <a:t>2 </a:t>
            </a:r>
            <a:r>
              <a:rPr lang="en-US" sz="1800" b="0" i="0" dirty="0">
                <a:solidFill>
                  <a:srgbClr val="241F1F"/>
                </a:solidFill>
                <a:effectLst/>
                <a:latin typeface="STIXMath-Regular"/>
              </a:rPr>
              <a:t>= </a:t>
            </a:r>
            <a:r>
              <a:rPr lang="en-US" sz="1800" b="0" i="1" dirty="0">
                <a:solidFill>
                  <a:srgbClr val="241F1F"/>
                </a:solidFill>
                <a:effectLst/>
                <a:latin typeface="STIXGeneral-Italic"/>
              </a:rPr>
              <a:t>a</a:t>
            </a:r>
            <a:r>
              <a:rPr lang="en-US" sz="1800" b="0" i="0" dirty="0">
                <a:solidFill>
                  <a:srgbClr val="241F1F"/>
                </a:solidFill>
                <a:effectLst/>
                <a:latin typeface="STIXGeneral-Regular"/>
              </a:rPr>
              <a:t>, where </a:t>
            </a:r>
            <a:r>
              <a:rPr lang="en-US" sz="1800" b="0" i="1" dirty="0">
                <a:solidFill>
                  <a:srgbClr val="241F1F"/>
                </a:solidFill>
                <a:effectLst/>
                <a:latin typeface="STIXGeneral-Italic"/>
              </a:rPr>
              <a:t>A </a:t>
            </a:r>
            <a:r>
              <a:rPr lang="en-US" sz="1800" b="0" i="0" dirty="0">
                <a:solidFill>
                  <a:srgbClr val="241F1F"/>
                </a:solidFill>
                <a:effectLst/>
                <a:latin typeface="STIXGeneral-Regular"/>
              </a:rPr>
              <a:t>and </a:t>
            </a:r>
            <a:r>
              <a:rPr lang="en-US" sz="1800" b="0" i="1" dirty="0">
                <a:solidFill>
                  <a:srgbClr val="241F1F"/>
                </a:solidFill>
                <a:effectLst/>
                <a:latin typeface="STIXGeneral-Italic"/>
              </a:rPr>
              <a:t>B </a:t>
            </a:r>
            <a:r>
              <a:rPr lang="en-US" sz="1800" b="0" i="0" dirty="0">
                <a:solidFill>
                  <a:srgbClr val="241F1F"/>
                </a:solidFill>
                <a:effectLst/>
                <a:latin typeface="STIXGeneral-Regular"/>
              </a:rPr>
              <a:t>are nonterminal symbols and </a:t>
            </a:r>
            <a:r>
              <a:rPr lang="en-US" sz="1800" b="0" i="1" dirty="0">
                <a:solidFill>
                  <a:srgbClr val="241F1F"/>
                </a:solidFill>
                <a:effectLst/>
                <a:latin typeface="STIXGeneral-Italic"/>
              </a:rPr>
              <a:t>a </a:t>
            </a:r>
            <a:r>
              <a:rPr lang="en-US" sz="1800" b="0" i="0" dirty="0">
                <a:solidFill>
                  <a:srgbClr val="241F1F"/>
                </a:solidFill>
                <a:effectLst/>
                <a:latin typeface="STIXGeneral-Regular"/>
              </a:rPr>
              <a:t>is a terminal symbol, or with </a:t>
            </a:r>
            <a:r>
              <a:rPr lang="en-US" sz="1800" b="0" i="1" dirty="0">
                <a:solidFill>
                  <a:srgbClr val="241F1F"/>
                </a:solidFill>
                <a:effectLst/>
                <a:latin typeface="STIXGeneral-Italic"/>
              </a:rPr>
              <a:t>w</a:t>
            </a:r>
            <a:r>
              <a:rPr lang="en-US" sz="1800" b="0" i="0" dirty="0">
                <a:solidFill>
                  <a:srgbClr val="241F1F"/>
                </a:solidFill>
                <a:effectLst/>
                <a:latin typeface="STIXGeneral-Regular"/>
              </a:rPr>
              <a:t>1 </a:t>
            </a:r>
            <a:r>
              <a:rPr lang="en-US" sz="1800" b="0" i="0" dirty="0">
                <a:solidFill>
                  <a:srgbClr val="241F1F"/>
                </a:solidFill>
                <a:effectLst/>
                <a:latin typeface="STIXMath-Regular"/>
              </a:rPr>
              <a:t>= </a:t>
            </a:r>
            <a:r>
              <a:rPr lang="en-US" sz="1800" b="0" i="1" dirty="0">
                <a:solidFill>
                  <a:srgbClr val="241F1F"/>
                </a:solidFill>
                <a:effectLst/>
                <a:latin typeface="STIXGeneral-Italic"/>
              </a:rPr>
              <a:t>S </a:t>
            </a:r>
            <a:r>
              <a:rPr lang="en-US" sz="1800" b="0" i="0" dirty="0">
                <a:solidFill>
                  <a:srgbClr val="241F1F"/>
                </a:solidFill>
                <a:effectLst/>
                <a:latin typeface="STIXGeneral-Regular"/>
              </a:rPr>
              <a:t>and </a:t>
            </a:r>
            <a:r>
              <a:rPr lang="en-US" sz="1800" b="0" i="1" dirty="0">
                <a:solidFill>
                  <a:srgbClr val="241F1F"/>
                </a:solidFill>
                <a:effectLst/>
                <a:latin typeface="STIXGeneral-Italic"/>
              </a:rPr>
              <a:t>w</a:t>
            </a:r>
            <a:r>
              <a:rPr lang="en-US" sz="1800" b="0" i="0" dirty="0">
                <a:solidFill>
                  <a:srgbClr val="241F1F"/>
                </a:solidFill>
                <a:effectLst/>
                <a:latin typeface="STIXGeneral-Regular"/>
              </a:rPr>
              <a:t>2 </a:t>
            </a:r>
            <a:r>
              <a:rPr lang="en-US" sz="1800" b="0" i="0" dirty="0">
                <a:solidFill>
                  <a:srgbClr val="241F1F"/>
                </a:solidFill>
                <a:effectLst/>
                <a:latin typeface="STIXMath-Regular"/>
              </a:rPr>
              <a:t>= </a:t>
            </a:r>
            <a:r>
              <a:rPr lang="en-US" sz="1800" b="0" i="1" dirty="0">
                <a:solidFill>
                  <a:srgbClr val="241F1F"/>
                </a:solidFill>
                <a:effectLst/>
                <a:latin typeface="STIXMath-Italic"/>
              </a:rPr>
              <a:t>𝜆</a:t>
            </a:r>
            <a:r>
              <a:rPr lang="en-US" dirty="0"/>
              <a:t> </a:t>
            </a:r>
            <a:br>
              <a:rPr lang="en-US" dirty="0"/>
            </a:b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8E1C23F6-6093-C637-1198-4B40F57BBB13}"/>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83</a:t>
            </a:fld>
            <a:endParaRPr lang="en-US" altLang="en-US" dirty="0"/>
          </a:p>
        </p:txBody>
      </p:sp>
      <p:sp>
        <p:nvSpPr>
          <p:cNvPr id="5" name="Footer Placeholder 4">
            <a:extLst>
              <a:ext uri="{FF2B5EF4-FFF2-40B4-BE49-F238E27FC236}">
                <a16:creationId xmlns:a16="http://schemas.microsoft.com/office/drawing/2014/main" id="{C7359A72-25EF-BF38-EC0E-AE6431DE26E0}"/>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20697867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4CBD1-A525-FEF6-6066-9C773B9671EB}"/>
              </a:ext>
            </a:extLst>
          </p:cNvPr>
          <p:cNvSpPr>
            <a:spLocks noGrp="1"/>
          </p:cNvSpPr>
          <p:nvPr>
            <p:ph type="title"/>
          </p:nvPr>
        </p:nvSpPr>
        <p:spPr/>
        <p:txBody>
          <a:bodyPr/>
          <a:lstStyle/>
          <a:p>
            <a:r>
              <a:rPr lang="en-US" dirty="0"/>
              <a:t>13.1.3 Types of Phrase-Structure Grammars</a:t>
            </a:r>
          </a:p>
        </p:txBody>
      </p:sp>
      <p:sp>
        <p:nvSpPr>
          <p:cNvPr id="3" name="Content Placeholder 2">
            <a:extLst>
              <a:ext uri="{FF2B5EF4-FFF2-40B4-BE49-F238E27FC236}">
                <a16:creationId xmlns:a16="http://schemas.microsoft.com/office/drawing/2014/main" id="{9AC79CB0-0F77-1AD5-808C-06D04CF5D847}"/>
              </a:ext>
            </a:extLst>
          </p:cNvPr>
          <p:cNvSpPr>
            <a:spLocks noGrp="1"/>
          </p:cNvSpPr>
          <p:nvPr>
            <p:ph idx="1"/>
          </p:nvPr>
        </p:nvSpPr>
        <p:spPr/>
        <p:txBody>
          <a:bodyPr/>
          <a:lstStyle/>
          <a:p>
            <a:r>
              <a:rPr lang="en-US" sz="1800" b="0" i="0" dirty="0">
                <a:solidFill>
                  <a:srgbClr val="241F1F"/>
                </a:solidFill>
                <a:effectLst/>
                <a:latin typeface="STIXGeneral-Regular"/>
              </a:rPr>
              <a:t>Type 2 grammars are called </a:t>
            </a:r>
            <a:r>
              <a:rPr lang="en-US" sz="1800" b="1" i="0" dirty="0">
                <a:solidFill>
                  <a:srgbClr val="241F1F"/>
                </a:solidFill>
                <a:effectLst/>
                <a:latin typeface="STIXGeneral-Bold"/>
              </a:rPr>
              <a:t>context-free grammars </a:t>
            </a:r>
            <a:r>
              <a:rPr lang="en-US" sz="1800" b="0" i="0" dirty="0">
                <a:solidFill>
                  <a:srgbClr val="241F1F"/>
                </a:solidFill>
                <a:effectLst/>
                <a:latin typeface="STIXGeneral-Regular"/>
              </a:rPr>
              <a:t>because a nonterminal symbol that is the left side of a production can be replaced in a string whenever it occurs, no matter what else is in the string. </a:t>
            </a:r>
          </a:p>
          <a:p>
            <a:pPr lvl="1"/>
            <a:r>
              <a:rPr lang="en-US" sz="1800" b="0" i="0" dirty="0">
                <a:solidFill>
                  <a:srgbClr val="241F1F"/>
                </a:solidFill>
                <a:effectLst/>
                <a:latin typeface="STIXGeneral-Regular"/>
              </a:rPr>
              <a:t>A language generated by a type 2 grammar is called a </a:t>
            </a:r>
            <a:r>
              <a:rPr lang="en-US" sz="1800" b="1" i="0" dirty="0">
                <a:solidFill>
                  <a:srgbClr val="241F1F"/>
                </a:solidFill>
                <a:effectLst/>
                <a:latin typeface="STIXGeneral-Bold"/>
              </a:rPr>
              <a:t>context-free language</a:t>
            </a:r>
            <a:r>
              <a:rPr lang="en-US" sz="1800" b="0" i="0" dirty="0">
                <a:solidFill>
                  <a:srgbClr val="241F1F"/>
                </a:solidFill>
                <a:effectLst/>
                <a:latin typeface="STIXGeneral-Regular"/>
              </a:rPr>
              <a:t>.</a:t>
            </a:r>
            <a:endParaRPr lang="en-US" sz="1800" dirty="0">
              <a:solidFill>
                <a:srgbClr val="241F1F"/>
              </a:solidFill>
              <a:latin typeface="STIXGeneral-Regular"/>
            </a:endParaRPr>
          </a:p>
          <a:p>
            <a:r>
              <a:rPr lang="en-US" sz="1800" b="0" i="0" dirty="0">
                <a:solidFill>
                  <a:srgbClr val="241F1F"/>
                </a:solidFill>
                <a:effectLst/>
                <a:latin typeface="STIXGeneral-Regular"/>
              </a:rPr>
              <a:t>When there is a production of the form </a:t>
            </a:r>
            <a:r>
              <a:rPr lang="en-US" sz="1800" b="0" i="1" dirty="0">
                <a:solidFill>
                  <a:srgbClr val="241F1F"/>
                </a:solidFill>
                <a:effectLst/>
                <a:latin typeface="STIXGeneral-Italic"/>
              </a:rPr>
              <a:t>lw</a:t>
            </a:r>
            <a:r>
              <a:rPr lang="en-US" sz="1800" b="0" i="0" dirty="0">
                <a:solidFill>
                  <a:srgbClr val="241F1F"/>
                </a:solidFill>
                <a:effectLst/>
                <a:latin typeface="STIXGeneral-Regular"/>
              </a:rPr>
              <a:t>1</a:t>
            </a:r>
            <a:r>
              <a:rPr lang="en-US" sz="1800" b="0" i="1" dirty="0">
                <a:solidFill>
                  <a:srgbClr val="241F1F"/>
                </a:solidFill>
                <a:effectLst/>
                <a:latin typeface="STIXGeneral-Italic"/>
              </a:rPr>
              <a:t>r </a:t>
            </a:r>
            <a:r>
              <a:rPr lang="en-US" sz="1800" b="0" i="0" dirty="0">
                <a:solidFill>
                  <a:srgbClr val="241F1F"/>
                </a:solidFill>
                <a:effectLst/>
                <a:latin typeface="STIXMathSans-Regular"/>
              </a:rPr>
              <a:t>→ </a:t>
            </a:r>
            <a:r>
              <a:rPr lang="en-US" sz="1800" b="0" i="1" dirty="0">
                <a:solidFill>
                  <a:srgbClr val="241F1F"/>
                </a:solidFill>
                <a:effectLst/>
                <a:latin typeface="STIXGeneral-Italic"/>
              </a:rPr>
              <a:t>lw</a:t>
            </a:r>
            <a:r>
              <a:rPr lang="en-US" sz="1800" b="0" i="0" dirty="0">
                <a:solidFill>
                  <a:srgbClr val="241F1F"/>
                </a:solidFill>
                <a:effectLst/>
                <a:latin typeface="STIXGeneral-Regular"/>
              </a:rPr>
              <a:t>2</a:t>
            </a:r>
            <a:r>
              <a:rPr lang="en-US" sz="1800" b="0" i="1" dirty="0">
                <a:solidFill>
                  <a:srgbClr val="241F1F"/>
                </a:solidFill>
                <a:effectLst/>
                <a:latin typeface="STIXGeneral-Italic"/>
              </a:rPr>
              <a:t>r </a:t>
            </a:r>
            <a:r>
              <a:rPr lang="en-US" sz="1800" b="0" i="0" dirty="0">
                <a:solidFill>
                  <a:srgbClr val="241F1F"/>
                </a:solidFill>
                <a:effectLst/>
                <a:latin typeface="STIXGeneral-Regular"/>
              </a:rPr>
              <a:t>(but not of the form </a:t>
            </a:r>
            <a:r>
              <a:rPr lang="en-US" sz="1800" b="0" i="1" dirty="0">
                <a:solidFill>
                  <a:srgbClr val="241F1F"/>
                </a:solidFill>
                <a:effectLst/>
                <a:latin typeface="STIXGeneral-Italic"/>
              </a:rPr>
              <a:t>w</a:t>
            </a:r>
            <a:r>
              <a:rPr lang="en-US" sz="1800" b="0" i="0" dirty="0">
                <a:solidFill>
                  <a:srgbClr val="241F1F"/>
                </a:solidFill>
                <a:effectLst/>
                <a:latin typeface="STIXGeneral-Regular"/>
              </a:rPr>
              <a:t>1 </a:t>
            </a:r>
            <a:r>
              <a:rPr lang="en-US" sz="1800" b="0" i="0" dirty="0">
                <a:solidFill>
                  <a:srgbClr val="241F1F"/>
                </a:solidFill>
                <a:effectLst/>
                <a:latin typeface="STIXMathSans-Regular"/>
              </a:rPr>
              <a:t>→ </a:t>
            </a:r>
            <a:r>
              <a:rPr lang="en-US" sz="1800" b="0" i="1" dirty="0">
                <a:solidFill>
                  <a:srgbClr val="241F1F"/>
                </a:solidFill>
                <a:effectLst/>
                <a:latin typeface="STIXGeneral-Italic"/>
              </a:rPr>
              <a:t>w</a:t>
            </a:r>
            <a:r>
              <a:rPr lang="en-US" sz="1800" b="0" i="0" dirty="0">
                <a:solidFill>
                  <a:srgbClr val="241F1F"/>
                </a:solidFill>
                <a:effectLst/>
                <a:latin typeface="STIXGeneral-Regular"/>
              </a:rPr>
              <a:t>2), the grammar</a:t>
            </a:r>
            <a:br>
              <a:rPr lang="en-US" sz="1800" b="0" i="0" dirty="0">
                <a:solidFill>
                  <a:srgbClr val="241F1F"/>
                </a:solidFill>
                <a:effectLst/>
                <a:latin typeface="STIXGeneral-Regular"/>
              </a:rPr>
            </a:br>
            <a:r>
              <a:rPr lang="en-US" sz="1800" b="0" i="0" dirty="0">
                <a:solidFill>
                  <a:srgbClr val="241F1F"/>
                </a:solidFill>
                <a:effectLst/>
                <a:latin typeface="STIXGeneral-Regular"/>
              </a:rPr>
              <a:t>is called type 1 or </a:t>
            </a:r>
            <a:r>
              <a:rPr lang="en-US" sz="1800" b="1" i="0" dirty="0">
                <a:solidFill>
                  <a:srgbClr val="241F1F"/>
                </a:solidFill>
                <a:effectLst/>
                <a:latin typeface="STIXGeneral-Bold"/>
              </a:rPr>
              <a:t>context-sensitive </a:t>
            </a:r>
            <a:r>
              <a:rPr lang="en-US" sz="1800" b="0" i="0" dirty="0">
                <a:solidFill>
                  <a:srgbClr val="241F1F"/>
                </a:solidFill>
                <a:effectLst/>
                <a:latin typeface="STIXGeneral-Regular"/>
              </a:rPr>
              <a:t>because </a:t>
            </a:r>
            <a:r>
              <a:rPr lang="en-US" sz="1800" b="0" i="1" dirty="0">
                <a:solidFill>
                  <a:srgbClr val="241F1F"/>
                </a:solidFill>
                <a:effectLst/>
                <a:latin typeface="STIXGeneral-Italic"/>
              </a:rPr>
              <a:t>w</a:t>
            </a:r>
            <a:r>
              <a:rPr lang="en-US" sz="1800" b="0" i="0" dirty="0">
                <a:solidFill>
                  <a:srgbClr val="241F1F"/>
                </a:solidFill>
                <a:effectLst/>
                <a:latin typeface="STIXGeneral-Regular"/>
              </a:rPr>
              <a:t>1 can be replaced by </a:t>
            </a:r>
            <a:r>
              <a:rPr lang="en-US" sz="1800" b="0" i="1" dirty="0">
                <a:solidFill>
                  <a:srgbClr val="241F1F"/>
                </a:solidFill>
                <a:effectLst/>
                <a:latin typeface="STIXGeneral-Italic"/>
              </a:rPr>
              <a:t>w</a:t>
            </a:r>
            <a:r>
              <a:rPr lang="en-US" sz="1800" b="0" i="0" dirty="0">
                <a:solidFill>
                  <a:srgbClr val="241F1F"/>
                </a:solidFill>
                <a:effectLst/>
                <a:latin typeface="STIXGeneral-Regular"/>
              </a:rPr>
              <a:t>2 only when it is surrounded</a:t>
            </a:r>
            <a:br>
              <a:rPr lang="en-US" sz="1800" b="0" i="0" dirty="0">
                <a:solidFill>
                  <a:srgbClr val="241F1F"/>
                </a:solidFill>
                <a:effectLst/>
                <a:latin typeface="STIXGeneral-Regular"/>
              </a:rPr>
            </a:br>
            <a:r>
              <a:rPr lang="en-US" sz="1800" b="0" i="0" dirty="0">
                <a:solidFill>
                  <a:srgbClr val="241F1F"/>
                </a:solidFill>
                <a:effectLst/>
                <a:latin typeface="STIXGeneral-Regular"/>
              </a:rPr>
              <a:t>by the strings </a:t>
            </a:r>
            <a:r>
              <a:rPr lang="en-US" sz="1800" b="0" i="1" dirty="0">
                <a:solidFill>
                  <a:srgbClr val="241F1F"/>
                </a:solidFill>
                <a:effectLst/>
                <a:latin typeface="STIXGeneral-Italic"/>
              </a:rPr>
              <a:t>l </a:t>
            </a:r>
            <a:r>
              <a:rPr lang="en-US" sz="1800" b="0" i="0" dirty="0">
                <a:solidFill>
                  <a:srgbClr val="241F1F"/>
                </a:solidFill>
                <a:effectLst/>
                <a:latin typeface="STIXGeneral-Regular"/>
              </a:rPr>
              <a:t>and </a:t>
            </a:r>
            <a:r>
              <a:rPr lang="en-US" sz="1800" b="0" i="1" dirty="0">
                <a:solidFill>
                  <a:srgbClr val="241F1F"/>
                </a:solidFill>
                <a:effectLst/>
                <a:latin typeface="STIXGeneral-Italic"/>
              </a:rPr>
              <a:t>r</a:t>
            </a:r>
            <a:r>
              <a:rPr lang="en-US" sz="1800" b="0" i="0" dirty="0">
                <a:solidFill>
                  <a:srgbClr val="241F1F"/>
                </a:solidFill>
                <a:effectLst/>
                <a:latin typeface="STIXGeneral-Regular"/>
              </a:rPr>
              <a:t>. </a:t>
            </a:r>
          </a:p>
          <a:p>
            <a:pPr lvl="1"/>
            <a:r>
              <a:rPr lang="en-US" sz="1800" b="0" i="0" dirty="0">
                <a:solidFill>
                  <a:srgbClr val="241F1F"/>
                </a:solidFill>
                <a:effectLst/>
                <a:latin typeface="STIXGeneral-Regular"/>
              </a:rPr>
              <a:t>A language generated by a type 1 grammar is called a </a:t>
            </a:r>
            <a:r>
              <a:rPr lang="en-US" sz="1800" b="1" i="0" dirty="0">
                <a:solidFill>
                  <a:srgbClr val="241F1F"/>
                </a:solidFill>
                <a:effectLst/>
                <a:latin typeface="STIXGeneral-Bold"/>
              </a:rPr>
              <a:t>context-sensitive language</a:t>
            </a:r>
            <a:r>
              <a:rPr lang="en-US" sz="1800" b="0" i="0" dirty="0">
                <a:solidFill>
                  <a:srgbClr val="241F1F"/>
                </a:solidFill>
                <a:effectLst/>
                <a:latin typeface="STIXGeneral-Regular"/>
              </a:rPr>
              <a:t>. </a:t>
            </a:r>
          </a:p>
          <a:p>
            <a:r>
              <a:rPr lang="en-US" sz="1800" b="0" i="0" dirty="0">
                <a:solidFill>
                  <a:srgbClr val="241F1F"/>
                </a:solidFill>
                <a:effectLst/>
                <a:latin typeface="STIXGeneral-Regular"/>
              </a:rPr>
              <a:t>Type 3 grammars are also called </a:t>
            </a:r>
            <a:r>
              <a:rPr lang="en-US" sz="1800" b="1" i="0" dirty="0">
                <a:solidFill>
                  <a:srgbClr val="241F1F"/>
                </a:solidFill>
                <a:effectLst/>
                <a:latin typeface="STIXGeneral-Bold"/>
              </a:rPr>
              <a:t>regular grammars</a:t>
            </a:r>
            <a:r>
              <a:rPr lang="en-US" sz="1800" b="0" i="0" dirty="0">
                <a:solidFill>
                  <a:srgbClr val="241F1F"/>
                </a:solidFill>
                <a:effectLst/>
                <a:latin typeface="STIXGeneral-Regular"/>
              </a:rPr>
              <a:t>. A language generated by a regular grammar is called </a:t>
            </a:r>
            <a:r>
              <a:rPr lang="en-US" sz="1800" b="1" i="0" dirty="0">
                <a:solidFill>
                  <a:srgbClr val="241F1F"/>
                </a:solidFill>
                <a:effectLst/>
                <a:latin typeface="STIXGeneral-Bold"/>
              </a:rPr>
              <a:t>regular</a:t>
            </a:r>
            <a:r>
              <a:rPr lang="en-US" sz="1800" b="0" i="0" dirty="0">
                <a:solidFill>
                  <a:srgbClr val="241F1F"/>
                </a:solidFill>
                <a:effectLst/>
                <a:latin typeface="STIXGeneral-Regular"/>
              </a:rPr>
              <a:t>.  </a:t>
            </a:r>
            <a:endParaRPr lang="en-US" sz="1800" dirty="0"/>
          </a:p>
        </p:txBody>
      </p:sp>
      <p:sp>
        <p:nvSpPr>
          <p:cNvPr id="4" name="Slide Number Placeholder 3">
            <a:extLst>
              <a:ext uri="{FF2B5EF4-FFF2-40B4-BE49-F238E27FC236}">
                <a16:creationId xmlns:a16="http://schemas.microsoft.com/office/drawing/2014/main" id="{18B343E5-B0E4-C472-E0B9-A24A5546BE54}"/>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84</a:t>
            </a:fld>
            <a:endParaRPr lang="en-US" altLang="en-US" dirty="0"/>
          </a:p>
        </p:txBody>
      </p:sp>
      <p:sp>
        <p:nvSpPr>
          <p:cNvPr id="5" name="Footer Placeholder 4">
            <a:extLst>
              <a:ext uri="{FF2B5EF4-FFF2-40B4-BE49-F238E27FC236}">
                <a16:creationId xmlns:a16="http://schemas.microsoft.com/office/drawing/2014/main" id="{DD014AEE-1E72-F224-6796-E4E1859AF3E2}"/>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36878970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325698-9447-2DE5-77E9-D9E625F7806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85</a:t>
            </a:fld>
            <a:endParaRPr lang="en-US" dirty="0"/>
          </a:p>
        </p:txBody>
      </p:sp>
      <p:sp>
        <p:nvSpPr>
          <p:cNvPr id="3" name="Footer Placeholder 2">
            <a:extLst>
              <a:ext uri="{FF2B5EF4-FFF2-40B4-BE49-F238E27FC236}">
                <a16:creationId xmlns:a16="http://schemas.microsoft.com/office/drawing/2014/main" id="{2F5D3176-544E-C737-64BB-302CBB58A8B1}"/>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6099FE2-9085-8C5D-0C4A-00273A063E8A}"/>
              </a:ext>
            </a:extLst>
          </p:cNvPr>
          <p:cNvPicPr>
            <a:picLocks noChangeAspect="1"/>
          </p:cNvPicPr>
          <p:nvPr/>
        </p:nvPicPr>
        <p:blipFill>
          <a:blip r:embed="rId2"/>
          <a:stretch>
            <a:fillRect/>
          </a:stretch>
        </p:blipFill>
        <p:spPr>
          <a:xfrm>
            <a:off x="257175" y="1952625"/>
            <a:ext cx="10944225" cy="638175"/>
          </a:xfrm>
          <a:prstGeom prst="rect">
            <a:avLst/>
          </a:prstGeom>
        </p:spPr>
      </p:pic>
      <p:pic>
        <p:nvPicPr>
          <p:cNvPr id="7" name="Picture 6">
            <a:extLst>
              <a:ext uri="{FF2B5EF4-FFF2-40B4-BE49-F238E27FC236}">
                <a16:creationId xmlns:a16="http://schemas.microsoft.com/office/drawing/2014/main" id="{FC1CB4AC-17AA-E96E-FF3A-363AED5F6FDE}"/>
              </a:ext>
            </a:extLst>
          </p:cNvPr>
          <p:cNvPicPr>
            <a:picLocks noChangeAspect="1"/>
          </p:cNvPicPr>
          <p:nvPr/>
        </p:nvPicPr>
        <p:blipFill>
          <a:blip r:embed="rId3"/>
          <a:stretch>
            <a:fillRect/>
          </a:stretch>
        </p:blipFill>
        <p:spPr>
          <a:xfrm>
            <a:off x="437998" y="2752725"/>
            <a:ext cx="10706100" cy="1009650"/>
          </a:xfrm>
          <a:prstGeom prst="rect">
            <a:avLst/>
          </a:prstGeom>
        </p:spPr>
      </p:pic>
      <p:pic>
        <p:nvPicPr>
          <p:cNvPr id="9" name="Picture 8">
            <a:extLst>
              <a:ext uri="{FF2B5EF4-FFF2-40B4-BE49-F238E27FC236}">
                <a16:creationId xmlns:a16="http://schemas.microsoft.com/office/drawing/2014/main" id="{AC702CE1-40C6-4878-C549-715C37542534}"/>
              </a:ext>
            </a:extLst>
          </p:cNvPr>
          <p:cNvPicPr>
            <a:picLocks noChangeAspect="1"/>
          </p:cNvPicPr>
          <p:nvPr/>
        </p:nvPicPr>
        <p:blipFill>
          <a:blip r:embed="rId4"/>
          <a:stretch>
            <a:fillRect/>
          </a:stretch>
        </p:blipFill>
        <p:spPr>
          <a:xfrm>
            <a:off x="437998" y="3762375"/>
            <a:ext cx="10791825" cy="962025"/>
          </a:xfrm>
          <a:prstGeom prst="rect">
            <a:avLst/>
          </a:prstGeom>
        </p:spPr>
      </p:pic>
    </p:spTree>
    <p:extLst>
      <p:ext uri="{BB962C8B-B14F-4D97-AF65-F5344CB8AC3E}">
        <p14:creationId xmlns:p14="http://schemas.microsoft.com/office/powerpoint/2010/main" val="12554888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ED9246-0688-7AEA-EDAE-15F5C215B65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86</a:t>
            </a:fld>
            <a:endParaRPr lang="en-US" dirty="0"/>
          </a:p>
        </p:txBody>
      </p:sp>
      <p:sp>
        <p:nvSpPr>
          <p:cNvPr id="3" name="Footer Placeholder 2">
            <a:extLst>
              <a:ext uri="{FF2B5EF4-FFF2-40B4-BE49-F238E27FC236}">
                <a16:creationId xmlns:a16="http://schemas.microsoft.com/office/drawing/2014/main" id="{1CBD6680-B814-63DA-13EF-72772F1A5B96}"/>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7C2F2725-A512-D248-9C56-140C00E689A3}"/>
              </a:ext>
            </a:extLst>
          </p:cNvPr>
          <p:cNvPicPr>
            <a:picLocks noChangeAspect="1"/>
          </p:cNvPicPr>
          <p:nvPr/>
        </p:nvPicPr>
        <p:blipFill>
          <a:blip r:embed="rId2"/>
          <a:stretch>
            <a:fillRect/>
          </a:stretch>
        </p:blipFill>
        <p:spPr>
          <a:xfrm>
            <a:off x="304800" y="1905000"/>
            <a:ext cx="5562600" cy="2745966"/>
          </a:xfrm>
          <a:prstGeom prst="rect">
            <a:avLst/>
          </a:prstGeom>
        </p:spPr>
      </p:pic>
      <p:pic>
        <p:nvPicPr>
          <p:cNvPr id="7" name="Picture 6">
            <a:extLst>
              <a:ext uri="{FF2B5EF4-FFF2-40B4-BE49-F238E27FC236}">
                <a16:creationId xmlns:a16="http://schemas.microsoft.com/office/drawing/2014/main" id="{B5F8FB11-095F-8796-53FA-481DEF46DC1D}"/>
              </a:ext>
            </a:extLst>
          </p:cNvPr>
          <p:cNvPicPr>
            <a:picLocks noChangeAspect="1"/>
          </p:cNvPicPr>
          <p:nvPr/>
        </p:nvPicPr>
        <p:blipFill>
          <a:blip r:embed="rId3"/>
          <a:stretch>
            <a:fillRect/>
          </a:stretch>
        </p:blipFill>
        <p:spPr>
          <a:xfrm>
            <a:off x="6096000" y="990600"/>
            <a:ext cx="5124450" cy="4295775"/>
          </a:xfrm>
          <a:prstGeom prst="rect">
            <a:avLst/>
          </a:prstGeom>
        </p:spPr>
      </p:pic>
    </p:spTree>
    <p:extLst>
      <p:ext uri="{BB962C8B-B14F-4D97-AF65-F5344CB8AC3E}">
        <p14:creationId xmlns:p14="http://schemas.microsoft.com/office/powerpoint/2010/main" val="29840421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83C4C9-875C-1907-1E00-B9338E65663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87</a:t>
            </a:fld>
            <a:endParaRPr lang="en-US" dirty="0"/>
          </a:p>
        </p:txBody>
      </p:sp>
      <p:sp>
        <p:nvSpPr>
          <p:cNvPr id="3" name="Footer Placeholder 2">
            <a:extLst>
              <a:ext uri="{FF2B5EF4-FFF2-40B4-BE49-F238E27FC236}">
                <a16:creationId xmlns:a16="http://schemas.microsoft.com/office/drawing/2014/main" id="{ED5EEE8A-F2DA-CF2E-09DD-E6457A1288F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18CE9B7C-C904-5F78-7E7E-BA45F1F7E124}"/>
              </a:ext>
            </a:extLst>
          </p:cNvPr>
          <p:cNvPicPr>
            <a:picLocks noChangeAspect="1"/>
          </p:cNvPicPr>
          <p:nvPr/>
        </p:nvPicPr>
        <p:blipFill>
          <a:blip r:embed="rId2"/>
          <a:stretch>
            <a:fillRect/>
          </a:stretch>
        </p:blipFill>
        <p:spPr>
          <a:xfrm>
            <a:off x="457200" y="581025"/>
            <a:ext cx="5362575" cy="5695950"/>
          </a:xfrm>
          <a:prstGeom prst="rect">
            <a:avLst/>
          </a:prstGeom>
        </p:spPr>
      </p:pic>
      <p:pic>
        <p:nvPicPr>
          <p:cNvPr id="7" name="Picture 6">
            <a:extLst>
              <a:ext uri="{FF2B5EF4-FFF2-40B4-BE49-F238E27FC236}">
                <a16:creationId xmlns:a16="http://schemas.microsoft.com/office/drawing/2014/main" id="{5474E31F-7C2E-E9FF-5B4E-C8D5AB4AB1A7}"/>
              </a:ext>
            </a:extLst>
          </p:cNvPr>
          <p:cNvPicPr>
            <a:picLocks noChangeAspect="1"/>
          </p:cNvPicPr>
          <p:nvPr/>
        </p:nvPicPr>
        <p:blipFill>
          <a:blip r:embed="rId3"/>
          <a:stretch>
            <a:fillRect/>
          </a:stretch>
        </p:blipFill>
        <p:spPr>
          <a:xfrm>
            <a:off x="6110288" y="581025"/>
            <a:ext cx="5457825" cy="1809750"/>
          </a:xfrm>
          <a:prstGeom prst="rect">
            <a:avLst/>
          </a:prstGeom>
        </p:spPr>
      </p:pic>
      <p:pic>
        <p:nvPicPr>
          <p:cNvPr id="9" name="Picture 8">
            <a:extLst>
              <a:ext uri="{FF2B5EF4-FFF2-40B4-BE49-F238E27FC236}">
                <a16:creationId xmlns:a16="http://schemas.microsoft.com/office/drawing/2014/main" id="{F1D6C67A-0EBA-9AA8-8688-003124979BC6}"/>
              </a:ext>
            </a:extLst>
          </p:cNvPr>
          <p:cNvPicPr>
            <a:picLocks noChangeAspect="1"/>
          </p:cNvPicPr>
          <p:nvPr/>
        </p:nvPicPr>
        <p:blipFill>
          <a:blip r:embed="rId4"/>
          <a:stretch>
            <a:fillRect/>
          </a:stretch>
        </p:blipFill>
        <p:spPr>
          <a:xfrm>
            <a:off x="5943600" y="2239704"/>
            <a:ext cx="5253037" cy="4531857"/>
          </a:xfrm>
          <a:prstGeom prst="rect">
            <a:avLst/>
          </a:prstGeom>
        </p:spPr>
      </p:pic>
    </p:spTree>
    <p:extLst>
      <p:ext uri="{BB962C8B-B14F-4D97-AF65-F5344CB8AC3E}">
        <p14:creationId xmlns:p14="http://schemas.microsoft.com/office/powerpoint/2010/main" val="41338719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59F33A-FDDA-F7C9-7299-0531183BFCF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88</a:t>
            </a:fld>
            <a:endParaRPr lang="en-US" dirty="0"/>
          </a:p>
        </p:txBody>
      </p:sp>
      <p:sp>
        <p:nvSpPr>
          <p:cNvPr id="3" name="Footer Placeholder 2">
            <a:extLst>
              <a:ext uri="{FF2B5EF4-FFF2-40B4-BE49-F238E27FC236}">
                <a16:creationId xmlns:a16="http://schemas.microsoft.com/office/drawing/2014/main" id="{3B80E8CC-A009-272B-39ED-856E9C897723}"/>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EB56362D-0937-E978-E01B-5CE6129C0093}"/>
              </a:ext>
            </a:extLst>
          </p:cNvPr>
          <p:cNvPicPr>
            <a:picLocks noChangeAspect="1"/>
          </p:cNvPicPr>
          <p:nvPr/>
        </p:nvPicPr>
        <p:blipFill>
          <a:blip r:embed="rId2"/>
          <a:stretch>
            <a:fillRect/>
          </a:stretch>
        </p:blipFill>
        <p:spPr>
          <a:xfrm>
            <a:off x="76200" y="1409700"/>
            <a:ext cx="5743575" cy="4038600"/>
          </a:xfrm>
          <a:prstGeom prst="rect">
            <a:avLst/>
          </a:prstGeom>
        </p:spPr>
      </p:pic>
      <p:pic>
        <p:nvPicPr>
          <p:cNvPr id="7" name="Picture 6">
            <a:extLst>
              <a:ext uri="{FF2B5EF4-FFF2-40B4-BE49-F238E27FC236}">
                <a16:creationId xmlns:a16="http://schemas.microsoft.com/office/drawing/2014/main" id="{C288A381-2C63-9CA5-2CAE-DE159F15724C}"/>
              </a:ext>
            </a:extLst>
          </p:cNvPr>
          <p:cNvPicPr>
            <a:picLocks noChangeAspect="1"/>
          </p:cNvPicPr>
          <p:nvPr/>
        </p:nvPicPr>
        <p:blipFill>
          <a:blip r:embed="rId3"/>
          <a:stretch>
            <a:fillRect/>
          </a:stretch>
        </p:blipFill>
        <p:spPr>
          <a:xfrm>
            <a:off x="6005513" y="633412"/>
            <a:ext cx="5667375" cy="5591175"/>
          </a:xfrm>
          <a:prstGeom prst="rect">
            <a:avLst/>
          </a:prstGeom>
        </p:spPr>
      </p:pic>
    </p:spTree>
    <p:extLst>
      <p:ext uri="{BB962C8B-B14F-4D97-AF65-F5344CB8AC3E}">
        <p14:creationId xmlns:p14="http://schemas.microsoft.com/office/powerpoint/2010/main" val="27721469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36A7-72F5-88E4-726A-1784C5BBE44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89</a:t>
            </a:fld>
            <a:endParaRPr lang="en-US" dirty="0"/>
          </a:p>
        </p:txBody>
      </p:sp>
      <p:sp>
        <p:nvSpPr>
          <p:cNvPr id="3" name="Footer Placeholder 2">
            <a:extLst>
              <a:ext uri="{FF2B5EF4-FFF2-40B4-BE49-F238E27FC236}">
                <a16:creationId xmlns:a16="http://schemas.microsoft.com/office/drawing/2014/main" id="{45094F1D-9F66-C4BF-A213-D60BCC951685}"/>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3110806099"/>
      </p:ext>
    </p:extLst>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u thuyet trình cong ty Vicostone" id="{123813FF-2186-4307-88AB-E52DC4E764C5}" vid="{7A2E833A-1ED4-4E30-9CFE-D6481D7B3B5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24054</TotalTime>
  <Words>1284</Words>
  <Application>Microsoft Office PowerPoint</Application>
  <PresentationFormat>Widescreen</PresentationFormat>
  <Paragraphs>230</Paragraphs>
  <Slides>89</Slides>
  <Notes>2</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89</vt:i4>
      </vt:variant>
    </vt:vector>
  </HeadingPairs>
  <TitlesOfParts>
    <vt:vector size="108" baseType="lpstr">
      <vt:lpstr>ＭＳ Ｐゴシック</vt:lpstr>
      <vt:lpstr>Arial</vt:lpstr>
      <vt:lpstr>Calibri</vt:lpstr>
      <vt:lpstr>Courier New</vt:lpstr>
      <vt:lpstr>KievitOT-Bold</vt:lpstr>
      <vt:lpstr>KievitOT-BoldItalic</vt:lpstr>
      <vt:lpstr>Monotype Sorts</vt:lpstr>
      <vt:lpstr>NewsGothicStd</vt:lpstr>
      <vt:lpstr>STIXGeneral-Bold</vt:lpstr>
      <vt:lpstr>STIXGeneral-Italic</vt:lpstr>
      <vt:lpstr>STIXGeneral-Regular</vt:lpstr>
      <vt:lpstr>STIXMath-Italic</vt:lpstr>
      <vt:lpstr>STIXMath-Regular</vt:lpstr>
      <vt:lpstr>STIXMathSans-Regular</vt:lpstr>
      <vt:lpstr>Times New Roman</vt:lpstr>
      <vt:lpstr>TimesLTStd-Italic</vt:lpstr>
      <vt:lpstr>TimesLTStd-Roman</vt:lpstr>
      <vt:lpstr>Wingdings</vt:lpstr>
      <vt:lpstr>Vicostone Template</vt:lpstr>
      <vt:lpstr>PowerPoint Presentation</vt:lpstr>
      <vt:lpstr>Faculty of Computer Science</vt:lpstr>
      <vt:lpstr>Learning Objectives</vt:lpstr>
      <vt:lpstr>Reading</vt:lpstr>
      <vt:lpstr>Formal Languages and Regular Expressions</vt:lpstr>
      <vt:lpstr>12.1 Formal Languages and Regular Expressions</vt:lpstr>
      <vt:lpstr>Formal Languages and Regular Expressions</vt:lpstr>
      <vt:lpstr>Example 12.1.1 - Examples of Formal Languages</vt:lpstr>
      <vt:lpstr>PowerPoint Presentation</vt:lpstr>
      <vt:lpstr>PowerPoint Presentation</vt:lpstr>
      <vt:lpstr>PowerPoint Presentation</vt:lpstr>
      <vt:lpstr>PowerPoint Presentation</vt:lpstr>
      <vt:lpstr>PowerPoint Presentation</vt:lpstr>
      <vt:lpstr>PowerPoint Presentation</vt:lpstr>
      <vt:lpstr>The Language Defined by a Regular Expression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Practical Uses of Regular Expressions (option)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Finite-State Automata</vt:lpstr>
      <vt:lpstr>PowerPoint Presentation</vt:lpstr>
      <vt:lpstr>PowerPoint Presentation</vt:lpstr>
      <vt:lpstr>Definition of a Finite-State Automaton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Language Accepted by an Automaton</vt:lpstr>
      <vt:lpstr>PowerPoint Presentation</vt:lpstr>
      <vt:lpstr>PowerPoint Presentation</vt:lpstr>
      <vt:lpstr>PowerPoint Presentation</vt:lpstr>
      <vt:lpstr>The Eventual-State Function</vt:lpstr>
      <vt:lpstr>PowerPoint Presentation</vt:lpstr>
      <vt:lpstr>PowerPoint Presentation</vt:lpstr>
      <vt:lpstr>PowerPoint Presentation</vt:lpstr>
      <vt:lpstr>PowerPoint Presentation</vt:lpstr>
      <vt:lpstr>Designing a Finite-State Automaton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13.1 Languages and Grammars</vt:lpstr>
      <vt:lpstr>13.1.1 Introduction</vt:lpstr>
      <vt:lpstr>13.1.2 Phrase-Structure Grammars</vt:lpstr>
      <vt:lpstr>PowerPoint Presentation</vt:lpstr>
      <vt:lpstr>PowerPoint Presentation</vt:lpstr>
      <vt:lpstr>PowerPoint Presentation</vt:lpstr>
      <vt:lpstr>PowerPoint Presentation</vt:lpstr>
      <vt:lpstr>PowerPoint Presentation</vt:lpstr>
      <vt:lpstr>PowerPoint Presentation</vt:lpstr>
      <vt:lpstr>13.1.3 Types of Phrase-Structure Grammars</vt:lpstr>
      <vt:lpstr>13.1.3 Types of Phrase-Structure Grammars</vt:lpstr>
      <vt:lpstr>PowerPoint Presentation</vt:lpstr>
      <vt:lpstr>PowerPoint Presentation</vt:lpstr>
      <vt:lpstr>PowerPoint Presentation</vt:lpstr>
      <vt:lpstr>PowerPoint Presentation</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Design, Implementation, and Management Ninth Edition</dc:title>
  <dc:creator>Duc Minh Vu</dc:creator>
  <cp:lastModifiedBy>Vu Duc Minh</cp:lastModifiedBy>
  <cp:revision>305</cp:revision>
  <cp:lastPrinted>2024-03-17T16:00:56Z</cp:lastPrinted>
  <dcterms:created xsi:type="dcterms:W3CDTF">2009-10-12T20:16:00Z</dcterms:created>
  <dcterms:modified xsi:type="dcterms:W3CDTF">2024-03-24T18:18:27Z</dcterms:modified>
</cp:coreProperties>
</file>