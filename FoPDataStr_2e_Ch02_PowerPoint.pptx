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30"/>
  </p:notesMasterIdLst>
  <p:handoutMasterIdLst>
    <p:handoutMasterId r:id="rId31"/>
  </p:handoutMasterIdLst>
  <p:sldIdLst>
    <p:sldId id="360" r:id="rId2"/>
    <p:sldId id="333" r:id="rId3"/>
    <p:sldId id="336" r:id="rId4"/>
    <p:sldId id="337" r:id="rId5"/>
    <p:sldId id="338" r:id="rId6"/>
    <p:sldId id="339" r:id="rId7"/>
    <p:sldId id="356" r:id="rId8"/>
    <p:sldId id="340" r:id="rId9"/>
    <p:sldId id="357" r:id="rId10"/>
    <p:sldId id="341" r:id="rId11"/>
    <p:sldId id="358" r:id="rId12"/>
    <p:sldId id="342" r:id="rId13"/>
    <p:sldId id="359" r:id="rId14"/>
    <p:sldId id="343" r:id="rId15"/>
    <p:sldId id="344" r:id="rId16"/>
    <p:sldId id="345" r:id="rId17"/>
    <p:sldId id="346" r:id="rId18"/>
    <p:sldId id="347" r:id="rId19"/>
    <p:sldId id="348" r:id="rId20"/>
    <p:sldId id="349" r:id="rId21"/>
    <p:sldId id="350" r:id="rId22"/>
    <p:sldId id="351" r:id="rId23"/>
    <p:sldId id="352" r:id="rId24"/>
    <p:sldId id="353" r:id="rId25"/>
    <p:sldId id="354" r:id="rId26"/>
    <p:sldId id="355" r:id="rId27"/>
    <p:sldId id="334" r:id="rId28"/>
    <p:sldId id="335" r:id="rId29"/>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 id="1" name="Rafael Ignacio Bonilla Armijos" initials="RIBA" lastIdx="2" clrIdx="1"/>
  <p:cmAuthor id="2" name="Stulga, Michele L" initials="SML" lastIdx="19" clrIdx="2"/>
  <p:cmAuthor id="3" name="S.A.Bennett" initials="SB" lastIdx="5" clrIdx="3"/>
  <p:cmAuthor id="4" name="Julie Tomsho" initials="JRT" lastIdx="5" clrIdx="4">
    <p:extLst>
      <p:ext uri="{19B8F6BF-5375-455C-9EA6-DF929625EA0E}">
        <p15:presenceInfo xmlns:p15="http://schemas.microsoft.com/office/powerpoint/2012/main" userId="Julie Tomsh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800"/>
    <a:srgbClr val="5B53FF"/>
    <a:srgbClr val="6666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30" autoAdjust="0"/>
    <p:restoredTop sz="96408" autoAdjust="0"/>
  </p:normalViewPr>
  <p:slideViewPr>
    <p:cSldViewPr>
      <p:cViewPr varScale="1">
        <p:scale>
          <a:sx n="83" d="100"/>
          <a:sy n="83" d="100"/>
        </p:scale>
        <p:origin x="1301" y="67"/>
      </p:cViewPr>
      <p:guideLst>
        <p:guide orient="horz" pos="2160"/>
        <p:guide pos="2880"/>
      </p:guideLst>
    </p:cSldViewPr>
  </p:slideViewPr>
  <p:outlineViewPr>
    <p:cViewPr>
      <p:scale>
        <a:sx n="33" d="100"/>
        <a:sy n="33" d="100"/>
      </p:scale>
      <p:origin x="0" y="-18540"/>
    </p:cViewPr>
  </p:outlineViewPr>
  <p:notesTextViewPr>
    <p:cViewPr>
      <p:scale>
        <a:sx n="100" d="100"/>
        <a:sy n="100" d="100"/>
      </p:scale>
      <p:origin x="0" y="0"/>
    </p:cViewPr>
  </p:notesTextViewPr>
  <p:sorterViewPr>
    <p:cViewPr>
      <p:scale>
        <a:sx n="66" d="100"/>
        <a:sy n="66" d="100"/>
      </p:scale>
      <p:origin x="0" y="-394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ne Freeman" userId="1199072752_tp_dropbox" providerId="OAuth2" clId="{B6E6C3A7-D0D3-8C4A-957D-BB229F42F3EF}"/>
    <pc:docChg chg="modSld">
      <pc:chgData name="Marianne Freeman" userId="1199072752_tp_dropbox" providerId="OAuth2" clId="{B6E6C3A7-D0D3-8C4A-957D-BB229F42F3EF}" dt="2018-09-25T01:13:35.977" v="9" actId="20577"/>
      <pc:docMkLst>
        <pc:docMk/>
      </pc:docMkLst>
      <pc:sldChg chg="modSp">
        <pc:chgData name="Marianne Freeman" userId="1199072752_tp_dropbox" providerId="OAuth2" clId="{B6E6C3A7-D0D3-8C4A-957D-BB229F42F3EF}" dt="2018-09-25T01:13:28.623" v="7" actId="20577"/>
        <pc:sldMkLst>
          <pc:docMk/>
          <pc:sldMk cId="2982502579" sldId="344"/>
        </pc:sldMkLst>
        <pc:spChg chg="mod">
          <ac:chgData name="Marianne Freeman" userId="1199072752_tp_dropbox" providerId="OAuth2" clId="{B6E6C3A7-D0D3-8C4A-957D-BB229F42F3EF}" dt="2018-09-25T01:13:28.623" v="7" actId="20577"/>
          <ac:spMkLst>
            <pc:docMk/>
            <pc:sldMk cId="2982502579" sldId="344"/>
            <ac:spMk id="3" creationId="{00000000-0000-0000-0000-000000000000}"/>
          </ac:spMkLst>
        </pc:spChg>
      </pc:sldChg>
      <pc:sldChg chg="modSp">
        <pc:chgData name="Marianne Freeman" userId="1199072752_tp_dropbox" providerId="OAuth2" clId="{B6E6C3A7-D0D3-8C4A-957D-BB229F42F3EF}" dt="2018-09-25T01:13:35.977" v="9" actId="20577"/>
        <pc:sldMkLst>
          <pc:docMk/>
          <pc:sldMk cId="4235976981" sldId="356"/>
        </pc:sldMkLst>
        <pc:spChg chg="mod">
          <ac:chgData name="Marianne Freeman" userId="1199072752_tp_dropbox" providerId="OAuth2" clId="{B6E6C3A7-D0D3-8C4A-957D-BB229F42F3EF}" dt="2018-09-25T01:13:35.977" v="9" actId="20577"/>
          <ac:spMkLst>
            <pc:docMk/>
            <pc:sldMk cId="4235976981" sldId="356"/>
            <ac:spMk id="3" creationId="{00000000-0000-0000-0000-000000000000}"/>
          </ac:spMkLst>
        </pc:spChg>
      </pc:sldChg>
      <pc:sldChg chg="modSp">
        <pc:chgData name="Marianne Freeman" userId="1199072752_tp_dropbox" providerId="OAuth2" clId="{B6E6C3A7-D0D3-8C4A-957D-BB229F42F3EF}" dt="2018-09-25T01:12:59.650" v="1" actId="20577"/>
        <pc:sldMkLst>
          <pc:docMk/>
          <pc:sldMk cId="664491863" sldId="357"/>
        </pc:sldMkLst>
        <pc:spChg chg="mod">
          <ac:chgData name="Marianne Freeman" userId="1199072752_tp_dropbox" providerId="OAuth2" clId="{B6E6C3A7-D0D3-8C4A-957D-BB229F42F3EF}" dt="2018-09-25T01:12:59.650" v="1" actId="20577"/>
          <ac:spMkLst>
            <pc:docMk/>
            <pc:sldMk cId="664491863" sldId="357"/>
            <ac:spMk id="3" creationId="{00000000-0000-0000-0000-000000000000}"/>
          </ac:spMkLst>
        </pc:spChg>
      </pc:sldChg>
      <pc:sldChg chg="modSp">
        <pc:chgData name="Marianne Freeman" userId="1199072752_tp_dropbox" providerId="OAuth2" clId="{B6E6C3A7-D0D3-8C4A-957D-BB229F42F3EF}" dt="2018-09-25T01:13:16.321" v="3" actId="20577"/>
        <pc:sldMkLst>
          <pc:docMk/>
          <pc:sldMk cId="1846765447" sldId="358"/>
        </pc:sldMkLst>
        <pc:spChg chg="mod">
          <ac:chgData name="Marianne Freeman" userId="1199072752_tp_dropbox" providerId="OAuth2" clId="{B6E6C3A7-D0D3-8C4A-957D-BB229F42F3EF}" dt="2018-09-25T01:13:16.321" v="3" actId="20577"/>
          <ac:spMkLst>
            <pc:docMk/>
            <pc:sldMk cId="1846765447" sldId="358"/>
            <ac:spMk id="3" creationId="{00000000-0000-0000-0000-000000000000}"/>
          </ac:spMkLst>
        </pc:spChg>
      </pc:sldChg>
      <pc:sldChg chg="modSp">
        <pc:chgData name="Marianne Freeman" userId="1199072752_tp_dropbox" providerId="OAuth2" clId="{B6E6C3A7-D0D3-8C4A-957D-BB229F42F3EF}" dt="2018-09-25T01:13:24.298" v="5" actId="20577"/>
        <pc:sldMkLst>
          <pc:docMk/>
          <pc:sldMk cId="2727260079" sldId="359"/>
        </pc:sldMkLst>
        <pc:spChg chg="mod">
          <ac:chgData name="Marianne Freeman" userId="1199072752_tp_dropbox" providerId="OAuth2" clId="{B6E6C3A7-D0D3-8C4A-957D-BB229F42F3EF}" dt="2018-09-25T01:13:24.298" v="5" actId="20577"/>
          <ac:spMkLst>
            <pc:docMk/>
            <pc:sldMk cId="2727260079" sldId="359"/>
            <ac:spMk id="3" creationId="{00000000-0000-0000-0000-000000000000}"/>
          </ac:spMkLst>
        </pc:spChg>
      </pc:sldChg>
    </pc:docChg>
  </pc:docChgLst>
  <pc:docChgLst>
    <pc:chgData name="Marianne Freeman" userId="1199072752_tp_dropbox" providerId="OAuth2" clId="{F5FA2F9B-21B4-0E40-ADEF-8DE7A96EE0A5}"/>
    <pc:docChg chg="undo custSel modSld">
      <pc:chgData name="Marianne Freeman" userId="1199072752_tp_dropbox" providerId="OAuth2" clId="{F5FA2F9B-21B4-0E40-ADEF-8DE7A96EE0A5}" dt="2018-09-24T02:18:29.508" v="136"/>
      <pc:docMkLst>
        <pc:docMk/>
      </pc:docMkLst>
      <pc:sldChg chg="addSp modSp">
        <pc:chgData name="Marianne Freeman" userId="1199072752_tp_dropbox" providerId="OAuth2" clId="{F5FA2F9B-21B4-0E40-ADEF-8DE7A96EE0A5}" dt="2018-09-23T22:30:39.097" v="1"/>
        <pc:sldMkLst>
          <pc:docMk/>
          <pc:sldMk cId="0" sldId="257"/>
        </pc:sldMkLst>
        <pc:spChg chg="mod">
          <ac:chgData name="Marianne Freeman" userId="1199072752_tp_dropbox" providerId="OAuth2" clId="{F5FA2F9B-21B4-0E40-ADEF-8DE7A96EE0A5}" dt="2018-09-23T22:30:30.921" v="0" actId="20577"/>
          <ac:spMkLst>
            <pc:docMk/>
            <pc:sldMk cId="0" sldId="257"/>
            <ac:spMk id="4" creationId="{2B7206C4-20D6-1E4B-A9BF-F06AB8FA9727}"/>
          </ac:spMkLst>
        </pc:spChg>
        <pc:inkChg chg="add">
          <ac:chgData name="Marianne Freeman" userId="1199072752_tp_dropbox" providerId="OAuth2" clId="{F5FA2F9B-21B4-0E40-ADEF-8DE7A96EE0A5}" dt="2018-09-23T22:30:39.097" v="1"/>
          <ac:inkMkLst>
            <pc:docMk/>
            <pc:sldMk cId="0" sldId="257"/>
            <ac:inkMk id="3" creationId="{9B9BFE05-4833-4D47-B614-429591599332}"/>
          </ac:inkMkLst>
        </pc:inkChg>
      </pc:sldChg>
      <pc:sldChg chg="addSp delSp modSp">
        <pc:chgData name="Marianne Freeman" userId="1199072752_tp_dropbox" providerId="OAuth2" clId="{F5FA2F9B-21B4-0E40-ADEF-8DE7A96EE0A5}" dt="2018-09-24T02:14:56.216" v="129"/>
        <pc:sldMkLst>
          <pc:docMk/>
          <pc:sldMk cId="1458425035" sldId="334"/>
        </pc:sldMkLst>
        <pc:spChg chg="mod">
          <ac:chgData name="Marianne Freeman" userId="1199072752_tp_dropbox" providerId="OAuth2" clId="{F5FA2F9B-21B4-0E40-ADEF-8DE7A96EE0A5}" dt="2018-09-24T02:14:50.190" v="127" actId="20577"/>
          <ac:spMkLst>
            <pc:docMk/>
            <pc:sldMk cId="1458425035" sldId="334"/>
            <ac:spMk id="3" creationId="{00000000-0000-0000-0000-000000000000}"/>
          </ac:spMkLst>
        </pc:spChg>
        <pc:inkChg chg="add del">
          <ac:chgData name="Marianne Freeman" userId="1199072752_tp_dropbox" providerId="OAuth2" clId="{F5FA2F9B-21B4-0E40-ADEF-8DE7A96EE0A5}" dt="2018-09-24T02:12:16.010" v="125"/>
          <ac:inkMkLst>
            <pc:docMk/>
            <pc:sldMk cId="1458425035" sldId="334"/>
            <ac:inkMk id="5" creationId="{7E03CE65-8AA5-0849-9DBB-238F99148B35}"/>
          </ac:inkMkLst>
        </pc:inkChg>
        <pc:inkChg chg="add del">
          <ac:chgData name="Marianne Freeman" userId="1199072752_tp_dropbox" providerId="OAuth2" clId="{F5FA2F9B-21B4-0E40-ADEF-8DE7A96EE0A5}" dt="2018-09-24T02:12:14.826" v="124"/>
          <ac:inkMkLst>
            <pc:docMk/>
            <pc:sldMk cId="1458425035" sldId="334"/>
            <ac:inkMk id="6" creationId="{6E5ACAE1-33E9-CA41-A9F3-555E167C92D0}"/>
          </ac:inkMkLst>
        </pc:inkChg>
        <pc:inkChg chg="add">
          <ac:chgData name="Marianne Freeman" userId="1199072752_tp_dropbox" providerId="OAuth2" clId="{F5FA2F9B-21B4-0E40-ADEF-8DE7A96EE0A5}" dt="2018-09-24T02:14:55.184" v="128"/>
          <ac:inkMkLst>
            <pc:docMk/>
            <pc:sldMk cId="1458425035" sldId="334"/>
            <ac:inkMk id="7" creationId="{0C997674-08D9-C749-9EF9-F969E7040633}"/>
          </ac:inkMkLst>
        </pc:inkChg>
        <pc:inkChg chg="add">
          <ac:chgData name="Marianne Freeman" userId="1199072752_tp_dropbox" providerId="OAuth2" clId="{F5FA2F9B-21B4-0E40-ADEF-8DE7A96EE0A5}" dt="2018-09-24T02:14:56.216" v="129"/>
          <ac:inkMkLst>
            <pc:docMk/>
            <pc:sldMk cId="1458425035" sldId="334"/>
            <ac:inkMk id="8" creationId="{08BE98C7-454A-644A-B05A-39D8A43B4E43}"/>
          </ac:inkMkLst>
        </pc:inkChg>
      </pc:sldChg>
      <pc:sldChg chg="addSp modSp">
        <pc:chgData name="Marianne Freeman" userId="1199072752_tp_dropbox" providerId="OAuth2" clId="{F5FA2F9B-21B4-0E40-ADEF-8DE7A96EE0A5}" dt="2018-09-24T02:18:29.508" v="136"/>
        <pc:sldMkLst>
          <pc:docMk/>
          <pc:sldMk cId="3458693513" sldId="335"/>
        </pc:sldMkLst>
        <pc:spChg chg="mod">
          <ac:chgData name="Marianne Freeman" userId="1199072752_tp_dropbox" providerId="OAuth2" clId="{F5FA2F9B-21B4-0E40-ADEF-8DE7A96EE0A5}" dt="2018-09-24T02:18:18.158" v="135" actId="2711"/>
          <ac:spMkLst>
            <pc:docMk/>
            <pc:sldMk cId="3458693513" sldId="335"/>
            <ac:spMk id="3" creationId="{00000000-0000-0000-0000-000000000000}"/>
          </ac:spMkLst>
        </pc:spChg>
        <pc:inkChg chg="add">
          <ac:chgData name="Marianne Freeman" userId="1199072752_tp_dropbox" providerId="OAuth2" clId="{F5FA2F9B-21B4-0E40-ADEF-8DE7A96EE0A5}" dt="2018-09-24T02:17:13.004" v="133"/>
          <ac:inkMkLst>
            <pc:docMk/>
            <pc:sldMk cId="3458693513" sldId="335"/>
            <ac:inkMk id="5" creationId="{2C46E962-EBB3-9E4F-B95A-B1155D308D9F}"/>
          </ac:inkMkLst>
        </pc:inkChg>
        <pc:inkChg chg="add">
          <ac:chgData name="Marianne Freeman" userId="1199072752_tp_dropbox" providerId="OAuth2" clId="{F5FA2F9B-21B4-0E40-ADEF-8DE7A96EE0A5}" dt="2018-09-24T02:17:34.848" v="134"/>
          <ac:inkMkLst>
            <pc:docMk/>
            <pc:sldMk cId="3458693513" sldId="335"/>
            <ac:inkMk id="6" creationId="{5B6927D9-8E28-B44E-844A-0714E7BB71CA}"/>
          </ac:inkMkLst>
        </pc:inkChg>
        <pc:inkChg chg="add">
          <ac:chgData name="Marianne Freeman" userId="1199072752_tp_dropbox" providerId="OAuth2" clId="{F5FA2F9B-21B4-0E40-ADEF-8DE7A96EE0A5}" dt="2018-09-24T02:18:29.508" v="136"/>
          <ac:inkMkLst>
            <pc:docMk/>
            <pc:sldMk cId="3458693513" sldId="335"/>
            <ac:inkMk id="7" creationId="{8085C947-2971-1243-98A9-BE9F2DC90476}"/>
          </ac:inkMkLst>
        </pc:inkChg>
      </pc:sldChg>
      <pc:sldChg chg="addSp delSp modSp">
        <pc:chgData name="Marianne Freeman" userId="1199072752_tp_dropbox" providerId="OAuth2" clId="{F5FA2F9B-21B4-0E40-ADEF-8DE7A96EE0A5}" dt="2018-09-24T01:57:49.140" v="36"/>
        <pc:sldMkLst>
          <pc:docMk/>
          <pc:sldMk cId="3542757772" sldId="337"/>
        </pc:sldMkLst>
        <pc:spChg chg="mod">
          <ac:chgData name="Marianne Freeman" userId="1199072752_tp_dropbox" providerId="OAuth2" clId="{F5FA2F9B-21B4-0E40-ADEF-8DE7A96EE0A5}" dt="2018-09-24T01:57:33.811" v="31" actId="1076"/>
          <ac:spMkLst>
            <pc:docMk/>
            <pc:sldMk cId="3542757772" sldId="337"/>
            <ac:spMk id="3" creationId="{00000000-0000-0000-0000-000000000000}"/>
          </ac:spMkLst>
        </pc:spChg>
        <pc:inkChg chg="add">
          <ac:chgData name="Marianne Freeman" userId="1199072752_tp_dropbox" providerId="OAuth2" clId="{F5FA2F9B-21B4-0E40-ADEF-8DE7A96EE0A5}" dt="2018-09-23T22:33:29.450" v="6"/>
          <ac:inkMkLst>
            <pc:docMk/>
            <pc:sldMk cId="3542757772" sldId="337"/>
            <ac:inkMk id="5" creationId="{DB197066-A300-3D4F-9CD8-18998F048A63}"/>
          </ac:inkMkLst>
        </pc:inkChg>
        <pc:inkChg chg="add">
          <ac:chgData name="Marianne Freeman" userId="1199072752_tp_dropbox" providerId="OAuth2" clId="{F5FA2F9B-21B4-0E40-ADEF-8DE7A96EE0A5}" dt="2018-09-24T01:57:42.333" v="32"/>
          <ac:inkMkLst>
            <pc:docMk/>
            <pc:sldMk cId="3542757772" sldId="337"/>
            <ac:inkMk id="6" creationId="{15936DF0-3974-2F4B-9ACD-A874C53EE3EC}"/>
          </ac:inkMkLst>
        </pc:inkChg>
        <pc:inkChg chg="add">
          <ac:chgData name="Marianne Freeman" userId="1199072752_tp_dropbox" providerId="OAuth2" clId="{F5FA2F9B-21B4-0E40-ADEF-8DE7A96EE0A5}" dt="2018-09-24T01:57:43.696" v="33"/>
          <ac:inkMkLst>
            <pc:docMk/>
            <pc:sldMk cId="3542757772" sldId="337"/>
            <ac:inkMk id="7" creationId="{794AACC9-D96C-F94D-B7B4-4C24DE1B7D6A}"/>
          </ac:inkMkLst>
        </pc:inkChg>
        <pc:inkChg chg="add del">
          <ac:chgData name="Marianne Freeman" userId="1199072752_tp_dropbox" providerId="OAuth2" clId="{F5FA2F9B-21B4-0E40-ADEF-8DE7A96EE0A5}" dt="2018-09-24T01:57:47.336" v="35"/>
          <ac:inkMkLst>
            <pc:docMk/>
            <pc:sldMk cId="3542757772" sldId="337"/>
            <ac:inkMk id="8" creationId="{2461F03E-1ABC-2C4D-A6E3-79646A46D239}"/>
          </ac:inkMkLst>
        </pc:inkChg>
        <pc:inkChg chg="add">
          <ac:chgData name="Marianne Freeman" userId="1199072752_tp_dropbox" providerId="OAuth2" clId="{F5FA2F9B-21B4-0E40-ADEF-8DE7A96EE0A5}" dt="2018-09-24T01:57:49.140" v="36"/>
          <ac:inkMkLst>
            <pc:docMk/>
            <pc:sldMk cId="3542757772" sldId="337"/>
            <ac:inkMk id="9" creationId="{E7972A79-B35F-F84D-8E90-466442816FE3}"/>
          </ac:inkMkLst>
        </pc:inkChg>
      </pc:sldChg>
      <pc:sldChg chg="addSp modSp">
        <pc:chgData name="Marianne Freeman" userId="1199072752_tp_dropbox" providerId="OAuth2" clId="{F5FA2F9B-21B4-0E40-ADEF-8DE7A96EE0A5}" dt="2018-09-24T01:58:35.445" v="50"/>
        <pc:sldMkLst>
          <pc:docMk/>
          <pc:sldMk cId="4237231101" sldId="338"/>
        </pc:sldMkLst>
        <pc:spChg chg="mod">
          <ac:chgData name="Marianne Freeman" userId="1199072752_tp_dropbox" providerId="OAuth2" clId="{F5FA2F9B-21B4-0E40-ADEF-8DE7A96EE0A5}" dt="2018-09-24T01:58:18.248" v="48" actId="20577"/>
          <ac:spMkLst>
            <pc:docMk/>
            <pc:sldMk cId="4237231101" sldId="338"/>
            <ac:spMk id="3" creationId="{00000000-0000-0000-0000-000000000000}"/>
          </ac:spMkLst>
        </pc:spChg>
        <pc:inkChg chg="add">
          <ac:chgData name="Marianne Freeman" userId="1199072752_tp_dropbox" providerId="OAuth2" clId="{F5FA2F9B-21B4-0E40-ADEF-8DE7A96EE0A5}" dt="2018-09-24T01:58:01.046" v="37"/>
          <ac:inkMkLst>
            <pc:docMk/>
            <pc:sldMk cId="4237231101" sldId="338"/>
            <ac:inkMk id="5" creationId="{13B8E9A2-7CCF-4A49-9AC8-11F681865EED}"/>
          </ac:inkMkLst>
        </pc:inkChg>
        <pc:inkChg chg="add">
          <ac:chgData name="Marianne Freeman" userId="1199072752_tp_dropbox" providerId="OAuth2" clId="{F5FA2F9B-21B4-0E40-ADEF-8DE7A96EE0A5}" dt="2018-09-24T01:58:33.371" v="49"/>
          <ac:inkMkLst>
            <pc:docMk/>
            <pc:sldMk cId="4237231101" sldId="338"/>
            <ac:inkMk id="6" creationId="{CCDC0DAD-5F7C-B843-89A1-12776FA5C4DE}"/>
          </ac:inkMkLst>
        </pc:inkChg>
        <pc:inkChg chg="add">
          <ac:chgData name="Marianne Freeman" userId="1199072752_tp_dropbox" providerId="OAuth2" clId="{F5FA2F9B-21B4-0E40-ADEF-8DE7A96EE0A5}" dt="2018-09-24T01:58:35.445" v="50"/>
          <ac:inkMkLst>
            <pc:docMk/>
            <pc:sldMk cId="4237231101" sldId="338"/>
            <ac:inkMk id="7" creationId="{15C3617A-4D79-714F-8791-D4AB141A32D5}"/>
          </ac:inkMkLst>
        </pc:inkChg>
      </pc:sldChg>
      <pc:sldChg chg="addSp modSp">
        <pc:chgData name="Marianne Freeman" userId="1199072752_tp_dropbox" providerId="OAuth2" clId="{F5FA2F9B-21B4-0E40-ADEF-8DE7A96EE0A5}" dt="2018-09-24T01:58:49.449" v="52" actId="20577"/>
        <pc:sldMkLst>
          <pc:docMk/>
          <pc:sldMk cId="245991061" sldId="339"/>
        </pc:sldMkLst>
        <pc:spChg chg="mod">
          <ac:chgData name="Marianne Freeman" userId="1199072752_tp_dropbox" providerId="OAuth2" clId="{F5FA2F9B-21B4-0E40-ADEF-8DE7A96EE0A5}" dt="2018-09-24T01:58:49.449" v="52" actId="20577"/>
          <ac:spMkLst>
            <pc:docMk/>
            <pc:sldMk cId="245991061" sldId="339"/>
            <ac:spMk id="3" creationId="{00000000-0000-0000-0000-000000000000}"/>
          </ac:spMkLst>
        </pc:spChg>
        <pc:inkChg chg="add">
          <ac:chgData name="Marianne Freeman" userId="1199072752_tp_dropbox" providerId="OAuth2" clId="{F5FA2F9B-21B4-0E40-ADEF-8DE7A96EE0A5}" dt="2018-09-24T01:58:44.520" v="51"/>
          <ac:inkMkLst>
            <pc:docMk/>
            <pc:sldMk cId="245991061" sldId="339"/>
            <ac:inkMk id="5" creationId="{E1FED169-D955-8344-815D-91CE8EDF4C00}"/>
          </ac:inkMkLst>
        </pc:inkChg>
      </pc:sldChg>
      <pc:sldChg chg="addSp modSp">
        <pc:chgData name="Marianne Freeman" userId="1199072752_tp_dropbox" providerId="OAuth2" clId="{F5FA2F9B-21B4-0E40-ADEF-8DE7A96EE0A5}" dt="2018-09-24T01:59:17.693" v="54"/>
        <pc:sldMkLst>
          <pc:docMk/>
          <pc:sldMk cId="2977552743" sldId="340"/>
        </pc:sldMkLst>
        <pc:spChg chg="mod">
          <ac:chgData name="Marianne Freeman" userId="1199072752_tp_dropbox" providerId="OAuth2" clId="{F5FA2F9B-21B4-0E40-ADEF-8DE7A96EE0A5}" dt="2018-09-24T01:59:03.539" v="53" actId="20577"/>
          <ac:spMkLst>
            <pc:docMk/>
            <pc:sldMk cId="2977552743" sldId="340"/>
            <ac:spMk id="3" creationId="{00000000-0000-0000-0000-000000000000}"/>
          </ac:spMkLst>
        </pc:spChg>
        <pc:inkChg chg="add">
          <ac:chgData name="Marianne Freeman" userId="1199072752_tp_dropbox" providerId="OAuth2" clId="{F5FA2F9B-21B4-0E40-ADEF-8DE7A96EE0A5}" dt="2018-09-24T01:59:17.693" v="54"/>
          <ac:inkMkLst>
            <pc:docMk/>
            <pc:sldMk cId="2977552743" sldId="340"/>
            <ac:inkMk id="5" creationId="{C9128256-BA36-5D4B-8B05-52F99B68A88B}"/>
          </ac:inkMkLst>
        </pc:inkChg>
      </pc:sldChg>
      <pc:sldChg chg="addSp modSp">
        <pc:chgData name="Marianne Freeman" userId="1199072752_tp_dropbox" providerId="OAuth2" clId="{F5FA2F9B-21B4-0E40-ADEF-8DE7A96EE0A5}" dt="2018-09-24T01:59:59.418" v="59" actId="20577"/>
        <pc:sldMkLst>
          <pc:docMk/>
          <pc:sldMk cId="3766787989" sldId="342"/>
        </pc:sldMkLst>
        <pc:spChg chg="mod">
          <ac:chgData name="Marianne Freeman" userId="1199072752_tp_dropbox" providerId="OAuth2" clId="{F5FA2F9B-21B4-0E40-ADEF-8DE7A96EE0A5}" dt="2018-09-24T01:59:59.418" v="59" actId="20577"/>
          <ac:spMkLst>
            <pc:docMk/>
            <pc:sldMk cId="3766787989" sldId="342"/>
            <ac:spMk id="3" creationId="{00000000-0000-0000-0000-000000000000}"/>
          </ac:spMkLst>
        </pc:spChg>
        <pc:inkChg chg="add">
          <ac:chgData name="Marianne Freeman" userId="1199072752_tp_dropbox" providerId="OAuth2" clId="{F5FA2F9B-21B4-0E40-ADEF-8DE7A96EE0A5}" dt="2018-09-24T01:59:37.891" v="55"/>
          <ac:inkMkLst>
            <pc:docMk/>
            <pc:sldMk cId="3766787989" sldId="342"/>
            <ac:inkMk id="5" creationId="{C8B9BA65-ECE3-894D-A5F7-69A7BDC8DC21}"/>
          </ac:inkMkLst>
        </pc:inkChg>
      </pc:sldChg>
      <pc:sldChg chg="addSp modSp">
        <pc:chgData name="Marianne Freeman" userId="1199072752_tp_dropbox" providerId="OAuth2" clId="{F5FA2F9B-21B4-0E40-ADEF-8DE7A96EE0A5}" dt="2018-09-24T02:00:23.198" v="63"/>
        <pc:sldMkLst>
          <pc:docMk/>
          <pc:sldMk cId="3840462141" sldId="343"/>
        </pc:sldMkLst>
        <pc:spChg chg="mod">
          <ac:chgData name="Marianne Freeman" userId="1199072752_tp_dropbox" providerId="OAuth2" clId="{F5FA2F9B-21B4-0E40-ADEF-8DE7A96EE0A5}" dt="2018-09-24T02:00:16.042" v="61" actId="20577"/>
          <ac:spMkLst>
            <pc:docMk/>
            <pc:sldMk cId="3840462141" sldId="343"/>
            <ac:spMk id="3" creationId="{00000000-0000-0000-0000-000000000000}"/>
          </ac:spMkLst>
        </pc:spChg>
        <pc:inkChg chg="add">
          <ac:chgData name="Marianne Freeman" userId="1199072752_tp_dropbox" providerId="OAuth2" clId="{F5FA2F9B-21B4-0E40-ADEF-8DE7A96EE0A5}" dt="2018-09-24T02:00:21.493" v="62"/>
          <ac:inkMkLst>
            <pc:docMk/>
            <pc:sldMk cId="3840462141" sldId="343"/>
            <ac:inkMk id="5" creationId="{5A67168C-6956-CD48-8591-FDAA43BA874A}"/>
          </ac:inkMkLst>
        </pc:inkChg>
        <pc:inkChg chg="add">
          <ac:chgData name="Marianne Freeman" userId="1199072752_tp_dropbox" providerId="OAuth2" clId="{F5FA2F9B-21B4-0E40-ADEF-8DE7A96EE0A5}" dt="2018-09-24T02:00:23.198" v="63"/>
          <ac:inkMkLst>
            <pc:docMk/>
            <pc:sldMk cId="3840462141" sldId="343"/>
            <ac:inkMk id="6" creationId="{342C10E8-C096-6045-8C77-E6CD7D59AE39}"/>
          </ac:inkMkLst>
        </pc:inkChg>
      </pc:sldChg>
      <pc:sldChg chg="modSp">
        <pc:chgData name="Marianne Freeman" userId="1199072752_tp_dropbox" providerId="OAuth2" clId="{F5FA2F9B-21B4-0E40-ADEF-8DE7A96EE0A5}" dt="2018-09-24T01:23:26.122" v="8" actId="20577"/>
        <pc:sldMkLst>
          <pc:docMk/>
          <pc:sldMk cId="848532354" sldId="346"/>
        </pc:sldMkLst>
        <pc:graphicFrameChg chg="modGraphic">
          <ac:chgData name="Marianne Freeman" userId="1199072752_tp_dropbox" providerId="OAuth2" clId="{F5FA2F9B-21B4-0E40-ADEF-8DE7A96EE0A5}" dt="2018-09-24T01:23:26.122" v="8" actId="20577"/>
          <ac:graphicFrameMkLst>
            <pc:docMk/>
            <pc:sldMk cId="848532354" sldId="346"/>
            <ac:graphicFrameMk id="5" creationId="{00000000-0000-0000-0000-000000000000}"/>
          </ac:graphicFrameMkLst>
        </pc:graphicFrameChg>
      </pc:sldChg>
      <pc:sldChg chg="addSp delSp modSp">
        <pc:chgData name="Marianne Freeman" userId="1199072752_tp_dropbox" providerId="OAuth2" clId="{F5FA2F9B-21B4-0E40-ADEF-8DE7A96EE0A5}" dt="2018-09-24T02:01:08.505" v="69"/>
        <pc:sldMkLst>
          <pc:docMk/>
          <pc:sldMk cId="2643281678" sldId="347"/>
        </pc:sldMkLst>
        <pc:spChg chg="mod">
          <ac:chgData name="Marianne Freeman" userId="1199072752_tp_dropbox" providerId="OAuth2" clId="{F5FA2F9B-21B4-0E40-ADEF-8DE7A96EE0A5}" dt="2018-09-24T02:00:59.453" v="68" actId="20577"/>
          <ac:spMkLst>
            <pc:docMk/>
            <pc:sldMk cId="2643281678" sldId="347"/>
            <ac:spMk id="3" creationId="{00000000-0000-0000-0000-000000000000}"/>
          </ac:spMkLst>
        </pc:spChg>
        <pc:inkChg chg="add del">
          <ac:chgData name="Marianne Freeman" userId="1199072752_tp_dropbox" providerId="OAuth2" clId="{F5FA2F9B-21B4-0E40-ADEF-8DE7A96EE0A5}" dt="2018-09-24T02:00:53.212" v="67"/>
          <ac:inkMkLst>
            <pc:docMk/>
            <pc:sldMk cId="2643281678" sldId="347"/>
            <ac:inkMk id="5" creationId="{AD4D5C15-6202-074A-9945-40B9024A9B14}"/>
          </ac:inkMkLst>
        </pc:inkChg>
        <pc:inkChg chg="add del">
          <ac:chgData name="Marianne Freeman" userId="1199072752_tp_dropbox" providerId="OAuth2" clId="{F5FA2F9B-21B4-0E40-ADEF-8DE7A96EE0A5}" dt="2018-09-24T02:00:50.476" v="66"/>
          <ac:inkMkLst>
            <pc:docMk/>
            <pc:sldMk cId="2643281678" sldId="347"/>
            <ac:inkMk id="6" creationId="{3A39FFA5-EAAA-DE41-B580-850F2896680D}"/>
          </ac:inkMkLst>
        </pc:inkChg>
        <pc:inkChg chg="add">
          <ac:chgData name="Marianne Freeman" userId="1199072752_tp_dropbox" providerId="OAuth2" clId="{F5FA2F9B-21B4-0E40-ADEF-8DE7A96EE0A5}" dt="2018-09-24T02:01:08.505" v="69"/>
          <ac:inkMkLst>
            <pc:docMk/>
            <pc:sldMk cId="2643281678" sldId="347"/>
            <ac:inkMk id="7" creationId="{27B4BB89-A132-C34E-B080-1DBA9FB6BF10}"/>
          </ac:inkMkLst>
        </pc:inkChg>
      </pc:sldChg>
      <pc:sldChg chg="addSp modSp">
        <pc:chgData name="Marianne Freeman" userId="1199072752_tp_dropbox" providerId="OAuth2" clId="{F5FA2F9B-21B4-0E40-ADEF-8DE7A96EE0A5}" dt="2018-09-24T02:02:10.224" v="73"/>
        <pc:sldMkLst>
          <pc:docMk/>
          <pc:sldMk cId="478486677" sldId="348"/>
        </pc:sldMkLst>
        <pc:spChg chg="mod">
          <ac:chgData name="Marianne Freeman" userId="1199072752_tp_dropbox" providerId="OAuth2" clId="{F5FA2F9B-21B4-0E40-ADEF-8DE7A96EE0A5}" dt="2018-09-24T02:01:59.808" v="71" actId="20577"/>
          <ac:spMkLst>
            <pc:docMk/>
            <pc:sldMk cId="478486677" sldId="348"/>
            <ac:spMk id="3" creationId="{00000000-0000-0000-0000-000000000000}"/>
          </ac:spMkLst>
        </pc:spChg>
        <pc:inkChg chg="add">
          <ac:chgData name="Marianne Freeman" userId="1199072752_tp_dropbox" providerId="OAuth2" clId="{F5FA2F9B-21B4-0E40-ADEF-8DE7A96EE0A5}" dt="2018-09-24T02:02:08.809" v="72"/>
          <ac:inkMkLst>
            <pc:docMk/>
            <pc:sldMk cId="478486677" sldId="348"/>
            <ac:inkMk id="5" creationId="{492A481B-4AC4-3542-ADEB-A131B34EEFAB}"/>
          </ac:inkMkLst>
        </pc:inkChg>
        <pc:inkChg chg="add">
          <ac:chgData name="Marianne Freeman" userId="1199072752_tp_dropbox" providerId="OAuth2" clId="{F5FA2F9B-21B4-0E40-ADEF-8DE7A96EE0A5}" dt="2018-09-24T02:02:10.224" v="73"/>
          <ac:inkMkLst>
            <pc:docMk/>
            <pc:sldMk cId="478486677" sldId="348"/>
            <ac:inkMk id="6" creationId="{EA503CD7-9861-EF44-8A42-5D5FFEED57C8}"/>
          </ac:inkMkLst>
        </pc:inkChg>
      </pc:sldChg>
      <pc:sldChg chg="addSp modSp">
        <pc:chgData name="Marianne Freeman" userId="1199072752_tp_dropbox" providerId="OAuth2" clId="{F5FA2F9B-21B4-0E40-ADEF-8DE7A96EE0A5}" dt="2018-09-24T02:02:56.417" v="77"/>
        <pc:sldMkLst>
          <pc:docMk/>
          <pc:sldMk cId="2437872226" sldId="349"/>
        </pc:sldMkLst>
        <pc:spChg chg="mod">
          <ac:chgData name="Marianne Freeman" userId="1199072752_tp_dropbox" providerId="OAuth2" clId="{F5FA2F9B-21B4-0E40-ADEF-8DE7A96EE0A5}" dt="2018-09-24T02:02:42.182" v="75" actId="20577"/>
          <ac:spMkLst>
            <pc:docMk/>
            <pc:sldMk cId="2437872226" sldId="349"/>
            <ac:spMk id="3" creationId="{00000000-0000-0000-0000-000000000000}"/>
          </ac:spMkLst>
        </pc:spChg>
        <pc:inkChg chg="add">
          <ac:chgData name="Marianne Freeman" userId="1199072752_tp_dropbox" providerId="OAuth2" clId="{F5FA2F9B-21B4-0E40-ADEF-8DE7A96EE0A5}" dt="2018-09-24T02:02:54.471" v="76"/>
          <ac:inkMkLst>
            <pc:docMk/>
            <pc:sldMk cId="2437872226" sldId="349"/>
            <ac:inkMk id="5" creationId="{55BD2EBC-04E9-244E-8169-F1C0B75B1C7C}"/>
          </ac:inkMkLst>
        </pc:inkChg>
        <pc:inkChg chg="add">
          <ac:chgData name="Marianne Freeman" userId="1199072752_tp_dropbox" providerId="OAuth2" clId="{F5FA2F9B-21B4-0E40-ADEF-8DE7A96EE0A5}" dt="2018-09-24T02:02:56.417" v="77"/>
          <ac:inkMkLst>
            <pc:docMk/>
            <pc:sldMk cId="2437872226" sldId="349"/>
            <ac:inkMk id="6" creationId="{F35197E7-2281-D64D-AD71-1192105DD045}"/>
          </ac:inkMkLst>
        </pc:inkChg>
      </pc:sldChg>
      <pc:sldChg chg="addSp delSp modSp">
        <pc:chgData name="Marianne Freeman" userId="1199072752_tp_dropbox" providerId="OAuth2" clId="{F5FA2F9B-21B4-0E40-ADEF-8DE7A96EE0A5}" dt="2018-09-24T02:04:50.285" v="85"/>
        <pc:sldMkLst>
          <pc:docMk/>
          <pc:sldMk cId="2780540386" sldId="351"/>
        </pc:sldMkLst>
        <pc:spChg chg="mod">
          <ac:chgData name="Marianne Freeman" userId="1199072752_tp_dropbox" providerId="OAuth2" clId="{F5FA2F9B-21B4-0E40-ADEF-8DE7A96EE0A5}" dt="2018-09-24T02:04:26.726" v="83" actId="20577"/>
          <ac:spMkLst>
            <pc:docMk/>
            <pc:sldMk cId="2780540386" sldId="351"/>
            <ac:spMk id="3" creationId="{00000000-0000-0000-0000-000000000000}"/>
          </ac:spMkLst>
        </pc:spChg>
        <pc:inkChg chg="add del">
          <ac:chgData name="Marianne Freeman" userId="1199072752_tp_dropbox" providerId="OAuth2" clId="{F5FA2F9B-21B4-0E40-ADEF-8DE7A96EE0A5}" dt="2018-09-24T02:04:16.887" v="81"/>
          <ac:inkMkLst>
            <pc:docMk/>
            <pc:sldMk cId="2780540386" sldId="351"/>
            <ac:inkMk id="5" creationId="{F01C630F-849E-3846-B180-BC767CDC5459}"/>
          </ac:inkMkLst>
        </pc:inkChg>
        <pc:inkChg chg="add del">
          <ac:chgData name="Marianne Freeman" userId="1199072752_tp_dropbox" providerId="OAuth2" clId="{F5FA2F9B-21B4-0E40-ADEF-8DE7A96EE0A5}" dt="2018-09-24T02:04:15.139" v="80"/>
          <ac:inkMkLst>
            <pc:docMk/>
            <pc:sldMk cId="2780540386" sldId="351"/>
            <ac:inkMk id="6" creationId="{3BEC94A9-D1FD-0D4F-B630-EA13422907BB}"/>
          </ac:inkMkLst>
        </pc:inkChg>
        <pc:inkChg chg="add">
          <ac:chgData name="Marianne Freeman" userId="1199072752_tp_dropbox" providerId="OAuth2" clId="{F5FA2F9B-21B4-0E40-ADEF-8DE7A96EE0A5}" dt="2018-09-24T02:04:49.029" v="84"/>
          <ac:inkMkLst>
            <pc:docMk/>
            <pc:sldMk cId="2780540386" sldId="351"/>
            <ac:inkMk id="7" creationId="{81D5FBF1-C2C5-0C4C-B0F6-F3E81423A648}"/>
          </ac:inkMkLst>
        </pc:inkChg>
        <pc:inkChg chg="add">
          <ac:chgData name="Marianne Freeman" userId="1199072752_tp_dropbox" providerId="OAuth2" clId="{F5FA2F9B-21B4-0E40-ADEF-8DE7A96EE0A5}" dt="2018-09-24T02:04:50.285" v="85"/>
          <ac:inkMkLst>
            <pc:docMk/>
            <pc:sldMk cId="2780540386" sldId="351"/>
            <ac:inkMk id="8" creationId="{88FC147B-0C18-6549-85E1-B1E54979B05B}"/>
          </ac:inkMkLst>
        </pc:inkChg>
      </pc:sldChg>
      <pc:sldChg chg="addSp delSp modSp">
        <pc:chgData name="Marianne Freeman" userId="1199072752_tp_dropbox" providerId="OAuth2" clId="{F5FA2F9B-21B4-0E40-ADEF-8DE7A96EE0A5}" dt="2018-09-24T02:06:49.237" v="109"/>
        <pc:sldMkLst>
          <pc:docMk/>
          <pc:sldMk cId="4110532649" sldId="352"/>
        </pc:sldMkLst>
        <pc:spChg chg="mod">
          <ac:chgData name="Marianne Freeman" userId="1199072752_tp_dropbox" providerId="OAuth2" clId="{F5FA2F9B-21B4-0E40-ADEF-8DE7A96EE0A5}" dt="2018-09-24T02:06:33.475" v="104" actId="20577"/>
          <ac:spMkLst>
            <pc:docMk/>
            <pc:sldMk cId="4110532649" sldId="352"/>
            <ac:spMk id="3" creationId="{00000000-0000-0000-0000-000000000000}"/>
          </ac:spMkLst>
        </pc:spChg>
        <pc:inkChg chg="add del">
          <ac:chgData name="Marianne Freeman" userId="1199072752_tp_dropbox" providerId="OAuth2" clId="{F5FA2F9B-21B4-0E40-ADEF-8DE7A96EE0A5}" dt="2018-09-24T02:05:16.039" v="89"/>
          <ac:inkMkLst>
            <pc:docMk/>
            <pc:sldMk cId="4110532649" sldId="352"/>
            <ac:inkMk id="5" creationId="{C71AD731-ED48-CA42-AE36-5673134EE4A8}"/>
          </ac:inkMkLst>
        </pc:inkChg>
        <pc:inkChg chg="add del">
          <ac:chgData name="Marianne Freeman" userId="1199072752_tp_dropbox" providerId="OAuth2" clId="{F5FA2F9B-21B4-0E40-ADEF-8DE7A96EE0A5}" dt="2018-09-24T02:05:14.283" v="88"/>
          <ac:inkMkLst>
            <pc:docMk/>
            <pc:sldMk cId="4110532649" sldId="352"/>
            <ac:inkMk id="6" creationId="{198183E6-78FB-194C-8D74-B5CC1E67F3E4}"/>
          </ac:inkMkLst>
        </pc:inkChg>
        <pc:inkChg chg="add">
          <ac:chgData name="Marianne Freeman" userId="1199072752_tp_dropbox" providerId="OAuth2" clId="{F5FA2F9B-21B4-0E40-ADEF-8DE7A96EE0A5}" dt="2018-09-24T02:06:41.577" v="105"/>
          <ac:inkMkLst>
            <pc:docMk/>
            <pc:sldMk cId="4110532649" sldId="352"/>
            <ac:inkMk id="7" creationId="{A9BE2D5C-80DF-124B-8B0B-F812EB3F595A}"/>
          </ac:inkMkLst>
        </pc:inkChg>
        <pc:inkChg chg="add">
          <ac:chgData name="Marianne Freeman" userId="1199072752_tp_dropbox" providerId="OAuth2" clId="{F5FA2F9B-21B4-0E40-ADEF-8DE7A96EE0A5}" dt="2018-09-24T02:06:43.737" v="106"/>
          <ac:inkMkLst>
            <pc:docMk/>
            <pc:sldMk cId="4110532649" sldId="352"/>
            <ac:inkMk id="8" creationId="{125D4B4D-E3D6-F544-9BA5-9040F0065D52}"/>
          </ac:inkMkLst>
        </pc:inkChg>
        <pc:inkChg chg="add">
          <ac:chgData name="Marianne Freeman" userId="1199072752_tp_dropbox" providerId="OAuth2" clId="{F5FA2F9B-21B4-0E40-ADEF-8DE7A96EE0A5}" dt="2018-09-24T02:06:45.398" v="107"/>
          <ac:inkMkLst>
            <pc:docMk/>
            <pc:sldMk cId="4110532649" sldId="352"/>
            <ac:inkMk id="9" creationId="{7DC9415D-4384-C946-B413-CF61B9355CE8}"/>
          </ac:inkMkLst>
        </pc:inkChg>
        <pc:inkChg chg="add">
          <ac:chgData name="Marianne Freeman" userId="1199072752_tp_dropbox" providerId="OAuth2" clId="{F5FA2F9B-21B4-0E40-ADEF-8DE7A96EE0A5}" dt="2018-09-24T02:06:47.679" v="108"/>
          <ac:inkMkLst>
            <pc:docMk/>
            <pc:sldMk cId="4110532649" sldId="352"/>
            <ac:inkMk id="10" creationId="{5EF449AD-5D34-6C4A-8F85-BFE9BF083675}"/>
          </ac:inkMkLst>
        </pc:inkChg>
        <pc:inkChg chg="add">
          <ac:chgData name="Marianne Freeman" userId="1199072752_tp_dropbox" providerId="OAuth2" clId="{F5FA2F9B-21B4-0E40-ADEF-8DE7A96EE0A5}" dt="2018-09-24T02:06:49.237" v="109"/>
          <ac:inkMkLst>
            <pc:docMk/>
            <pc:sldMk cId="4110532649" sldId="352"/>
            <ac:inkMk id="11" creationId="{990CE427-42B1-E041-BB87-6BCCAD734B10}"/>
          </ac:inkMkLst>
        </pc:inkChg>
      </pc:sldChg>
      <pc:sldChg chg="addSp delSp modSp">
        <pc:chgData name="Marianne Freeman" userId="1199072752_tp_dropbox" providerId="OAuth2" clId="{F5FA2F9B-21B4-0E40-ADEF-8DE7A96EE0A5}" dt="2018-09-24T02:08:04.272" v="115" actId="20577"/>
        <pc:sldMkLst>
          <pc:docMk/>
          <pc:sldMk cId="1929560546" sldId="353"/>
        </pc:sldMkLst>
        <pc:spChg chg="mod">
          <ac:chgData name="Marianne Freeman" userId="1199072752_tp_dropbox" providerId="OAuth2" clId="{F5FA2F9B-21B4-0E40-ADEF-8DE7A96EE0A5}" dt="2018-09-24T02:08:04.272" v="115" actId="20577"/>
          <ac:spMkLst>
            <pc:docMk/>
            <pc:sldMk cId="1929560546" sldId="353"/>
            <ac:spMk id="3" creationId="{00000000-0000-0000-0000-000000000000}"/>
          </ac:spMkLst>
        </pc:spChg>
        <pc:inkChg chg="add del">
          <ac:chgData name="Marianne Freeman" userId="1199072752_tp_dropbox" providerId="OAuth2" clId="{F5FA2F9B-21B4-0E40-ADEF-8DE7A96EE0A5}" dt="2018-09-24T02:07:26.227" v="111"/>
          <ac:inkMkLst>
            <pc:docMk/>
            <pc:sldMk cId="1929560546" sldId="353"/>
            <ac:inkMk id="5" creationId="{CBA5FCEC-A0DD-BF44-860A-4F3CBC97934D}"/>
          </ac:inkMkLst>
        </pc:inkChg>
        <pc:inkChg chg="add">
          <ac:chgData name="Marianne Freeman" userId="1199072752_tp_dropbox" providerId="OAuth2" clId="{F5FA2F9B-21B4-0E40-ADEF-8DE7A96EE0A5}" dt="2018-09-24T02:07:37.277" v="113"/>
          <ac:inkMkLst>
            <pc:docMk/>
            <pc:sldMk cId="1929560546" sldId="353"/>
            <ac:inkMk id="6" creationId="{05AFEA22-2CF7-F04B-AF47-D92147E2D428}"/>
          </ac:inkMkLst>
        </pc:inkChg>
        <pc:inkChg chg="add">
          <ac:chgData name="Marianne Freeman" userId="1199072752_tp_dropbox" providerId="OAuth2" clId="{F5FA2F9B-21B4-0E40-ADEF-8DE7A96EE0A5}" dt="2018-09-24T02:07:59.157" v="114"/>
          <ac:inkMkLst>
            <pc:docMk/>
            <pc:sldMk cId="1929560546" sldId="353"/>
            <ac:inkMk id="7" creationId="{99F75689-900E-724F-ADF2-78BAADA46113}"/>
          </ac:inkMkLst>
        </pc:inkChg>
      </pc:sldChg>
      <pc:sldChg chg="addSp modSp">
        <pc:chgData name="Marianne Freeman" userId="1199072752_tp_dropbox" providerId="OAuth2" clId="{F5FA2F9B-21B4-0E40-ADEF-8DE7A96EE0A5}" dt="2018-09-24T02:10:57.315" v="119"/>
        <pc:sldMkLst>
          <pc:docMk/>
          <pc:sldMk cId="815961036" sldId="354"/>
        </pc:sldMkLst>
        <pc:spChg chg="mod">
          <ac:chgData name="Marianne Freeman" userId="1199072752_tp_dropbox" providerId="OAuth2" clId="{F5FA2F9B-21B4-0E40-ADEF-8DE7A96EE0A5}" dt="2018-09-24T02:10:44.895" v="117" actId="20577"/>
          <ac:spMkLst>
            <pc:docMk/>
            <pc:sldMk cId="815961036" sldId="354"/>
            <ac:spMk id="3" creationId="{00000000-0000-0000-0000-000000000000}"/>
          </ac:spMkLst>
        </pc:spChg>
        <pc:inkChg chg="add">
          <ac:chgData name="Marianne Freeman" userId="1199072752_tp_dropbox" providerId="OAuth2" clId="{F5FA2F9B-21B4-0E40-ADEF-8DE7A96EE0A5}" dt="2018-09-24T02:10:56.078" v="118"/>
          <ac:inkMkLst>
            <pc:docMk/>
            <pc:sldMk cId="815961036" sldId="354"/>
            <ac:inkMk id="5" creationId="{11EBBF04-50DA-FD4B-B63E-A5526E0EE500}"/>
          </ac:inkMkLst>
        </pc:inkChg>
        <pc:inkChg chg="add">
          <ac:chgData name="Marianne Freeman" userId="1199072752_tp_dropbox" providerId="OAuth2" clId="{F5FA2F9B-21B4-0E40-ADEF-8DE7A96EE0A5}" dt="2018-09-24T02:10:57.315" v="119"/>
          <ac:inkMkLst>
            <pc:docMk/>
            <pc:sldMk cId="815961036" sldId="354"/>
            <ac:inkMk id="6" creationId="{F53F6642-B4DD-B648-B7EC-2A41296973DC}"/>
          </ac:inkMkLst>
        </pc:inkChg>
      </pc:sldChg>
      <pc:sldChg chg="addSp modSp">
        <pc:chgData name="Marianne Freeman" userId="1199072752_tp_dropbox" providerId="OAuth2" clId="{F5FA2F9B-21B4-0E40-ADEF-8DE7A96EE0A5}" dt="2018-09-24T02:11:31.289" v="121"/>
        <pc:sldMkLst>
          <pc:docMk/>
          <pc:sldMk cId="2349229873" sldId="355"/>
        </pc:sldMkLst>
        <pc:spChg chg="mod">
          <ac:chgData name="Marianne Freeman" userId="1199072752_tp_dropbox" providerId="OAuth2" clId="{F5FA2F9B-21B4-0E40-ADEF-8DE7A96EE0A5}" dt="2018-09-24T02:11:10.006" v="120" actId="20577"/>
          <ac:spMkLst>
            <pc:docMk/>
            <pc:sldMk cId="2349229873" sldId="355"/>
            <ac:spMk id="3" creationId="{00000000-0000-0000-0000-000000000000}"/>
          </ac:spMkLst>
        </pc:spChg>
        <pc:inkChg chg="add">
          <ac:chgData name="Marianne Freeman" userId="1199072752_tp_dropbox" providerId="OAuth2" clId="{F5FA2F9B-21B4-0E40-ADEF-8DE7A96EE0A5}" dt="2018-09-24T02:11:31.289" v="121"/>
          <ac:inkMkLst>
            <pc:docMk/>
            <pc:sldMk cId="2349229873" sldId="355"/>
            <ac:inkMk id="5" creationId="{C77D957B-02D3-DA47-B1CC-BF918C5DA6C6}"/>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2504873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7724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Divider Option 1">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109" y="307397"/>
            <a:ext cx="1592580" cy="360426"/>
          </a:xfrm>
          <a:prstGeom prst="rect">
            <a:avLst/>
          </a:prstGeom>
        </p:spPr>
      </p:pic>
      <p:sp>
        <p:nvSpPr>
          <p:cNvPr id="3" name="Text Placeholder 2"/>
          <p:cNvSpPr>
            <a:spLocks noGrp="1"/>
          </p:cNvSpPr>
          <p:nvPr>
            <p:ph type="body" sz="quarter" idx="10" hasCustomPrompt="1"/>
          </p:nvPr>
        </p:nvSpPr>
        <p:spPr>
          <a:xfrm>
            <a:off x="3650456" y="4225703"/>
            <a:ext cx="1843088" cy="657225"/>
          </a:xfrm>
        </p:spPr>
        <p:txBody>
          <a:bodyPr>
            <a:normAutofit/>
          </a:bodyPr>
          <a:lstStyle>
            <a:lvl1pPr marL="0" indent="0" algn="ctr">
              <a:buNone/>
              <a:defRPr sz="1800" b="0" i="0">
                <a:solidFill>
                  <a:schemeClr val="bg1"/>
                </a:solidFill>
                <a:latin typeface="Open Sans" charset="0"/>
                <a:ea typeface="Open Sans" charset="0"/>
                <a:cs typeface="Open Sans" charset="0"/>
              </a:defRPr>
            </a:lvl1pPr>
          </a:lstStyle>
          <a:p>
            <a:pPr lvl="0"/>
            <a:r>
              <a:rPr lang="en-US" dirty="0"/>
              <a:t>Date Here</a:t>
            </a:r>
          </a:p>
        </p:txBody>
      </p:sp>
      <p:sp>
        <p:nvSpPr>
          <p:cNvPr id="6" name="Text Placeholder 5"/>
          <p:cNvSpPr>
            <a:spLocks noGrp="1"/>
          </p:cNvSpPr>
          <p:nvPr>
            <p:ph type="body" sz="quarter" idx="11" hasCustomPrompt="1"/>
          </p:nvPr>
        </p:nvSpPr>
        <p:spPr>
          <a:xfrm>
            <a:off x="955931" y="2275311"/>
            <a:ext cx="7232139" cy="1549400"/>
          </a:xfrm>
        </p:spPr>
        <p:txBody>
          <a:bodyPr anchor="b" anchorCtr="0">
            <a:normAutofit/>
          </a:bodyPr>
          <a:lstStyle>
            <a:lvl1pPr marL="0" indent="0" algn="ctr">
              <a:buNone/>
              <a:defRPr sz="3200" b="0" i="0">
                <a:solidFill>
                  <a:schemeClr val="bg1"/>
                </a:solidFill>
                <a:latin typeface="Open Sans" charset="0"/>
                <a:ea typeface="Open Sans" charset="0"/>
                <a:cs typeface="Open Sans"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Click Here To Edit Headline</a:t>
            </a:r>
          </a:p>
        </p:txBody>
      </p:sp>
      <p:sp>
        <p:nvSpPr>
          <p:cNvPr id="4" name="Text Placeholder 3"/>
          <p:cNvSpPr>
            <a:spLocks noGrp="1"/>
          </p:cNvSpPr>
          <p:nvPr>
            <p:ph type="body" sz="quarter" idx="12"/>
          </p:nvPr>
        </p:nvSpPr>
        <p:spPr>
          <a:xfrm>
            <a:off x="2151063" y="1277938"/>
            <a:ext cx="4914900" cy="16525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2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Edit Master text styles</a:t>
            </a:r>
          </a:p>
        </p:txBody>
      </p:sp>
      <p:sp>
        <p:nvSpPr>
          <p:cNvPr id="12" name="Text Placeholder 11"/>
          <p:cNvSpPr>
            <a:spLocks noGrp="1"/>
          </p:cNvSpPr>
          <p:nvPr>
            <p:ph type="body" sz="quarter" idx="17"/>
          </p:nvPr>
        </p:nvSpPr>
        <p:spPr>
          <a:xfrm>
            <a:off x="557683" y="1638300"/>
            <a:ext cx="8033657" cy="4394200"/>
          </a:xfrm>
        </p:spPr>
        <p:txBody>
          <a:bodyPr>
            <a:normAutofit/>
          </a:bodyPr>
          <a:lstStyle>
            <a:lvl1pPr marL="0" indent="0">
              <a:buNone/>
              <a:defRPr sz="1600"/>
            </a:lvl1pPr>
            <a:lvl2pPr>
              <a:defRPr sz="1600"/>
            </a:lvl2pPr>
            <a:lvl3pPr marL="857250" indent="-171450">
              <a:buFontTx/>
              <a:buChar cha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7"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5305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2" name="TextBox 1"/>
          <p:cNvSpPr txBox="1"/>
          <p:nvPr/>
        </p:nvSpPr>
        <p:spPr>
          <a:xfrm>
            <a:off x="-872836" y="2348346"/>
            <a:ext cx="748145" cy="405246"/>
          </a:xfrm>
          <a:prstGeom prst="rect">
            <a:avLst/>
          </a:prstGeom>
          <a:noFill/>
          <a:effectLst>
            <a:outerShdw dist="12700" dir="5400000" algn="t" rotWithShape="0">
              <a:schemeClr val="tx1"/>
            </a:outerShdw>
          </a:effectLst>
        </p:spPr>
        <p:txBody>
          <a:bodyPr wrap="square" lIns="0" tIns="0" rIns="0" rtlCol="0" anchor="b">
            <a:spAutoFit/>
          </a:bodyPr>
          <a:lstStyle/>
          <a:p>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4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4" name="Text Placeholder 3"/>
          <p:cNvSpPr>
            <a:spLocks noGrp="1"/>
          </p:cNvSpPr>
          <p:nvPr>
            <p:ph type="body" sz="quarter" idx="18"/>
          </p:nvPr>
        </p:nvSpPr>
        <p:spPr>
          <a:xfrm>
            <a:off x="4777988"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
          </p:nvPr>
        </p:nvSpPr>
        <p:spPr>
          <a:xfrm>
            <a:off x="557682"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2" name="Content Placeholder 2"/>
          <p:cNvSpPr>
            <a:spLocks noGrp="1"/>
          </p:cNvSpPr>
          <p:nvPr>
            <p:ph idx="20"/>
          </p:nvPr>
        </p:nvSpPr>
        <p:spPr>
          <a:xfrm>
            <a:off x="4777988"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519433586"/>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_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5"/>
          <p:cNvSpPr>
            <a:spLocks noGrp="1"/>
          </p:cNvSpPr>
          <p:nvPr>
            <p:ph type="body" sz="quarter" idx="13" hasCustomPrompt="1"/>
          </p:nvPr>
        </p:nvSpPr>
        <p:spPr>
          <a:xfrm>
            <a:off x="555172"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6" name="Text Placeholder 3"/>
          <p:cNvSpPr>
            <a:spLocks noGrp="1"/>
          </p:cNvSpPr>
          <p:nvPr>
            <p:ph type="body" sz="quarter" idx="18"/>
          </p:nvPr>
        </p:nvSpPr>
        <p:spPr>
          <a:xfrm>
            <a:off x="3334349"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quarter" idx="20"/>
          </p:nvPr>
        </p:nvSpPr>
        <p:spPr>
          <a:xfrm>
            <a:off x="6116038"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
          </p:nvPr>
        </p:nvSpPr>
        <p:spPr>
          <a:xfrm>
            <a:off x="557682"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9" name="Content Placeholder 2"/>
          <p:cNvSpPr>
            <a:spLocks noGrp="1"/>
          </p:cNvSpPr>
          <p:nvPr>
            <p:ph idx="22"/>
          </p:nvPr>
        </p:nvSpPr>
        <p:spPr>
          <a:xfrm>
            <a:off x="3334349"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3" name="Content Placeholder 2"/>
          <p:cNvSpPr>
            <a:spLocks noGrp="1"/>
          </p:cNvSpPr>
          <p:nvPr>
            <p:ph idx="23"/>
          </p:nvPr>
        </p:nvSpPr>
        <p:spPr>
          <a:xfrm>
            <a:off x="6109465"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825816293"/>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_Custom Layout">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a:xfrm>
            <a:off x="6803231" y="6327776"/>
            <a:ext cx="2057400" cy="365125"/>
          </a:xfrm>
          <a:prstGeom prst="rect">
            <a:avLst/>
          </a:prstGeom>
        </p:spPr>
        <p:txBody>
          <a:bodyPr/>
          <a:lstStyle/>
          <a:p>
            <a:pPr>
              <a:defRPr/>
            </a:pPr>
            <a:fld id="{2F11DC2A-2F4E-4F79-A3F5-88DB509F96F8}" type="slidenum">
              <a:rPr lang="en-US" smtClean="0"/>
              <a:pPr>
                <a:defRPr/>
              </a:pPr>
              <a:t>‹#›</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198748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12"/>
          </p:nvPr>
        </p:nvSpPr>
        <p:spPr>
          <a:xfrm>
            <a:off x="8610600" y="2743200"/>
            <a:ext cx="304800" cy="762000"/>
          </a:xfrm>
        </p:spPr>
        <p:txBody>
          <a:bodyPr/>
          <a:lstStyle/>
          <a:p>
            <a:pPr lvl="0"/>
            <a:endParaRPr lang="en-IN" dirty="0"/>
          </a:p>
        </p:txBody>
      </p:sp>
      <p:sp>
        <p:nvSpPr>
          <p:cNvPr id="8" name="Content Placeholder 7"/>
          <p:cNvSpPr>
            <a:spLocks noGrp="1"/>
          </p:cNvSpPr>
          <p:nvPr>
            <p:ph sz="quarter" idx="13"/>
          </p:nvPr>
        </p:nvSpPr>
        <p:spPr>
          <a:xfrm>
            <a:off x="8610600" y="3886200"/>
            <a:ext cx="304800" cy="762000"/>
          </a:xfrm>
        </p:spPr>
        <p:txBody>
          <a:bodyPr/>
          <a:lstStyle/>
          <a:p>
            <a:pPr lvl="0"/>
            <a:endParaRPr lang="en-IN" dirty="0"/>
          </a:p>
        </p:txBody>
      </p:sp>
    </p:spTree>
    <p:extLst>
      <p:ext uri="{BB962C8B-B14F-4D97-AF65-F5344CB8AC3E}">
        <p14:creationId xmlns:p14="http://schemas.microsoft.com/office/powerpoint/2010/main" val="2086480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p>
            <a:fld id="{786E95EF-C699-41F4-A9B7-78276692A070}" type="slidenum">
              <a:rPr lang="en-US" smtClean="0"/>
              <a:t>‹#›</a:t>
            </a:fld>
            <a:endParaRPr lang="en-US" dirty="0"/>
          </a:p>
        </p:txBody>
      </p:sp>
      <p:sp>
        <p:nvSpPr>
          <p:cNvPr id="8" name="Content Placeholder 7"/>
          <p:cNvSpPr>
            <a:spLocks noGrp="1"/>
          </p:cNvSpPr>
          <p:nvPr>
            <p:ph sz="quarter" idx="13"/>
          </p:nvPr>
        </p:nvSpPr>
        <p:spPr>
          <a:xfrm>
            <a:off x="685800" y="5562600"/>
            <a:ext cx="8001000" cy="457200"/>
          </a:xfrm>
        </p:spPr>
        <p:txBody>
          <a:bodyPr/>
          <a:lstStyle/>
          <a:p>
            <a:pPr lvl="0"/>
            <a:endParaRPr lang="en-IN" dirty="0"/>
          </a:p>
        </p:txBody>
      </p:sp>
    </p:spTree>
    <p:extLst>
      <p:ext uri="{BB962C8B-B14F-4D97-AF65-F5344CB8AC3E}">
        <p14:creationId xmlns:p14="http://schemas.microsoft.com/office/powerpoint/2010/main" val="3096137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1">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68433952"/>
      </p:ext>
    </p:extLst>
  </p:cSld>
  <p:clrMap bg1="lt1" tx1="dk1" bg2="lt2" tx2="dk2" accent1="accent1" accent2="accent2" accent3="accent3" accent4="accent4" accent5="accent5" accent6="accent6" hlink="hlink" folHlink="folHlink"/>
  <p:sldLayoutIdLst>
    <p:sldLayoutId id="2147483767" r:id="rId1"/>
    <p:sldLayoutId id="2147483759" r:id="rId2"/>
    <p:sldLayoutId id="2147483760" r:id="rId3"/>
    <p:sldLayoutId id="2147483761" r:id="rId4"/>
    <p:sldLayoutId id="2147483762" r:id="rId5"/>
    <p:sldLayoutId id="2147483763" r:id="rId6"/>
    <p:sldLayoutId id="2147483764" r:id="rId7"/>
    <p:sldLayoutId id="2147483766" r:id="rId8"/>
    <p:sldLayoutId id="2147483768" r:id="rId9"/>
  </p:sldLayoutIdLst>
  <p:hf sldNum="0" hdr="0" dt="0"/>
  <p:txStyles>
    <p:titleStyle>
      <a:lvl1pPr algn="l" defTabSz="685800" rtl="0" eaLnBrk="1" latinLnBrk="0" hangingPunct="1">
        <a:lnSpc>
          <a:spcPct val="90000"/>
        </a:lnSpc>
        <a:spcBef>
          <a:spcPct val="0"/>
        </a:spcBef>
        <a:buNone/>
        <a:defRPr sz="2600" b="0" i="0" kern="1200">
          <a:solidFill>
            <a:schemeClr val="tx1"/>
          </a:solidFill>
          <a:latin typeface="Open Sans" charset="0"/>
          <a:ea typeface="Open Sans" charset="0"/>
          <a:cs typeface="Open Sans" charset="0"/>
        </a:defRPr>
      </a:lvl1pPr>
    </p:titleStyle>
    <p:bodyStyle>
      <a:lvl1pPr marL="171450" indent="-171450" algn="l" defTabSz="685800" rtl="0" eaLnBrk="1" latinLnBrk="0" hangingPunct="1">
        <a:lnSpc>
          <a:spcPct val="90000"/>
        </a:lnSpc>
        <a:spcBef>
          <a:spcPts val="750"/>
        </a:spcBef>
        <a:buFont typeface="Arial"/>
        <a:buChar char="•"/>
        <a:defRPr sz="2100" b="0" i="0" kern="1200">
          <a:solidFill>
            <a:schemeClr val="tx1"/>
          </a:solidFill>
          <a:latin typeface="Open Sans Regular" charset="0"/>
          <a:ea typeface="+mn-ea"/>
          <a:cs typeface="+mn-cs"/>
        </a:defRPr>
      </a:lvl1pPr>
      <a:lvl2pPr marL="514350" indent="-171450" algn="l" defTabSz="685800" rtl="0" eaLnBrk="1" latinLnBrk="0" hangingPunct="1">
        <a:lnSpc>
          <a:spcPct val="90000"/>
        </a:lnSpc>
        <a:spcBef>
          <a:spcPts val="375"/>
        </a:spcBef>
        <a:buFont typeface="Arial"/>
        <a:buChar char="•"/>
        <a:defRPr sz="1800" b="0" i="0" kern="1200">
          <a:solidFill>
            <a:schemeClr val="tx1"/>
          </a:solidFill>
          <a:latin typeface="Open Sans Regular" charset="0"/>
          <a:ea typeface="+mn-ea"/>
          <a:cs typeface="+mn-cs"/>
        </a:defRPr>
      </a:lvl2pPr>
      <a:lvl3pPr marL="857250" indent="-171450" algn="l" defTabSz="685800" rtl="0" eaLnBrk="1" latinLnBrk="0" hangingPunct="1">
        <a:lnSpc>
          <a:spcPct val="90000"/>
        </a:lnSpc>
        <a:spcBef>
          <a:spcPts val="375"/>
        </a:spcBef>
        <a:buFont typeface="Arial"/>
        <a:buChar char="•"/>
        <a:defRPr sz="1500" b="0" i="0" kern="1200">
          <a:solidFill>
            <a:schemeClr val="tx1"/>
          </a:solidFill>
          <a:latin typeface="Open Sans Regular"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146699" y="1143000"/>
            <a:ext cx="6858000" cy="2387600"/>
          </a:xfrm>
        </p:spPr>
        <p:txBody>
          <a:bodyPr>
            <a:normAutofit/>
          </a:bodyPr>
          <a:lstStyle/>
          <a:p>
            <a:r>
              <a:rPr lang="en-US" sz="4400" dirty="0">
                <a:solidFill>
                  <a:schemeClr val="bg2">
                    <a:lumMod val="10000"/>
                  </a:schemeClr>
                </a:solidFill>
              </a:rPr>
              <a:t>Chapter 2: An Overview of Collections</a:t>
            </a:r>
            <a:endParaRPr lang="en-US" sz="4100" dirty="0">
              <a:solidFill>
                <a:schemeClr val="bg2">
                  <a:lumMod val="10000"/>
                </a:schemeClr>
              </a:solidFill>
            </a:endParaRPr>
          </a:p>
        </p:txBody>
      </p:sp>
      <p:sp>
        <p:nvSpPr>
          <p:cNvPr id="4" name="Subtitle 3">
            <a:extLst>
              <a:ext uri="{FF2B5EF4-FFF2-40B4-BE49-F238E27FC236}">
                <a16:creationId xmlns:a16="http://schemas.microsoft.com/office/drawing/2014/main" id="{2B7206C4-20D6-1E4B-A9BF-F06AB8FA9727}"/>
              </a:ext>
            </a:extLst>
          </p:cNvPr>
          <p:cNvSpPr>
            <a:spLocks noGrp="1"/>
          </p:cNvSpPr>
          <p:nvPr>
            <p:ph type="subTitle" idx="1"/>
          </p:nvPr>
        </p:nvSpPr>
        <p:spPr>
          <a:xfrm>
            <a:off x="1143000" y="3962400"/>
            <a:ext cx="6858000" cy="304800"/>
          </a:xfrm>
        </p:spPr>
        <p:txBody>
          <a:bodyPr>
            <a:normAutofit/>
          </a:bodyPr>
          <a:lstStyle/>
          <a:p>
            <a:r>
              <a:rPr lang="en-US" b="1" dirty="0">
                <a:solidFill>
                  <a:schemeClr val="bg2">
                    <a:lumMod val="10000"/>
                  </a:schemeClr>
                </a:solidFill>
                <a:latin typeface="Open Sans" panose="020B0606030504020204"/>
              </a:rPr>
              <a:t>Fundamentals of Python: Data Structures, Second Edition</a:t>
            </a:r>
          </a:p>
        </p:txBody>
      </p:sp>
    </p:spTree>
    <p:extLst>
      <p:ext uri="{BB962C8B-B14F-4D97-AF65-F5344CB8AC3E}">
        <p14:creationId xmlns:p14="http://schemas.microsoft.com/office/powerpoint/2010/main" val="3841955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625474"/>
          </a:xfrm>
        </p:spPr>
        <p:txBody>
          <a:bodyPr/>
          <a:lstStyle/>
          <a:p>
            <a:r>
              <a:rPr lang="en-US" b="1" dirty="0"/>
              <a:t>Learning Objectives</a:t>
            </a:r>
          </a:p>
        </p:txBody>
      </p:sp>
      <p:sp>
        <p:nvSpPr>
          <p:cNvPr id="9219" name="Content Placeholder 6"/>
          <p:cNvSpPr>
            <a:spLocks noGrp="1"/>
          </p:cNvSpPr>
          <p:nvPr>
            <p:ph idx="1"/>
          </p:nvPr>
        </p:nvSpPr>
        <p:spPr>
          <a:xfrm>
            <a:off x="628650" y="1825625"/>
            <a:ext cx="7886700" cy="3584575"/>
          </a:xfrm>
        </p:spPr>
        <p:txBody>
          <a:bodyPr/>
          <a:lstStyle/>
          <a:p>
            <a:pPr marL="291600" indent="-291600">
              <a:spcBef>
                <a:spcPts val="1000"/>
              </a:spcBef>
            </a:pPr>
            <a:r>
              <a:rPr lang="en-US" dirty="0"/>
              <a:t>Define the four general categories of collections – linear, hierarchical, graph, and unordered</a:t>
            </a:r>
          </a:p>
          <a:p>
            <a:pPr marL="291600" indent="-291600">
              <a:spcBef>
                <a:spcPts val="1000"/>
              </a:spcBef>
            </a:pPr>
            <a:r>
              <a:rPr lang="en-US" dirty="0"/>
              <a:t>List the specific types of collections that belong to each of the four categories of collections</a:t>
            </a:r>
          </a:p>
          <a:p>
            <a:pPr marL="291600" indent="-291600">
              <a:spcBef>
                <a:spcPts val="1000"/>
              </a:spcBef>
            </a:pPr>
            <a:r>
              <a:rPr lang="en-US" dirty="0"/>
              <a:t>Recognize which collections are appropriate for given applications</a:t>
            </a:r>
          </a:p>
          <a:p>
            <a:pPr marL="291600" indent="-291600">
              <a:spcBef>
                <a:spcPts val="1000"/>
              </a:spcBef>
            </a:pPr>
            <a:r>
              <a:rPr lang="en-US" dirty="0"/>
              <a:t>Describe the commonly used operations on every type of collection</a:t>
            </a:r>
          </a:p>
          <a:p>
            <a:pPr marL="291600" indent="-291600">
              <a:spcBef>
                <a:spcPts val="1000"/>
              </a:spcBef>
            </a:pPr>
            <a:r>
              <a:rPr lang="en-US" dirty="0"/>
              <a:t>Describe the difference between an abstract collection type and its implementations</a:t>
            </a:r>
          </a:p>
        </p:txBody>
      </p:sp>
      <p:sp>
        <p:nvSpPr>
          <p:cNvPr id="9220" name="Footer Placeholder 7"/>
          <p:cNvSpPr>
            <a:spLocks noGrp="1"/>
          </p:cNvSpPr>
          <p:nvPr>
            <p:ph type="ftr" sz="quarter" idx="4294967295"/>
          </p:nvPr>
        </p:nvSpPr>
        <p:spPr>
          <a:xfrm>
            <a:off x="628650" y="6156519"/>
            <a:ext cx="7886700" cy="365125"/>
          </a:xfrm>
        </p:spPr>
        <p:txBody>
          <a:bodyPr/>
          <a:lstStyle/>
          <a:p>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An Overview of Collections</a:t>
            </a:r>
          </a:p>
        </p:txBody>
      </p:sp>
      <p:sp>
        <p:nvSpPr>
          <p:cNvPr id="3" name="Content Placeholder 2"/>
          <p:cNvSpPr>
            <a:spLocks noGrp="1"/>
          </p:cNvSpPr>
          <p:nvPr>
            <p:ph idx="1"/>
          </p:nvPr>
        </p:nvSpPr>
        <p:spPr>
          <a:xfrm>
            <a:off x="628650" y="1825625"/>
            <a:ext cx="7886700" cy="4041775"/>
          </a:xfrm>
        </p:spPr>
        <p:txBody>
          <a:bodyPr>
            <a:normAutofit/>
          </a:bodyPr>
          <a:lstStyle/>
          <a:p>
            <a:pPr marL="291600" indent="-291600">
              <a:spcBef>
                <a:spcPts val="1000"/>
              </a:spcBef>
            </a:pPr>
            <a:r>
              <a:rPr lang="en-US" dirty="0"/>
              <a:t>Collection</a:t>
            </a:r>
          </a:p>
          <a:p>
            <a:pPr lvl="1">
              <a:spcBef>
                <a:spcPts val="1000"/>
              </a:spcBef>
            </a:pPr>
            <a:r>
              <a:rPr lang="en-US" dirty="0"/>
              <a:t>A group of zero or more items that can be treated as a conceptual unit</a:t>
            </a:r>
          </a:p>
          <a:p>
            <a:pPr marL="291600" indent="-291600">
              <a:spcBef>
                <a:spcPts val="1000"/>
              </a:spcBef>
            </a:pPr>
            <a:r>
              <a:rPr lang="en-US" dirty="0"/>
              <a:t>All collections have the same fundamental purposes:</a:t>
            </a:r>
          </a:p>
          <a:p>
            <a:pPr lvl="1">
              <a:spcBef>
                <a:spcPts val="1000"/>
              </a:spcBef>
            </a:pPr>
            <a:r>
              <a:rPr lang="en-US" dirty="0"/>
              <a:t>They help programmers effectively organize data in programs</a:t>
            </a:r>
          </a:p>
          <a:p>
            <a:pPr lvl="1">
              <a:spcBef>
                <a:spcPts val="1000"/>
              </a:spcBef>
            </a:pPr>
            <a:r>
              <a:rPr lang="en-US" dirty="0"/>
              <a:t>They also help model the structure and behavior of objects in the real world</a:t>
            </a:r>
          </a:p>
          <a:p>
            <a:pPr marL="291600" indent="-291600">
              <a:spcBef>
                <a:spcPts val="1000"/>
              </a:spcBef>
            </a:pPr>
            <a:r>
              <a:rPr lang="en-US" dirty="0"/>
              <a:t>Collections can be viewed from two perspectives:</a:t>
            </a:r>
          </a:p>
          <a:p>
            <a:pPr lvl="1">
              <a:spcBef>
                <a:spcPts val="1000"/>
              </a:spcBef>
            </a:pPr>
            <a:r>
              <a:rPr lang="en-US" dirty="0"/>
              <a:t>Users or clients of collections are concerned with what they do in various applications</a:t>
            </a:r>
          </a:p>
          <a:p>
            <a:pPr lvl="1">
              <a:spcBef>
                <a:spcPts val="1000"/>
              </a:spcBef>
            </a:pPr>
            <a:r>
              <a:rPr lang="en-US" dirty="0"/>
              <a:t>Developers or implementers are concerned with how they can best perform as general-purpose resources</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4595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3"/>
          </a:xfrm>
        </p:spPr>
        <p:txBody>
          <a:bodyPr/>
          <a:lstStyle/>
          <a:p>
            <a:r>
              <a:rPr lang="en-US" b="1" dirty="0"/>
              <a:t>Collection Types </a:t>
            </a:r>
            <a:r>
              <a:rPr lang="en-US" sz="2000" dirty="0"/>
              <a:t>(1 of 2)</a:t>
            </a:r>
          </a:p>
        </p:txBody>
      </p:sp>
      <p:sp>
        <p:nvSpPr>
          <p:cNvPr id="3" name="Content Placeholder 2"/>
          <p:cNvSpPr>
            <a:spLocks noGrp="1"/>
          </p:cNvSpPr>
          <p:nvPr>
            <p:ph idx="1"/>
          </p:nvPr>
        </p:nvSpPr>
        <p:spPr>
          <a:xfrm>
            <a:off x="628650" y="1825625"/>
            <a:ext cx="7886700" cy="3508375"/>
          </a:xfrm>
        </p:spPr>
        <p:txBody>
          <a:bodyPr/>
          <a:lstStyle/>
          <a:p>
            <a:pPr marL="291600" indent="-291600">
              <a:spcBef>
                <a:spcPts val="1000"/>
              </a:spcBef>
            </a:pPr>
            <a:r>
              <a:rPr lang="en-US" dirty="0"/>
              <a:t>Built-in collection types include</a:t>
            </a:r>
          </a:p>
          <a:p>
            <a:pPr lvl="1">
              <a:spcBef>
                <a:spcPts val="1000"/>
              </a:spcBef>
            </a:pPr>
            <a:r>
              <a:rPr lang="en-US" dirty="0"/>
              <a:t>String, list, tuple, set, and dictionary</a:t>
            </a:r>
          </a:p>
          <a:p>
            <a:pPr lvl="1">
              <a:spcBef>
                <a:spcPts val="1000"/>
              </a:spcBef>
            </a:pPr>
            <a:r>
              <a:rPr lang="en-US" dirty="0"/>
              <a:t>String and list are the most common and fundamental types</a:t>
            </a:r>
          </a:p>
          <a:p>
            <a:pPr marL="291600" indent="-291600">
              <a:spcBef>
                <a:spcPts val="1000"/>
              </a:spcBef>
            </a:pPr>
            <a:r>
              <a:rPr lang="en-US" dirty="0"/>
              <a:t>Other important types of collections include</a:t>
            </a:r>
          </a:p>
          <a:p>
            <a:pPr lvl="1">
              <a:spcBef>
                <a:spcPts val="1000"/>
              </a:spcBef>
            </a:pPr>
            <a:r>
              <a:rPr lang="en-US" dirty="0"/>
              <a:t>Stacks, queues, priority queues, binary search trees, heaps, graphs, bags, and various types of sorted collections</a:t>
            </a:r>
          </a:p>
          <a:p>
            <a:pPr marL="291600" indent="-291600">
              <a:spcBef>
                <a:spcPts val="1000"/>
              </a:spcBef>
            </a:pPr>
            <a:r>
              <a:rPr lang="en-US" dirty="0"/>
              <a:t>Collections can be</a:t>
            </a:r>
          </a:p>
          <a:p>
            <a:pPr lvl="1">
              <a:spcBef>
                <a:spcPts val="1000"/>
              </a:spcBef>
            </a:pPr>
            <a:r>
              <a:rPr lang="en-US" dirty="0"/>
              <a:t>Homogeneous – all items in the collection must be of the same type</a:t>
            </a:r>
          </a:p>
          <a:p>
            <a:pPr lvl="1">
              <a:spcBef>
                <a:spcPts val="1000"/>
              </a:spcBef>
            </a:pPr>
            <a:r>
              <a:rPr lang="en-US" dirty="0"/>
              <a:t>Heterogeneous – items can be of different types</a:t>
            </a:r>
          </a:p>
        </p:txBody>
      </p:sp>
      <p:sp>
        <p:nvSpPr>
          <p:cNvPr id="4" name="Footer Placeholder 3"/>
          <p:cNvSpPr>
            <a:spLocks noGrp="1"/>
          </p:cNvSpPr>
          <p:nvPr>
            <p:ph type="ftr" sz="quarter" idx="4294967295"/>
          </p:nvPr>
        </p:nvSpPr>
        <p:spPr>
          <a:xfrm>
            <a:off x="628650" y="6156519"/>
            <a:ext cx="7886700" cy="549081"/>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42757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Collection Types </a:t>
            </a:r>
            <a:r>
              <a:rPr lang="en-US" sz="2000" dirty="0"/>
              <a:t>(2 of 2)</a:t>
            </a:r>
          </a:p>
        </p:txBody>
      </p:sp>
      <p:sp>
        <p:nvSpPr>
          <p:cNvPr id="3" name="Content Placeholder 2"/>
          <p:cNvSpPr>
            <a:spLocks noGrp="1"/>
          </p:cNvSpPr>
          <p:nvPr>
            <p:ph idx="1"/>
          </p:nvPr>
        </p:nvSpPr>
        <p:spPr>
          <a:xfrm>
            <a:off x="628650" y="1825625"/>
            <a:ext cx="7886700" cy="3508375"/>
          </a:xfrm>
        </p:spPr>
        <p:txBody>
          <a:bodyPr/>
          <a:lstStyle/>
          <a:p>
            <a:pPr marL="291600" indent="-291600">
              <a:spcBef>
                <a:spcPts val="1000"/>
              </a:spcBef>
            </a:pPr>
            <a:r>
              <a:rPr lang="en-US" dirty="0"/>
              <a:t>Collections are typically dynamic rather than static:</a:t>
            </a:r>
          </a:p>
          <a:p>
            <a:pPr lvl="1">
              <a:spcBef>
                <a:spcPts val="1000"/>
              </a:spcBef>
            </a:pPr>
            <a:r>
              <a:rPr lang="en-US" dirty="0"/>
              <a:t>Can grow or shrink with the needs of the problem</a:t>
            </a:r>
          </a:p>
          <a:p>
            <a:pPr lvl="1">
              <a:spcBef>
                <a:spcPts val="1000"/>
              </a:spcBef>
            </a:pPr>
            <a:r>
              <a:rPr lang="en-US" dirty="0"/>
              <a:t>Contents can change throughout the course of a program</a:t>
            </a:r>
          </a:p>
          <a:p>
            <a:pPr marL="291600" indent="-291600">
              <a:spcBef>
                <a:spcPts val="1000"/>
              </a:spcBef>
            </a:pPr>
            <a:r>
              <a:rPr lang="en-US" dirty="0"/>
              <a:t>Exception to the above</a:t>
            </a:r>
          </a:p>
          <a:p>
            <a:pPr lvl="1">
              <a:spcBef>
                <a:spcPts val="1000"/>
              </a:spcBef>
            </a:pPr>
            <a:r>
              <a:rPr lang="en-US" dirty="0"/>
              <a:t>Immutable collection – such as Python’s string or tuple</a:t>
            </a:r>
          </a:p>
          <a:p>
            <a:pPr lvl="1">
              <a:spcBef>
                <a:spcPts val="1000"/>
              </a:spcBef>
            </a:pPr>
            <a:r>
              <a:rPr lang="en-US" dirty="0"/>
              <a:t>Items are added during its creation and no items can be added, removed, or replaced later</a:t>
            </a:r>
          </a:p>
          <a:p>
            <a:pPr marL="291600" indent="-291600">
              <a:spcBef>
                <a:spcPts val="1000"/>
              </a:spcBef>
            </a:pPr>
            <a:r>
              <a:rPr lang="en-US" dirty="0"/>
              <a:t>Categories of collections include</a:t>
            </a:r>
          </a:p>
          <a:p>
            <a:pPr lvl="1">
              <a:spcBef>
                <a:spcPts val="1000"/>
              </a:spcBef>
            </a:pPr>
            <a:r>
              <a:rPr lang="en-US" dirty="0"/>
              <a:t>Linear, hierarchical, graph, unordered, and sorted</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37231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Linear Collections </a:t>
            </a:r>
            <a:r>
              <a:rPr lang="en-US" sz="2000" dirty="0"/>
              <a:t>(1 of 2)</a:t>
            </a:r>
          </a:p>
        </p:txBody>
      </p:sp>
      <p:sp>
        <p:nvSpPr>
          <p:cNvPr id="3" name="Content Placeholder 2"/>
          <p:cNvSpPr>
            <a:spLocks noGrp="1"/>
          </p:cNvSpPr>
          <p:nvPr>
            <p:ph idx="1"/>
          </p:nvPr>
        </p:nvSpPr>
        <p:spPr>
          <a:xfrm>
            <a:off x="628650" y="1825625"/>
            <a:ext cx="7886700" cy="1222375"/>
          </a:xfrm>
        </p:spPr>
        <p:txBody>
          <a:bodyPr/>
          <a:lstStyle/>
          <a:p>
            <a:pPr marL="291600" indent="-291600">
              <a:spcBef>
                <a:spcPts val="1000"/>
              </a:spcBef>
            </a:pPr>
            <a:r>
              <a:rPr lang="en-US" dirty="0"/>
              <a:t>Items in a linear collection are ordered by position:</a:t>
            </a:r>
          </a:p>
          <a:p>
            <a:pPr lvl="1">
              <a:spcBef>
                <a:spcPts val="1000"/>
              </a:spcBef>
            </a:pPr>
            <a:r>
              <a:rPr lang="en-US" dirty="0"/>
              <a:t>Each item (except the first) has a unique predecessor</a:t>
            </a:r>
          </a:p>
          <a:p>
            <a:pPr lvl="1">
              <a:spcBef>
                <a:spcPts val="1000"/>
              </a:spcBef>
            </a:pPr>
            <a:r>
              <a:rPr lang="en-US" dirty="0"/>
              <a:t>Each item (except the last) has a unique successor</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5991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07805"/>
          </a:xfrm>
        </p:spPr>
        <p:txBody>
          <a:bodyPr/>
          <a:lstStyle/>
          <a:p>
            <a:r>
              <a:rPr lang="en-US" b="1" dirty="0"/>
              <a:t>Linear Collections </a:t>
            </a:r>
            <a:r>
              <a:rPr lang="en-US" sz="2000" dirty="0"/>
              <a:t>(2 of 2)</a:t>
            </a:r>
          </a:p>
        </p:txBody>
      </p:sp>
      <p:sp>
        <p:nvSpPr>
          <p:cNvPr id="3" name="Content Placeholder 2"/>
          <p:cNvSpPr>
            <a:spLocks noGrp="1"/>
          </p:cNvSpPr>
          <p:nvPr>
            <p:ph idx="1"/>
          </p:nvPr>
        </p:nvSpPr>
        <p:spPr>
          <a:xfrm>
            <a:off x="628650" y="1825625"/>
            <a:ext cx="3790950" cy="384175"/>
          </a:xfrm>
        </p:spPr>
        <p:txBody>
          <a:bodyPr/>
          <a:lstStyle/>
          <a:p>
            <a:pPr marL="0" indent="0">
              <a:spcBef>
                <a:spcPts val="1000"/>
              </a:spcBef>
              <a:buNone/>
            </a:pPr>
            <a:r>
              <a:rPr lang="en-IN" b="1" dirty="0"/>
              <a:t>Figure 2-1: </a:t>
            </a:r>
            <a:r>
              <a:rPr lang="en-IN" dirty="0"/>
              <a:t>A linear collection</a:t>
            </a:r>
            <a:endParaRPr lang="en-US" dirty="0"/>
          </a:p>
        </p:txBody>
      </p:sp>
      <p:pic>
        <p:nvPicPr>
          <p:cNvPr id="8" name="Content Placeholder 7" descr="Illustration shows a linear collection. Five circles designated D1, D2, D3, D4 and D5 representing data items are connected with a line."/>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1600200" y="2743200"/>
            <a:ext cx="6115050" cy="1543050"/>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35976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Hierarchical Collections</a:t>
            </a:r>
            <a:r>
              <a:rPr lang="en-US" dirty="0"/>
              <a:t> </a:t>
            </a:r>
            <a:r>
              <a:rPr lang="en-US" sz="2000" dirty="0"/>
              <a:t>(1 of 2)</a:t>
            </a:r>
          </a:p>
        </p:txBody>
      </p:sp>
      <p:sp>
        <p:nvSpPr>
          <p:cNvPr id="3" name="Content Placeholder 2"/>
          <p:cNvSpPr>
            <a:spLocks noGrp="1"/>
          </p:cNvSpPr>
          <p:nvPr>
            <p:ph idx="1"/>
          </p:nvPr>
        </p:nvSpPr>
        <p:spPr>
          <a:xfrm>
            <a:off x="628650" y="1825625"/>
            <a:ext cx="7886700" cy="1450975"/>
          </a:xfrm>
        </p:spPr>
        <p:txBody>
          <a:bodyPr/>
          <a:lstStyle/>
          <a:p>
            <a:pPr marL="291600" indent="-291600">
              <a:spcBef>
                <a:spcPts val="1000"/>
              </a:spcBef>
            </a:pPr>
            <a:r>
              <a:rPr lang="en-US" dirty="0"/>
              <a:t>Data items are ordered in a structure resembling an upside-down tree:</a:t>
            </a:r>
          </a:p>
          <a:p>
            <a:pPr lvl="1">
              <a:spcBef>
                <a:spcPts val="1000"/>
              </a:spcBef>
            </a:pPr>
            <a:r>
              <a:rPr lang="en-US" dirty="0"/>
              <a:t>Each data item (except the top) has just one predecessor, called its parent, but potentially many successors, called its children</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77552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3"/>
          </a:xfrm>
        </p:spPr>
        <p:txBody>
          <a:bodyPr/>
          <a:lstStyle/>
          <a:p>
            <a:r>
              <a:rPr lang="en-US" b="1" dirty="0"/>
              <a:t>Hierarchical Collections </a:t>
            </a:r>
            <a:r>
              <a:rPr lang="en-US" sz="2000" dirty="0"/>
              <a:t>(2 of 2)</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2-2: </a:t>
            </a:r>
            <a:r>
              <a:rPr lang="en-IN" dirty="0"/>
              <a:t>A hierarchical collection</a:t>
            </a:r>
            <a:endParaRPr lang="en-US" dirty="0"/>
          </a:p>
        </p:txBody>
      </p:sp>
      <p:pic>
        <p:nvPicPr>
          <p:cNvPr id="7" name="Content Placeholder 6" descr="Illustration shows a hierarchical collection. Circles designated D1 to D6 representing data items are present. They are connected with lines top-down. D1 is present on the top of the hierarchy. D1 is connected to D2 and D3. D3 is connected to D4, D5, and D6."/>
          <p:cNvPicPr>
            <a:picLocks noGrp="1" noChangeAspect="1"/>
          </p:cNvPicPr>
          <p:nvPr>
            <p:ph sz="quarter" idx="12"/>
          </p:nvPr>
        </p:nvPicPr>
        <p:blipFill>
          <a:blip r:embed="rId2" cstate="print">
            <a:extLst>
              <a:ext uri="{28A0092B-C50C-407E-A947-70E740481C1C}">
                <a14:useLocalDpi xmlns:a14="http://schemas.microsoft.com/office/drawing/2010/main" val="0"/>
              </a:ext>
            </a:extLst>
          </a:blip>
          <a:stretch>
            <a:fillRect/>
          </a:stretch>
        </p:blipFill>
        <p:spPr>
          <a:xfrm>
            <a:off x="2590800" y="2362200"/>
            <a:ext cx="3832435" cy="3457830"/>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64491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Graph Collections </a:t>
            </a:r>
            <a:r>
              <a:rPr lang="en-US" sz="2000" dirty="0"/>
              <a:t>(1 of 2)</a:t>
            </a:r>
          </a:p>
        </p:txBody>
      </p:sp>
      <p:sp>
        <p:nvSpPr>
          <p:cNvPr id="3" name="Content Placeholder 2"/>
          <p:cNvSpPr>
            <a:spLocks noGrp="1"/>
          </p:cNvSpPr>
          <p:nvPr>
            <p:ph idx="1"/>
          </p:nvPr>
        </p:nvSpPr>
        <p:spPr>
          <a:xfrm>
            <a:off x="628650" y="1825625"/>
            <a:ext cx="7886700" cy="612775"/>
          </a:xfrm>
        </p:spPr>
        <p:txBody>
          <a:bodyPr/>
          <a:lstStyle/>
          <a:p>
            <a:pPr marL="291600" indent="-291600">
              <a:spcBef>
                <a:spcPts val="1000"/>
              </a:spcBef>
            </a:pPr>
            <a:r>
              <a:rPr lang="en-US" dirty="0"/>
              <a:t>Each data item can have many predecessors and many successors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87334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Graph Collections </a:t>
            </a:r>
            <a:r>
              <a:rPr lang="en-US" sz="2000" dirty="0"/>
              <a:t>(2 of 2)</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2-3: </a:t>
            </a:r>
            <a:r>
              <a:rPr lang="en-IN" dirty="0"/>
              <a:t>A graph collection</a:t>
            </a:r>
            <a:endParaRPr lang="en-US" dirty="0"/>
          </a:p>
        </p:txBody>
      </p:sp>
      <p:pic>
        <p:nvPicPr>
          <p:cNvPr id="7" name="Content Placeholder 6" descr="Illustration shows a graph collection. Circles designated D1 to D5 representing data items are present. They are connected with lines. D1 to D4 are arranged in the corners of a square. D1 is at the top left corner connected to D2 in the top right and D4 in the lower left corner. D2 and D4 are connected in a diagonal with D3 present in the center of the diagonal. The diagonal D1 and D5 with D3 in the center is also connected."/>
          <p:cNvPicPr>
            <a:picLocks noGrp="1" noChangeAspect="1"/>
          </p:cNvPicPr>
          <p:nvPr>
            <p:ph sz="quarter" idx="12"/>
          </p:nvPr>
        </p:nvPicPr>
        <p:blipFill>
          <a:blip r:embed="rId2" cstate="print">
            <a:extLst>
              <a:ext uri="{28A0092B-C50C-407E-A947-70E740481C1C}">
                <a14:useLocalDpi xmlns:a14="http://schemas.microsoft.com/office/drawing/2010/main" val="0"/>
              </a:ext>
            </a:extLst>
          </a:blip>
          <a:stretch>
            <a:fillRect/>
          </a:stretch>
        </p:blipFill>
        <p:spPr>
          <a:xfrm>
            <a:off x="2331124" y="2383255"/>
            <a:ext cx="3564038" cy="3571104"/>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46765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Unordered Collections </a:t>
            </a:r>
            <a:r>
              <a:rPr lang="en-US" sz="2000" dirty="0"/>
              <a:t>(1 of 2)</a:t>
            </a:r>
          </a:p>
        </p:txBody>
      </p:sp>
      <p:sp>
        <p:nvSpPr>
          <p:cNvPr id="3" name="Content Placeholder 2"/>
          <p:cNvSpPr>
            <a:spLocks noGrp="1"/>
          </p:cNvSpPr>
          <p:nvPr>
            <p:ph idx="1"/>
          </p:nvPr>
        </p:nvSpPr>
        <p:spPr>
          <a:xfrm>
            <a:off x="628650" y="1825625"/>
            <a:ext cx="7886700" cy="1831975"/>
          </a:xfrm>
        </p:spPr>
        <p:txBody>
          <a:bodyPr/>
          <a:lstStyle/>
          <a:p>
            <a:pPr marL="291600" indent="-291600">
              <a:spcBef>
                <a:spcPts val="1000"/>
              </a:spcBef>
            </a:pPr>
            <a:r>
              <a:rPr lang="en-US" dirty="0"/>
              <a:t>Items are not in any particular order:</a:t>
            </a:r>
          </a:p>
          <a:p>
            <a:pPr lvl="1">
              <a:spcBef>
                <a:spcPts val="1000"/>
              </a:spcBef>
            </a:pPr>
            <a:r>
              <a:rPr lang="en-US" dirty="0"/>
              <a:t>Not possible to meaningfully speak of an item’s predecessor or successor</a:t>
            </a:r>
          </a:p>
          <a:p>
            <a:pPr marL="291600" indent="-291600">
              <a:spcBef>
                <a:spcPts val="1000"/>
              </a:spcBef>
            </a:pPr>
            <a:r>
              <a:rPr lang="en-US" dirty="0"/>
              <a:t>Example</a:t>
            </a:r>
          </a:p>
          <a:p>
            <a:pPr lvl="1">
              <a:spcBef>
                <a:spcPts val="1000"/>
              </a:spcBef>
            </a:pPr>
            <a:r>
              <a:rPr lang="en-US" dirty="0"/>
              <a:t>A bag of marbles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66787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Unordered Collections </a:t>
            </a:r>
            <a:r>
              <a:rPr lang="en-US" sz="2000" dirty="0"/>
              <a:t>(2 of 2)</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2-4: </a:t>
            </a:r>
            <a:r>
              <a:rPr lang="en-IN" dirty="0"/>
              <a:t>An unordered collection</a:t>
            </a:r>
            <a:endParaRPr lang="en-US" dirty="0"/>
          </a:p>
        </p:txBody>
      </p:sp>
      <p:pic>
        <p:nvPicPr>
          <p:cNvPr id="7" name="Content Placeholder 6" descr="Illustration shows an unordered collection. Circles designated D1 to D5 representing data items randomly appear in a square."/>
          <p:cNvPicPr>
            <a:picLocks noGrp="1" noChangeAspect="1"/>
          </p:cNvPicPr>
          <p:nvPr>
            <p:ph sz="quarter" idx="12"/>
          </p:nvPr>
        </p:nvPicPr>
        <p:blipFill>
          <a:blip r:embed="rId2" cstate="print">
            <a:extLst>
              <a:ext uri="{28A0092B-C50C-407E-A947-70E740481C1C}">
                <a14:useLocalDpi xmlns:a14="http://schemas.microsoft.com/office/drawing/2010/main" val="0"/>
              </a:ext>
            </a:extLst>
          </a:blip>
          <a:stretch>
            <a:fillRect/>
          </a:stretch>
        </p:blipFill>
        <p:spPr>
          <a:xfrm>
            <a:off x="2553529" y="2416081"/>
            <a:ext cx="3525135" cy="3482230"/>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27260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Sorted Collections</a:t>
            </a:r>
          </a:p>
        </p:txBody>
      </p:sp>
      <p:sp>
        <p:nvSpPr>
          <p:cNvPr id="3" name="Content Placeholder 2"/>
          <p:cNvSpPr>
            <a:spLocks noGrp="1"/>
          </p:cNvSpPr>
          <p:nvPr>
            <p:ph idx="1"/>
          </p:nvPr>
        </p:nvSpPr>
        <p:spPr>
          <a:xfrm>
            <a:off x="628650" y="1825625"/>
            <a:ext cx="7886700" cy="3813175"/>
          </a:xfrm>
        </p:spPr>
        <p:txBody>
          <a:bodyPr/>
          <a:lstStyle/>
          <a:p>
            <a:pPr marL="291600" indent="-291600">
              <a:spcBef>
                <a:spcPts val="1000"/>
              </a:spcBef>
            </a:pPr>
            <a:r>
              <a:rPr lang="en-US" dirty="0"/>
              <a:t>Imposes a natural ordering on its items</a:t>
            </a:r>
          </a:p>
          <a:p>
            <a:pPr marL="291600" indent="-291600">
              <a:spcBef>
                <a:spcPts val="1000"/>
              </a:spcBef>
            </a:pPr>
            <a:r>
              <a:rPr lang="en-US" dirty="0"/>
              <a:t>Examples</a:t>
            </a:r>
          </a:p>
          <a:p>
            <a:pPr lvl="1">
              <a:spcBef>
                <a:spcPts val="1000"/>
              </a:spcBef>
            </a:pPr>
            <a:r>
              <a:rPr lang="en-US" dirty="0"/>
              <a:t>Entries in a phone book and the names on a class roster</a:t>
            </a:r>
          </a:p>
          <a:p>
            <a:pPr marL="291600" indent="-291600">
              <a:spcBef>
                <a:spcPts val="1000"/>
              </a:spcBef>
            </a:pPr>
            <a:r>
              <a:rPr lang="en-US" dirty="0"/>
              <a:t>Must be some rule for comparing items</a:t>
            </a:r>
          </a:p>
          <a:p>
            <a:pPr marL="291600" indent="-291600">
              <a:spcBef>
                <a:spcPts val="1000"/>
              </a:spcBef>
            </a:pPr>
            <a:r>
              <a:rPr lang="en-US" dirty="0"/>
              <a:t>Sorted list is the most common example of a sorted collection</a:t>
            </a:r>
          </a:p>
          <a:p>
            <a:pPr marL="291600" indent="-291600">
              <a:spcBef>
                <a:spcPts val="1000"/>
              </a:spcBef>
            </a:pPr>
            <a:r>
              <a:rPr lang="en-US" dirty="0"/>
              <a:t>A special type of hierarchical collection also imposes a natural ordering on its items,</a:t>
            </a:r>
          </a:p>
          <a:p>
            <a:pPr lvl="1">
              <a:spcBef>
                <a:spcPts val="1000"/>
              </a:spcBef>
            </a:pPr>
            <a:r>
              <a:rPr lang="en-US" dirty="0"/>
              <a:t>Known as a </a:t>
            </a:r>
            <a:r>
              <a:rPr lang="en-US" b="1" dirty="0"/>
              <a:t>binary search tree</a:t>
            </a:r>
          </a:p>
          <a:p>
            <a:pPr marL="291600" indent="-291600">
              <a:spcBef>
                <a:spcPts val="1000"/>
              </a:spcBef>
            </a:pPr>
            <a:r>
              <a:rPr lang="en-US" dirty="0"/>
              <a:t>Sorted collections allow clients to visit all of its items in sorted order</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40462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72454"/>
          </a:xfrm>
        </p:spPr>
        <p:txBody>
          <a:bodyPr/>
          <a:lstStyle/>
          <a:p>
            <a:r>
              <a:rPr lang="en-US" b="1" dirty="0"/>
              <a:t>A Taxonomy of Collection Types</a:t>
            </a:r>
          </a:p>
        </p:txBody>
      </p:sp>
      <p:sp>
        <p:nvSpPr>
          <p:cNvPr id="3" name="Content Placeholder 2"/>
          <p:cNvSpPr>
            <a:spLocks noGrp="1"/>
          </p:cNvSpPr>
          <p:nvPr>
            <p:ph idx="1"/>
          </p:nvPr>
        </p:nvSpPr>
        <p:spPr>
          <a:xfrm>
            <a:off x="628650" y="1825625"/>
            <a:ext cx="4019550" cy="688975"/>
          </a:xfrm>
        </p:spPr>
        <p:txBody>
          <a:bodyPr>
            <a:normAutofit/>
          </a:bodyPr>
          <a:lstStyle/>
          <a:p>
            <a:pPr marL="0" indent="0">
              <a:spcBef>
                <a:spcPts val="1000"/>
              </a:spcBef>
              <a:buNone/>
            </a:pPr>
            <a:r>
              <a:rPr lang="en-IN" b="1" dirty="0"/>
              <a:t>Figure 2-5: </a:t>
            </a:r>
            <a:r>
              <a:rPr lang="en-IN" dirty="0"/>
              <a:t>A taxonomy of collection types</a:t>
            </a:r>
            <a:endParaRPr lang="en-US" dirty="0"/>
          </a:p>
        </p:txBody>
      </p:sp>
      <p:pic>
        <p:nvPicPr>
          <p:cNvPr id="7" name="Content Placeholder 6" descr="Illustration shows taxonomy of collection types. Collections can be a Graph collection, Hierarchical collection, Linear collection, or Unordered collection.  A Hierarchical collection can be a Binary search tree or a heap. A Linear collection can be a List, Queue, Stack or String. A List can be a Sorted List. A Queue can be a Priority Queue. An Unordered collection can be a Bag, Dictionary or Set. A Bag can be a Sorted bag. A Dictionary can be a Sorted Dictionary. A set can be Sorted set."/>
          <p:cNvPicPr>
            <a:picLocks noGrp="1" noChangeAspect="1"/>
          </p:cNvPicPr>
          <p:nvPr>
            <p:ph sz="quarter" idx="12"/>
          </p:nvPr>
        </p:nvPicPr>
        <p:blipFill>
          <a:blip r:embed="rId2" cstate="print">
            <a:extLst>
              <a:ext uri="{28A0092B-C50C-407E-A947-70E740481C1C}">
                <a14:useLocalDpi xmlns:a14="http://schemas.microsoft.com/office/drawing/2010/main" val="0"/>
              </a:ext>
            </a:extLst>
          </a:blip>
          <a:stretch>
            <a:fillRect/>
          </a:stretch>
        </p:blipFill>
        <p:spPr>
          <a:xfrm>
            <a:off x="5305060" y="891580"/>
            <a:ext cx="3401686" cy="5199720"/>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82502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Operations on Collections </a:t>
            </a:r>
            <a:r>
              <a:rPr lang="en-US" sz="2000" dirty="0"/>
              <a:t>(1 of 2)</a:t>
            </a:r>
          </a:p>
        </p:txBody>
      </p:sp>
      <p:graphicFrame>
        <p:nvGraphicFramePr>
          <p:cNvPr id="8" name="Content Placeholder 7" descr="Table is accessible to screenreaders"/>
          <p:cNvGraphicFramePr>
            <a:graphicFrameLocks noGrp="1"/>
          </p:cNvGraphicFramePr>
          <p:nvPr>
            <p:ph idx="1"/>
            <p:extLst>
              <p:ext uri="{D42A27DB-BD31-4B8C-83A1-F6EECF244321}">
                <p14:modId xmlns:p14="http://schemas.microsoft.com/office/powerpoint/2010/main" val="3743912704"/>
              </p:ext>
            </p:extLst>
          </p:nvPr>
        </p:nvGraphicFramePr>
        <p:xfrm>
          <a:off x="1454274" y="1656949"/>
          <a:ext cx="6781800" cy="39141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370840">
                <a:tc>
                  <a:txBody>
                    <a:bodyPr/>
                    <a:lstStyle/>
                    <a:p>
                      <a:r>
                        <a:rPr lang="en-US" dirty="0">
                          <a:solidFill>
                            <a:schemeClr val="bg2">
                              <a:lumMod val="10000"/>
                            </a:schemeClr>
                          </a:solidFill>
                          <a:latin typeface="Open Sans" panose="020B0606030504020204"/>
                          <a:ea typeface="Open Sans" panose="020B0606030504020204" pitchFamily="34" charset="0"/>
                          <a:cs typeface="Open Sans" panose="020B0606030504020204" pitchFamily="34" charset="0"/>
                        </a:rPr>
                        <a:t>Category of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ea typeface="Open Sans" panose="020B0606030504020204" pitchFamily="34" charset="0"/>
                          <a:cs typeface="Open Sans" panose="020B060603050402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350" kern="1200" dirty="0">
                          <a:solidFill>
                            <a:schemeClr val="dk1"/>
                          </a:solidFill>
                          <a:effectLst/>
                          <a:latin typeface="Open Sans" panose="020B0606030504020204"/>
                          <a:ea typeface="+mn-ea"/>
                          <a:cs typeface="+mn-cs"/>
                        </a:rPr>
                        <a:t>Determine the size</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kern="1200" dirty="0">
                          <a:solidFill>
                            <a:schemeClr val="dk1"/>
                          </a:solidFill>
                          <a:effectLst/>
                          <a:latin typeface="Open Sans" panose="020B0606030504020204"/>
                          <a:ea typeface="+mn-ea"/>
                          <a:cs typeface="+mn-cs"/>
                        </a:rPr>
                        <a:t>Use Python’s </a:t>
                      </a:r>
                      <a:r>
                        <a:rPr lang="en-US" sz="1350" b="1" kern="1200" dirty="0">
                          <a:solidFill>
                            <a:schemeClr val="dk1"/>
                          </a:solidFill>
                          <a:effectLst/>
                          <a:latin typeface="Courier New" panose="02070309020205020404" pitchFamily="49" charset="0"/>
                          <a:ea typeface="+mn-ea"/>
                          <a:cs typeface="Courier New" panose="02070309020205020404" pitchFamily="49" charset="0"/>
                        </a:rPr>
                        <a:t>len</a:t>
                      </a:r>
                      <a:r>
                        <a:rPr lang="en-US" sz="1350" kern="1200" dirty="0">
                          <a:solidFill>
                            <a:schemeClr val="dk1"/>
                          </a:solidFill>
                          <a:effectLst/>
                          <a:latin typeface="Open Sans" panose="020B0606030504020204"/>
                          <a:ea typeface="+mn-ea"/>
                          <a:cs typeface="+mn-cs"/>
                        </a:rPr>
                        <a:t> function to obtain the number of items currently in the collection.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350" kern="1200" dirty="0">
                          <a:solidFill>
                            <a:schemeClr val="dk1"/>
                          </a:solidFill>
                          <a:effectLst/>
                          <a:latin typeface="Open Sans" panose="020B0606030504020204"/>
                          <a:ea typeface="+mn-ea"/>
                          <a:cs typeface="+mn-cs"/>
                        </a:rPr>
                        <a:t>Test for item membership</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kern="1200" dirty="0">
                          <a:solidFill>
                            <a:schemeClr val="dk1"/>
                          </a:solidFill>
                          <a:effectLst/>
                          <a:latin typeface="Open Sans" panose="020B0606030504020204"/>
                          <a:ea typeface="+mn-ea"/>
                          <a:cs typeface="+mn-cs"/>
                        </a:rPr>
                        <a:t>Use Python’s </a:t>
                      </a:r>
                      <a:r>
                        <a:rPr lang="en-US" sz="1350" b="1" kern="1200" dirty="0">
                          <a:solidFill>
                            <a:schemeClr val="dk1"/>
                          </a:solidFill>
                          <a:effectLst/>
                          <a:latin typeface="Courier New" panose="02070309020205020404" pitchFamily="49" charset="0"/>
                          <a:ea typeface="+mn-ea"/>
                          <a:cs typeface="Courier New" panose="02070309020205020404" pitchFamily="49" charset="0"/>
                        </a:rPr>
                        <a:t>in</a:t>
                      </a:r>
                      <a:r>
                        <a:rPr lang="en-US" sz="1350" kern="1200" dirty="0">
                          <a:solidFill>
                            <a:schemeClr val="dk1"/>
                          </a:solidFill>
                          <a:effectLst/>
                          <a:latin typeface="Open Sans" panose="020B0606030504020204"/>
                          <a:ea typeface="+mn-ea"/>
                          <a:cs typeface="+mn-cs"/>
                        </a:rPr>
                        <a:t> operator to search for a given target item in the collection. Returns </a:t>
                      </a:r>
                      <a:r>
                        <a:rPr lang="en-US" sz="1350" b="1" kern="1200" dirty="0">
                          <a:solidFill>
                            <a:schemeClr val="dk1"/>
                          </a:solidFill>
                          <a:effectLst/>
                          <a:latin typeface="Courier New" panose="02070309020205020404" pitchFamily="49" charset="0"/>
                          <a:ea typeface="+mn-ea"/>
                          <a:cs typeface="Courier New" panose="02070309020205020404" pitchFamily="49" charset="0"/>
                        </a:rPr>
                        <a:t>True</a:t>
                      </a:r>
                      <a:r>
                        <a:rPr lang="en-US" sz="1350" kern="1200" dirty="0">
                          <a:solidFill>
                            <a:schemeClr val="dk1"/>
                          </a:solidFill>
                          <a:effectLst/>
                          <a:latin typeface="Open Sans" panose="020B0606030504020204"/>
                          <a:ea typeface="+mn-ea"/>
                          <a:cs typeface="+mn-cs"/>
                        </a:rPr>
                        <a:t> if the item is found, or </a:t>
                      </a:r>
                      <a:r>
                        <a:rPr lang="en-US" sz="1350" b="1" kern="1200" dirty="0">
                          <a:solidFill>
                            <a:schemeClr val="dk1"/>
                          </a:solidFill>
                          <a:effectLst/>
                          <a:latin typeface="Courier New" panose="02070309020205020404" pitchFamily="49" charset="0"/>
                          <a:ea typeface="+mn-ea"/>
                          <a:cs typeface="Courier New" panose="02070309020205020404" pitchFamily="49" charset="0"/>
                        </a:rPr>
                        <a:t>False</a:t>
                      </a:r>
                      <a:r>
                        <a:rPr lang="en-US" sz="1350" kern="1200" dirty="0">
                          <a:solidFill>
                            <a:schemeClr val="dk1"/>
                          </a:solidFill>
                          <a:effectLst/>
                          <a:latin typeface="Open Sans" panose="020B0606030504020204"/>
                          <a:ea typeface="+mn-ea"/>
                          <a:cs typeface="+mn-cs"/>
                        </a:rPr>
                        <a:t> otherwise.</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350" kern="1200" dirty="0">
                          <a:solidFill>
                            <a:schemeClr val="dk1"/>
                          </a:solidFill>
                          <a:effectLst/>
                          <a:latin typeface="Open Sans" panose="020B0606030504020204"/>
                          <a:ea typeface="+mn-ea"/>
                          <a:cs typeface="+mn-cs"/>
                        </a:rPr>
                        <a:t>Traverse the collection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kern="1200" dirty="0">
                          <a:solidFill>
                            <a:schemeClr val="dk1"/>
                          </a:solidFill>
                          <a:effectLst/>
                          <a:latin typeface="Open Sans" panose="020B0606030504020204"/>
                          <a:ea typeface="+mn-ea"/>
                          <a:cs typeface="+mn-cs"/>
                        </a:rPr>
                        <a:t>Use Python’s </a:t>
                      </a:r>
                      <a:r>
                        <a:rPr lang="en-US" sz="1350" b="1" kern="1200" dirty="0">
                          <a:solidFill>
                            <a:schemeClr val="dk1"/>
                          </a:solidFill>
                          <a:effectLst/>
                          <a:latin typeface="Courier New" panose="02070309020205020404" pitchFamily="49" charset="0"/>
                          <a:ea typeface="+mn-ea"/>
                          <a:cs typeface="Courier New" panose="02070309020205020404" pitchFamily="49" charset="0"/>
                        </a:rPr>
                        <a:t>for</a:t>
                      </a:r>
                      <a:r>
                        <a:rPr lang="en-US" sz="1350" kern="1200" dirty="0">
                          <a:solidFill>
                            <a:schemeClr val="dk1"/>
                          </a:solidFill>
                          <a:effectLst/>
                          <a:latin typeface="Open Sans" panose="020B0606030504020204"/>
                          <a:ea typeface="+mn-ea"/>
                          <a:cs typeface="+mn-cs"/>
                        </a:rPr>
                        <a:t> loop to visit each item in the collection. The order in which the items are visited depends upon the type of collection.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1350" kern="1200" dirty="0">
                          <a:solidFill>
                            <a:schemeClr val="dk1"/>
                          </a:solidFill>
                          <a:effectLst/>
                          <a:latin typeface="Open Sans" panose="020B0606030504020204"/>
                          <a:ea typeface="+mn-ea"/>
                          <a:cs typeface="+mn-cs"/>
                        </a:rPr>
                        <a:t>Obtain a string representation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kern="1200" dirty="0">
                          <a:solidFill>
                            <a:schemeClr val="dk1"/>
                          </a:solidFill>
                          <a:effectLst/>
                          <a:latin typeface="Open Sans" panose="020B0606030504020204"/>
                          <a:ea typeface="+mn-ea"/>
                          <a:cs typeface="+mn-cs"/>
                        </a:rPr>
                        <a:t>Use Python’s </a:t>
                      </a:r>
                      <a:r>
                        <a:rPr lang="en-US" sz="1350" b="1" kern="1200" dirty="0">
                          <a:solidFill>
                            <a:schemeClr val="dk1"/>
                          </a:solidFill>
                          <a:effectLst/>
                          <a:latin typeface="Courier New" panose="02070309020205020404" pitchFamily="49" charset="0"/>
                          <a:ea typeface="+mn-ea"/>
                          <a:cs typeface="Courier New" panose="02070309020205020404" pitchFamily="49" charset="0"/>
                        </a:rPr>
                        <a:t>str</a:t>
                      </a:r>
                      <a:r>
                        <a:rPr lang="en-US" sz="1350" kern="1200" dirty="0">
                          <a:solidFill>
                            <a:schemeClr val="dk1"/>
                          </a:solidFill>
                          <a:effectLst/>
                          <a:latin typeface="Open Sans" panose="020B0606030504020204"/>
                          <a:ea typeface="+mn-ea"/>
                          <a:cs typeface="+mn-cs"/>
                        </a:rPr>
                        <a:t> function to obtain the string representation of the collection.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sz="1350" kern="1200" dirty="0">
                          <a:solidFill>
                            <a:schemeClr val="dk1"/>
                          </a:solidFill>
                          <a:effectLst/>
                          <a:latin typeface="Open Sans" panose="020B0606030504020204"/>
                          <a:ea typeface="+mn-ea"/>
                          <a:cs typeface="+mn-cs"/>
                        </a:rPr>
                        <a:t>Test for equality</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kern="1200" dirty="0">
                          <a:solidFill>
                            <a:schemeClr val="dk1"/>
                          </a:solidFill>
                          <a:effectLst/>
                          <a:latin typeface="Open Sans" panose="020B0606030504020204"/>
                          <a:ea typeface="+mn-ea"/>
                          <a:cs typeface="+mn-cs"/>
                        </a:rPr>
                        <a:t>Use Python’s </a:t>
                      </a:r>
                      <a:r>
                        <a:rPr lang="en-US" sz="1350" b="1" kern="1200" dirty="0">
                          <a:solidFill>
                            <a:schemeClr val="dk1"/>
                          </a:solidFill>
                          <a:effectLst/>
                          <a:latin typeface="Courier New" panose="02070309020205020404" pitchFamily="49" charset="0"/>
                          <a:ea typeface="+mn-ea"/>
                          <a:cs typeface="Courier New" panose="02070309020205020404" pitchFamily="49" charset="0"/>
                        </a:rPr>
                        <a:t>==</a:t>
                      </a:r>
                      <a:r>
                        <a:rPr lang="en-US" sz="1350" kern="1200" dirty="0">
                          <a:solidFill>
                            <a:schemeClr val="dk1"/>
                          </a:solidFill>
                          <a:effectLst/>
                          <a:latin typeface="Open Sans" panose="020B0606030504020204"/>
                          <a:ea typeface="+mn-ea"/>
                          <a:cs typeface="+mn-cs"/>
                        </a:rPr>
                        <a:t> operator to determine whether two collections are equal. Two collections are equal if they are of the same type and contain the same items. The order in which pairs of items are compared depends on the type of collection.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9891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Operations on Collections </a:t>
            </a:r>
            <a:r>
              <a:rPr lang="en-US" sz="2000" dirty="0"/>
              <a:t>(2 of 2)</a:t>
            </a:r>
          </a:p>
        </p:txBody>
      </p:sp>
      <p:graphicFrame>
        <p:nvGraphicFramePr>
          <p:cNvPr id="8" name="Content Placeholder 7" descr="Table is accessible to screenreaders"/>
          <p:cNvGraphicFramePr>
            <a:graphicFrameLocks noGrp="1"/>
          </p:cNvGraphicFramePr>
          <p:nvPr>
            <p:ph idx="1"/>
            <p:extLst>
              <p:ext uri="{D42A27DB-BD31-4B8C-83A1-F6EECF244321}">
                <p14:modId xmlns:p14="http://schemas.microsoft.com/office/powerpoint/2010/main" val="1208730429"/>
              </p:ext>
            </p:extLst>
          </p:nvPr>
        </p:nvGraphicFramePr>
        <p:xfrm>
          <a:off x="1267843" y="1825625"/>
          <a:ext cx="6890385" cy="3891280"/>
        </p:xfrm>
        <a:graphic>
          <a:graphicData uri="http://schemas.openxmlformats.org/drawingml/2006/table">
            <a:tbl>
              <a:tblPr firstRow="1" bandRow="1">
                <a:tableStyleId>{5C22544A-7EE6-4342-B048-85BDC9FD1C3A}</a:tableStyleId>
              </a:tblPr>
              <a:tblGrid>
                <a:gridCol w="2927985">
                  <a:extLst>
                    <a:ext uri="{9D8B030D-6E8A-4147-A177-3AD203B41FA5}">
                      <a16:colId xmlns:a16="http://schemas.microsoft.com/office/drawing/2014/main" val="20000"/>
                    </a:ext>
                  </a:extLst>
                </a:gridCol>
                <a:gridCol w="3962400">
                  <a:extLst>
                    <a:ext uri="{9D8B030D-6E8A-4147-A177-3AD203B41FA5}">
                      <a16:colId xmlns:a16="http://schemas.microsoft.com/office/drawing/2014/main" val="20001"/>
                    </a:ext>
                  </a:extLst>
                </a:gridCol>
              </a:tblGrid>
              <a:tr h="304800">
                <a:tc>
                  <a:txBody>
                    <a:bodyPr/>
                    <a:lstStyle/>
                    <a:p>
                      <a:r>
                        <a:rPr lang="en-US" dirty="0">
                          <a:solidFill>
                            <a:schemeClr val="bg2">
                              <a:lumMod val="10000"/>
                            </a:schemeClr>
                          </a:solidFill>
                          <a:latin typeface="Open Sans" panose="020B0606030504020204"/>
                          <a:ea typeface="Open Sans" panose="020B0606030504020204" pitchFamily="34" charset="0"/>
                          <a:cs typeface="Open Sans" panose="020B0606030504020204" pitchFamily="34" charset="0"/>
                        </a:rPr>
                        <a:t>Category of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ea typeface="Open Sans" panose="020B0606030504020204" pitchFamily="34" charset="0"/>
                          <a:cs typeface="Open Sans" panose="020B060603050402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7216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Concatenate two collections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Use Python’s </a:t>
                      </a:r>
                      <a:r>
                        <a:rPr lang="en-US" sz="1350" b="1" dirty="0">
                          <a:effectLst/>
                          <a:latin typeface="Courier New" panose="02070309020205020404" pitchFamily="49" charset="0"/>
                          <a:ea typeface="MS Mincho"/>
                          <a:cs typeface="Courier New" panose="02070309020205020404" pitchFamily="49" charset="0"/>
                        </a:rPr>
                        <a:t>+</a:t>
                      </a:r>
                      <a:r>
                        <a:rPr lang="en-US" sz="1350" dirty="0">
                          <a:effectLst/>
                          <a:latin typeface="Open Sans" panose="020B0606030504020204"/>
                          <a:ea typeface="MS Mincho"/>
                          <a:cs typeface="Calibri" panose="020F0502020204030204" pitchFamily="34" charset="0"/>
                        </a:rPr>
                        <a:t> operator to obtain a new collection of the same type as the operands, and containing the items in the two operands.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91694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Convert to another type of collection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Create a new collection with the same items as a source collection. Cloning is a special case of type conversion, where the two collections are of the same type.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7498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Insert an item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Add the item to the collection, possibly at a given position.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2070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Remove an item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Remove the item from the collection, possibly at a given position.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9022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Replace an item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Combine removal and insertion into one operation.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Access or retrieve an item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Obtain an item, possibly at a given position.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48532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981950" cy="549273"/>
          </a:xfrm>
        </p:spPr>
        <p:txBody>
          <a:bodyPr/>
          <a:lstStyle/>
          <a:p>
            <a:r>
              <a:rPr lang="en-US" b="1" dirty="0"/>
              <a:t>Fundamental Operations on All Collection Types</a:t>
            </a:r>
          </a:p>
        </p:txBody>
      </p:sp>
      <p:sp>
        <p:nvSpPr>
          <p:cNvPr id="3" name="Content Placeholder 2"/>
          <p:cNvSpPr>
            <a:spLocks noGrp="1"/>
          </p:cNvSpPr>
          <p:nvPr>
            <p:ph idx="1"/>
          </p:nvPr>
        </p:nvSpPr>
        <p:spPr>
          <a:xfrm>
            <a:off x="628650" y="1825625"/>
            <a:ext cx="7886700" cy="3508375"/>
          </a:xfrm>
        </p:spPr>
        <p:txBody>
          <a:bodyPr/>
          <a:lstStyle/>
          <a:p>
            <a:pPr marL="291600" indent="-291600">
              <a:spcBef>
                <a:spcPts val="1000"/>
              </a:spcBef>
            </a:pPr>
            <a:r>
              <a:rPr lang="en-US" dirty="0"/>
              <a:t>Note that several of these operations are associated with standard Python operators, functions, or control statements:</a:t>
            </a:r>
          </a:p>
          <a:p>
            <a:pPr lvl="1">
              <a:spcBef>
                <a:spcPts val="1000"/>
              </a:spcBef>
            </a:pPr>
            <a:r>
              <a:rPr lang="en-US" dirty="0"/>
              <a:t>Such as  </a:t>
            </a:r>
            <a:r>
              <a:rPr lang="en-US" b="1" dirty="0">
                <a:latin typeface="Courier New" panose="02070309020205020404" pitchFamily="49" charset="0"/>
                <a:cs typeface="Courier New" panose="02070309020205020404" pitchFamily="49" charset="0"/>
              </a:rPr>
              <a:t>in</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len</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str</a:t>
            </a:r>
            <a:r>
              <a:rPr lang="en-US" dirty="0"/>
              <a:t>, and the </a:t>
            </a:r>
            <a:r>
              <a:rPr lang="en-US" b="1" dirty="0">
                <a:latin typeface="Courier New" panose="02070309020205020404" pitchFamily="49" charset="0"/>
                <a:cs typeface="Courier New" panose="02070309020205020404" pitchFamily="49" charset="0"/>
              </a:rPr>
              <a:t>for</a:t>
            </a:r>
            <a:r>
              <a:rPr lang="en-US" b="1" dirty="0"/>
              <a:t> </a:t>
            </a:r>
            <a:r>
              <a:rPr lang="en-US" dirty="0"/>
              <a:t> loop</a:t>
            </a:r>
          </a:p>
          <a:p>
            <a:pPr marL="291600" indent="-291600">
              <a:spcBef>
                <a:spcPts val="1000"/>
              </a:spcBef>
            </a:pPr>
            <a:r>
              <a:rPr lang="en-US" dirty="0"/>
              <a:t>There is no single name for</a:t>
            </a:r>
          </a:p>
          <a:p>
            <a:pPr lvl="1">
              <a:spcBef>
                <a:spcPts val="1000"/>
              </a:spcBef>
            </a:pPr>
            <a:r>
              <a:rPr lang="en-US" dirty="0"/>
              <a:t>Insertion, removal, replacement, or access operations in Python</a:t>
            </a:r>
          </a:p>
          <a:p>
            <a:pPr marL="291600" indent="-291600">
              <a:spcBef>
                <a:spcPts val="1000"/>
              </a:spcBef>
            </a:pPr>
            <a:r>
              <a:rPr lang="en-US" dirty="0"/>
              <a:t>There are a few standard variations:</a:t>
            </a:r>
          </a:p>
          <a:p>
            <a:pPr lvl="1">
              <a:spcBef>
                <a:spcPts val="1000"/>
              </a:spcBef>
            </a:pPr>
            <a:r>
              <a:rPr lang="en-US" dirty="0"/>
              <a:t>The method </a:t>
            </a:r>
            <a:r>
              <a:rPr lang="en-US" b="1" dirty="0">
                <a:latin typeface="Courier New" panose="02070309020205020404" pitchFamily="49" charset="0"/>
                <a:cs typeface="Courier New" panose="02070309020205020404" pitchFamily="49" charset="0"/>
              </a:rPr>
              <a:t>pop</a:t>
            </a:r>
            <a:r>
              <a:rPr lang="en-US" dirty="0"/>
              <a:t> is used to remove items at given positions from a Python list or values at given keys from a Python dictionary </a:t>
            </a:r>
          </a:p>
          <a:p>
            <a:pPr lvl="1">
              <a:spcBef>
                <a:spcPts val="1000"/>
              </a:spcBef>
            </a:pPr>
            <a:r>
              <a:rPr lang="en-US" dirty="0"/>
              <a:t>The method </a:t>
            </a:r>
            <a:r>
              <a:rPr lang="en-US" b="1" dirty="0">
                <a:latin typeface="Courier New" panose="02070309020205020404" pitchFamily="49" charset="0"/>
                <a:cs typeface="Courier New" panose="02070309020205020404" pitchFamily="49" charset="0"/>
              </a:rPr>
              <a:t>remove</a:t>
            </a:r>
            <a:r>
              <a:rPr lang="en-US" dirty="0"/>
              <a:t> is used to remove given items from a Python set or a Python list</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43281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Type Conversion </a:t>
            </a:r>
            <a:r>
              <a:rPr lang="en-US" sz="2000" dirty="0"/>
              <a:t>(1 of 2)</a:t>
            </a:r>
          </a:p>
        </p:txBody>
      </p:sp>
      <p:sp>
        <p:nvSpPr>
          <p:cNvPr id="3" name="Content Placeholder 2"/>
          <p:cNvSpPr>
            <a:spLocks noGrp="1"/>
          </p:cNvSpPr>
          <p:nvPr>
            <p:ph idx="1"/>
          </p:nvPr>
        </p:nvSpPr>
        <p:spPr>
          <a:xfrm>
            <a:off x="628650" y="1825625"/>
            <a:ext cx="8362950" cy="2289175"/>
          </a:xfrm>
        </p:spPr>
        <p:txBody>
          <a:bodyPr>
            <a:normAutofit/>
          </a:bodyPr>
          <a:lstStyle/>
          <a:p>
            <a:pPr marL="291600" indent="-291600">
              <a:spcBef>
                <a:spcPts val="1000"/>
              </a:spcBef>
            </a:pPr>
            <a:r>
              <a:rPr lang="en-US" dirty="0"/>
              <a:t>You might already know about type conversion from its use in the input of numbers:</a:t>
            </a:r>
          </a:p>
          <a:p>
            <a:pPr lvl="1">
              <a:spcBef>
                <a:spcPts val="1000"/>
              </a:spcBef>
            </a:pPr>
            <a:r>
              <a:rPr lang="en-US" dirty="0"/>
              <a:t>Convert a string of digits from the keyboard to an </a:t>
            </a:r>
            <a:r>
              <a:rPr lang="en-US" b="1" dirty="0">
                <a:latin typeface="Courier New" panose="02070309020205020404" pitchFamily="49" charset="0"/>
                <a:cs typeface="Courier New" panose="02070309020205020404" pitchFamily="49" charset="0"/>
              </a:rPr>
              <a:t>int</a:t>
            </a:r>
            <a:r>
              <a:rPr lang="en-US" dirty="0"/>
              <a:t> or </a:t>
            </a:r>
            <a:r>
              <a:rPr lang="en-US" b="1" dirty="0">
                <a:latin typeface="Courier New" panose="02070309020205020404" pitchFamily="49" charset="0"/>
                <a:cs typeface="Courier New" panose="02070309020205020404" pitchFamily="49" charset="0"/>
              </a:rPr>
              <a:t>float</a:t>
            </a:r>
            <a:r>
              <a:rPr lang="en-US" dirty="0"/>
              <a:t> by applying the </a:t>
            </a:r>
            <a:r>
              <a:rPr lang="en-US" b="1" dirty="0">
                <a:latin typeface="Courier New" panose="02070309020205020404" pitchFamily="49" charset="0"/>
                <a:cs typeface="Courier New" panose="02070309020205020404" pitchFamily="49" charset="0"/>
              </a:rPr>
              <a:t>int </a:t>
            </a:r>
            <a:r>
              <a:rPr lang="en-US" dirty="0"/>
              <a:t>or </a:t>
            </a:r>
            <a:r>
              <a:rPr lang="en-US" b="1" dirty="0">
                <a:latin typeface="Courier New" panose="02070309020205020404" pitchFamily="49" charset="0"/>
                <a:cs typeface="Courier New" panose="02070309020205020404" pitchFamily="49" charset="0"/>
              </a:rPr>
              <a:t>float</a:t>
            </a:r>
            <a:r>
              <a:rPr lang="en-US" dirty="0"/>
              <a:t> function to the input string</a:t>
            </a:r>
          </a:p>
          <a:p>
            <a:pPr marL="291600" indent="-291600">
              <a:spcBef>
                <a:spcPts val="1000"/>
              </a:spcBef>
            </a:pPr>
            <a:r>
              <a:rPr lang="en-US" dirty="0"/>
              <a:t>You can convert one type of collection to another type of collection in a similar manner:</a:t>
            </a:r>
          </a:p>
          <a:p>
            <a:pPr lvl="1">
              <a:spcBef>
                <a:spcPts val="1000"/>
              </a:spcBef>
            </a:pPr>
            <a:r>
              <a:rPr lang="en-US" dirty="0"/>
              <a:t>Converting a Python string to a Python list and a Python list to a Python tuple:</a:t>
            </a:r>
          </a:p>
        </p:txBody>
      </p:sp>
      <p:sp>
        <p:nvSpPr>
          <p:cNvPr id="5" name="Content Placeholder 4"/>
          <p:cNvSpPr>
            <a:spLocks noGrp="1"/>
          </p:cNvSpPr>
          <p:nvPr>
            <p:ph sz="quarter" idx="12"/>
          </p:nvPr>
        </p:nvSpPr>
        <p:spPr>
          <a:xfrm>
            <a:off x="681917" y="4199136"/>
            <a:ext cx="8286750" cy="1515863"/>
          </a:xfrm>
        </p:spPr>
        <p:txBody>
          <a:bodyPr>
            <a:normAutofit/>
          </a:bodyPr>
          <a:lstStyle/>
          <a:p>
            <a:pPr marL="514350" lvl="2" indent="0" algn="just">
              <a:spcBef>
                <a:spcPts val="0"/>
              </a:spcBef>
              <a:buNone/>
            </a:pPr>
            <a:r>
              <a:rPr lang="en-US" b="1" dirty="0">
                <a:latin typeface="Courier New" panose="02070309020205020404" pitchFamily="49" charset="0"/>
                <a:ea typeface="MS Mincho"/>
                <a:cs typeface="20"/>
              </a:rPr>
              <a:t>&gt;&gt;&gt; message = </a:t>
            </a:r>
            <a:r>
              <a:rPr lang="en-US" b="1" dirty="0">
                <a:solidFill>
                  <a:srgbClr val="006800"/>
                </a:solidFill>
                <a:latin typeface="Courier New" panose="02070309020205020404" pitchFamily="49" charset="0"/>
                <a:ea typeface="MS Mincho"/>
                <a:cs typeface="20"/>
              </a:rPr>
              <a:t>"Hi there!"</a:t>
            </a:r>
            <a:endParaRPr lang="en-US" dirty="0">
              <a:solidFill>
                <a:srgbClr val="006800"/>
              </a:solidFill>
              <a:latin typeface="20"/>
              <a:ea typeface="MS Mincho"/>
              <a:cs typeface="20"/>
            </a:endParaRPr>
          </a:p>
          <a:p>
            <a:pPr marL="514350" lvl="2" indent="0" algn="just">
              <a:spcBef>
                <a:spcPts val="0"/>
              </a:spcBef>
              <a:buNone/>
            </a:pPr>
            <a:r>
              <a:rPr lang="en-US" b="1" dirty="0">
                <a:latin typeface="Courier New" panose="02070309020205020404" pitchFamily="49" charset="0"/>
                <a:ea typeface="MS Mincho"/>
                <a:cs typeface="20"/>
              </a:rPr>
              <a:t>&gt;&gt;&gt; </a:t>
            </a:r>
            <a:r>
              <a:rPr lang="en-US" b="1" dirty="0" err="1">
                <a:latin typeface="Courier New" panose="02070309020205020404" pitchFamily="49" charset="0"/>
                <a:ea typeface="MS Mincho"/>
                <a:cs typeface="20"/>
              </a:rPr>
              <a:t>lyst</a:t>
            </a:r>
            <a:r>
              <a:rPr lang="en-US" b="1" dirty="0">
                <a:latin typeface="Courier New" panose="02070309020205020404" pitchFamily="49" charset="0"/>
                <a:ea typeface="MS Mincho"/>
                <a:cs typeface="20"/>
              </a:rPr>
              <a:t> = </a:t>
            </a:r>
            <a:r>
              <a:rPr lang="en-US" b="1" dirty="0">
                <a:solidFill>
                  <a:srgbClr val="660066"/>
                </a:solidFill>
                <a:latin typeface="Courier New" panose="02070309020205020404" pitchFamily="49" charset="0"/>
                <a:ea typeface="MS Mincho"/>
                <a:cs typeface="20"/>
              </a:rPr>
              <a:t>list</a:t>
            </a:r>
            <a:r>
              <a:rPr lang="en-US" b="1" dirty="0">
                <a:latin typeface="Courier New" panose="02070309020205020404" pitchFamily="49" charset="0"/>
                <a:ea typeface="MS Mincho"/>
                <a:cs typeface="20"/>
              </a:rPr>
              <a:t>(message)</a:t>
            </a:r>
            <a:endParaRPr lang="en-US" dirty="0">
              <a:latin typeface="20"/>
              <a:ea typeface="MS Mincho"/>
              <a:cs typeface="20"/>
            </a:endParaRPr>
          </a:p>
          <a:p>
            <a:pPr marL="514350" lvl="2" indent="0" algn="just">
              <a:spcBef>
                <a:spcPts val="0"/>
              </a:spcBef>
              <a:buNone/>
            </a:pPr>
            <a:r>
              <a:rPr lang="en-US" b="1" dirty="0">
                <a:latin typeface="Courier New" panose="02070309020205020404" pitchFamily="49" charset="0"/>
                <a:ea typeface="MS Mincho"/>
                <a:cs typeface="20"/>
              </a:rPr>
              <a:t>&gt;&gt;&gt; </a:t>
            </a:r>
            <a:r>
              <a:rPr lang="en-US" b="1" dirty="0" err="1">
                <a:latin typeface="Courier New" panose="02070309020205020404" pitchFamily="49" charset="0"/>
                <a:ea typeface="MS Mincho"/>
                <a:cs typeface="20"/>
              </a:rPr>
              <a:t>lyst</a:t>
            </a:r>
            <a:endParaRPr lang="en-US" dirty="0">
              <a:latin typeface="20"/>
              <a:ea typeface="MS Mincho"/>
              <a:cs typeface="20"/>
            </a:endParaRPr>
          </a:p>
          <a:p>
            <a:pPr marL="514350" lvl="2" indent="0" algn="just">
              <a:spcBef>
                <a:spcPts val="0"/>
              </a:spcBef>
              <a:buNone/>
            </a:pPr>
            <a:r>
              <a:rPr lang="en-US" b="1" dirty="0">
                <a:solidFill>
                  <a:srgbClr val="0000FF"/>
                </a:solidFill>
                <a:latin typeface="Courier New" panose="02070309020205020404" pitchFamily="49" charset="0"/>
                <a:ea typeface="MS Mincho"/>
                <a:cs typeface="20"/>
              </a:rPr>
              <a:t>['H', '</a:t>
            </a:r>
            <a:r>
              <a:rPr lang="en-US" b="1" dirty="0" err="1">
                <a:solidFill>
                  <a:srgbClr val="0000FF"/>
                </a:solidFill>
                <a:latin typeface="Courier New" panose="02070309020205020404" pitchFamily="49" charset="0"/>
                <a:ea typeface="MS Mincho"/>
                <a:cs typeface="20"/>
              </a:rPr>
              <a:t>i</a:t>
            </a:r>
            <a:r>
              <a:rPr lang="en-US" b="1" dirty="0">
                <a:solidFill>
                  <a:srgbClr val="0000FF"/>
                </a:solidFill>
                <a:latin typeface="Courier New" panose="02070309020205020404" pitchFamily="49" charset="0"/>
                <a:ea typeface="MS Mincho"/>
                <a:cs typeface="20"/>
              </a:rPr>
              <a:t>', ' ', 't', 'h', 'e', 'r', 'e', '!']</a:t>
            </a:r>
            <a:endParaRPr lang="en-US" dirty="0">
              <a:latin typeface="20"/>
              <a:ea typeface="MS Mincho"/>
              <a:cs typeface="20"/>
            </a:endParaRPr>
          </a:p>
          <a:p>
            <a:pPr marL="514350" lvl="2" indent="0" algn="just">
              <a:spcBef>
                <a:spcPts val="0"/>
              </a:spcBef>
              <a:buNone/>
            </a:pPr>
            <a:r>
              <a:rPr lang="en-US" b="1" dirty="0">
                <a:latin typeface="Courier New" panose="02070309020205020404" pitchFamily="49" charset="0"/>
                <a:ea typeface="MS Mincho"/>
                <a:cs typeface="20"/>
              </a:rPr>
              <a:t>&gt;&gt;&gt; </a:t>
            </a:r>
            <a:r>
              <a:rPr lang="en-US" b="1" dirty="0" err="1">
                <a:latin typeface="Courier New" panose="02070309020205020404" pitchFamily="49" charset="0"/>
                <a:ea typeface="MS Mincho"/>
                <a:cs typeface="20"/>
              </a:rPr>
              <a:t>toople</a:t>
            </a:r>
            <a:r>
              <a:rPr lang="en-US" b="1" dirty="0">
                <a:latin typeface="Courier New" panose="02070309020205020404" pitchFamily="49" charset="0"/>
                <a:ea typeface="MS Mincho"/>
                <a:cs typeface="20"/>
              </a:rPr>
              <a:t> = </a:t>
            </a:r>
            <a:r>
              <a:rPr lang="en-US" b="1" dirty="0">
                <a:solidFill>
                  <a:srgbClr val="660066"/>
                </a:solidFill>
                <a:latin typeface="Courier New" panose="02070309020205020404" pitchFamily="49" charset="0"/>
                <a:ea typeface="MS Mincho"/>
                <a:cs typeface="20"/>
              </a:rPr>
              <a:t>tuple</a:t>
            </a:r>
            <a:r>
              <a:rPr lang="en-US" b="1" dirty="0">
                <a:latin typeface="Courier New" panose="02070309020205020404" pitchFamily="49" charset="0"/>
                <a:ea typeface="MS Mincho"/>
                <a:cs typeface="20"/>
              </a:rPr>
              <a:t>(</a:t>
            </a:r>
            <a:r>
              <a:rPr lang="en-US" b="1" dirty="0" err="1">
                <a:latin typeface="Courier New" panose="02070309020205020404" pitchFamily="49" charset="0"/>
                <a:ea typeface="MS Mincho"/>
                <a:cs typeface="20"/>
              </a:rPr>
              <a:t>lyst</a:t>
            </a:r>
            <a:r>
              <a:rPr lang="en-US" b="1" dirty="0">
                <a:latin typeface="Courier New" panose="02070309020205020404" pitchFamily="49" charset="0"/>
                <a:ea typeface="MS Mincho"/>
                <a:cs typeface="20"/>
              </a:rPr>
              <a:t>)</a:t>
            </a:r>
            <a:endParaRPr lang="en-US" dirty="0">
              <a:latin typeface="20"/>
              <a:ea typeface="MS Mincho"/>
              <a:cs typeface="20"/>
            </a:endParaRPr>
          </a:p>
          <a:p>
            <a:pPr marL="514350" lvl="2" indent="0" algn="just">
              <a:spcBef>
                <a:spcPts val="0"/>
              </a:spcBef>
              <a:buNone/>
            </a:pPr>
            <a:r>
              <a:rPr lang="en-US" b="1" dirty="0">
                <a:latin typeface="Courier New" panose="02070309020205020404" pitchFamily="49" charset="0"/>
                <a:ea typeface="MS Mincho"/>
                <a:cs typeface="20"/>
              </a:rPr>
              <a:t>&gt;&gt;&gt; </a:t>
            </a:r>
            <a:r>
              <a:rPr lang="en-US" b="1" dirty="0" err="1">
                <a:latin typeface="Courier New" panose="02070309020205020404" pitchFamily="49" charset="0"/>
                <a:ea typeface="MS Mincho"/>
                <a:cs typeface="20"/>
              </a:rPr>
              <a:t>toople</a:t>
            </a:r>
            <a:endParaRPr lang="en-US" dirty="0">
              <a:latin typeface="20"/>
              <a:ea typeface="MS Mincho"/>
              <a:cs typeface="20"/>
            </a:endParaRPr>
          </a:p>
          <a:p>
            <a:pPr marL="514350" lvl="2" indent="0" algn="just">
              <a:spcBef>
                <a:spcPts val="0"/>
              </a:spcBef>
              <a:buNone/>
            </a:pPr>
            <a:r>
              <a:rPr lang="en-US" b="1" dirty="0">
                <a:solidFill>
                  <a:srgbClr val="0000FF"/>
                </a:solidFill>
                <a:latin typeface="Courier New" panose="02070309020205020404" pitchFamily="49" charset="0"/>
                <a:ea typeface="MS Mincho"/>
              </a:rPr>
              <a:t>('H', '</a:t>
            </a:r>
            <a:r>
              <a:rPr lang="en-US" b="1" dirty="0" err="1">
                <a:solidFill>
                  <a:srgbClr val="0000FF"/>
                </a:solidFill>
                <a:latin typeface="Courier New" panose="02070309020205020404" pitchFamily="49" charset="0"/>
                <a:ea typeface="MS Mincho"/>
              </a:rPr>
              <a:t>i</a:t>
            </a:r>
            <a:r>
              <a:rPr lang="en-US" b="1" dirty="0">
                <a:solidFill>
                  <a:srgbClr val="0000FF"/>
                </a:solidFill>
                <a:latin typeface="Courier New" panose="02070309020205020404" pitchFamily="49" charset="0"/>
                <a:ea typeface="MS Mincho"/>
              </a:rPr>
              <a:t>', ' ', 't', 'h', 'e', 'r', 'e', '!')</a:t>
            </a:r>
            <a:endParaRPr lang="en-IN"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78486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Type Conversion </a:t>
            </a:r>
            <a:r>
              <a:rPr lang="en-US" sz="2000" dirty="0"/>
              <a:t>(2 of 2)</a:t>
            </a:r>
          </a:p>
        </p:txBody>
      </p:sp>
      <p:sp>
        <p:nvSpPr>
          <p:cNvPr id="3" name="Content Placeholder 2"/>
          <p:cNvSpPr>
            <a:spLocks noGrp="1"/>
          </p:cNvSpPr>
          <p:nvPr>
            <p:ph idx="1"/>
          </p:nvPr>
        </p:nvSpPr>
        <p:spPr>
          <a:xfrm>
            <a:off x="628650" y="1825626"/>
            <a:ext cx="7886700" cy="372340"/>
          </a:xfrm>
        </p:spPr>
        <p:txBody>
          <a:bodyPr>
            <a:normAutofit/>
          </a:bodyPr>
          <a:lstStyle/>
          <a:p>
            <a:pPr marL="291600" indent="-291600">
              <a:spcBef>
                <a:spcPts val="1000"/>
              </a:spcBef>
            </a:pPr>
            <a:r>
              <a:rPr lang="en-US" dirty="0"/>
              <a:t>Creating a list from a range:</a:t>
            </a:r>
            <a:endParaRPr lang="en-US" dirty="0">
              <a:latin typeface="Open Sans Regular"/>
              <a:ea typeface="MS Mincho"/>
            </a:endParaRPr>
          </a:p>
        </p:txBody>
      </p:sp>
      <p:sp>
        <p:nvSpPr>
          <p:cNvPr id="5" name="Content Placeholder 4"/>
          <p:cNvSpPr>
            <a:spLocks noGrp="1"/>
          </p:cNvSpPr>
          <p:nvPr>
            <p:ph sz="quarter" idx="12"/>
          </p:nvPr>
        </p:nvSpPr>
        <p:spPr>
          <a:xfrm>
            <a:off x="619772" y="2272682"/>
            <a:ext cx="4597340" cy="649552"/>
          </a:xfrm>
        </p:spPr>
        <p:txBody>
          <a:bodyPr/>
          <a:lstStyle/>
          <a:p>
            <a:pPr marL="514350" lvl="2"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list</a:t>
            </a:r>
            <a:r>
              <a:rPr lang="en-US" b="1" dirty="0">
                <a:latin typeface="Courier New" panose="02070309020205020404" pitchFamily="49" charset="0"/>
                <a:ea typeface="MS Mincho"/>
                <a:cs typeface="Bank Gothic Bold"/>
              </a:rPr>
              <a:t>(</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a:t>
            </a:r>
            <a:endParaRPr lang="en-US" sz="1000" dirty="0">
              <a:latin typeface="Bank Gothic Bold"/>
              <a:ea typeface="MS Mincho"/>
              <a:cs typeface="Bank Gothic Bold"/>
            </a:endParaRPr>
          </a:p>
          <a:p>
            <a:pPr marL="514350" lvl="2"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endParaRPr lang="en-US" sz="1000" dirty="0">
              <a:latin typeface="Bank Gothic Bold"/>
              <a:ea typeface="MS Mincho"/>
              <a:cs typeface="Bank Gothic Bold"/>
            </a:endParaRPr>
          </a:p>
          <a:p>
            <a:pPr marL="514350" lvl="2" indent="0">
              <a:spcBef>
                <a:spcPts val="0"/>
              </a:spcBef>
              <a:buNone/>
            </a:pPr>
            <a:r>
              <a:rPr lang="en-US" b="1" dirty="0">
                <a:solidFill>
                  <a:srgbClr val="0000FF"/>
                </a:solidFill>
                <a:latin typeface="Courier New" panose="02070309020205020404" pitchFamily="49" charset="0"/>
                <a:ea typeface="MS Mincho"/>
              </a:rPr>
              <a:t>[1,</a:t>
            </a:r>
            <a:r>
              <a:rPr lang="en-US" b="1" dirty="0">
                <a:solidFill>
                  <a:srgbClr val="0000FF"/>
                </a:solidFill>
                <a:latin typeface="Times" panose="02020603050405020304" pitchFamily="18" charset="0"/>
                <a:ea typeface="MS Mincho"/>
              </a:rPr>
              <a:t> </a:t>
            </a:r>
            <a:r>
              <a:rPr lang="en-US" b="1" dirty="0">
                <a:solidFill>
                  <a:srgbClr val="0000FF"/>
                </a:solidFill>
                <a:latin typeface="Courier New" panose="02070309020205020404" pitchFamily="49" charset="0"/>
                <a:ea typeface="MS Mincho"/>
              </a:rPr>
              <a:t>3,</a:t>
            </a:r>
            <a:r>
              <a:rPr lang="en-US" b="1" dirty="0">
                <a:solidFill>
                  <a:srgbClr val="0000FF"/>
                </a:solidFill>
                <a:latin typeface="Times" panose="02020603050405020304" pitchFamily="18" charset="0"/>
                <a:ea typeface="MS Mincho"/>
              </a:rPr>
              <a:t> </a:t>
            </a:r>
            <a:r>
              <a:rPr lang="en-US" b="1" dirty="0">
                <a:solidFill>
                  <a:srgbClr val="0000FF"/>
                </a:solidFill>
                <a:latin typeface="Courier New" panose="02070309020205020404" pitchFamily="49" charset="0"/>
                <a:ea typeface="MS Mincho"/>
              </a:rPr>
              <a:t>5,</a:t>
            </a:r>
            <a:r>
              <a:rPr lang="en-US" b="1" dirty="0">
                <a:solidFill>
                  <a:srgbClr val="0000FF"/>
                </a:solidFill>
                <a:latin typeface="Times" panose="02020603050405020304" pitchFamily="18" charset="0"/>
                <a:ea typeface="MS Mincho"/>
              </a:rPr>
              <a:t> </a:t>
            </a:r>
            <a:r>
              <a:rPr lang="en-US" b="1" dirty="0">
                <a:solidFill>
                  <a:srgbClr val="0000FF"/>
                </a:solidFill>
                <a:latin typeface="Courier New" panose="02070309020205020404" pitchFamily="49" charset="0"/>
                <a:ea typeface="MS Mincho"/>
              </a:rPr>
              <a:t>7,</a:t>
            </a:r>
            <a:r>
              <a:rPr lang="en-US" b="1" dirty="0">
                <a:solidFill>
                  <a:srgbClr val="0000FF"/>
                </a:solidFill>
                <a:latin typeface="Times" panose="02020603050405020304" pitchFamily="18" charset="0"/>
                <a:ea typeface="MS Mincho"/>
              </a:rPr>
              <a:t> </a:t>
            </a:r>
            <a:r>
              <a:rPr lang="en-US" b="1" dirty="0">
                <a:solidFill>
                  <a:srgbClr val="0000FF"/>
                </a:solidFill>
                <a:latin typeface="Courier New" panose="02070309020205020404" pitchFamily="49" charset="0"/>
                <a:ea typeface="MS Mincho"/>
              </a:rPr>
              <a:t>9]</a:t>
            </a:r>
            <a:endParaRPr lang="en-IN" dirty="0"/>
          </a:p>
        </p:txBody>
      </p:sp>
      <p:sp>
        <p:nvSpPr>
          <p:cNvPr id="6" name="Content Placeholder 5"/>
          <p:cNvSpPr>
            <a:spLocks noGrp="1"/>
          </p:cNvSpPr>
          <p:nvPr>
            <p:ph sz="quarter" idx="13"/>
          </p:nvPr>
        </p:nvSpPr>
        <p:spPr>
          <a:xfrm>
            <a:off x="628650" y="3042817"/>
            <a:ext cx="8286750" cy="2135383"/>
          </a:xfrm>
        </p:spPr>
        <p:txBody>
          <a:bodyPr>
            <a:normAutofit/>
          </a:bodyPr>
          <a:lstStyle/>
          <a:p>
            <a:pPr marL="291600" indent="-291600">
              <a:spcBef>
                <a:spcPts val="1000"/>
              </a:spcBef>
            </a:pPr>
            <a:r>
              <a:rPr lang="en-US" dirty="0">
                <a:latin typeface="Open Sans Regular"/>
                <a:ea typeface="MS Mincho"/>
              </a:rPr>
              <a:t>Other functions expect more specific types of iterable objects as arguments,</a:t>
            </a:r>
          </a:p>
          <a:p>
            <a:pPr lvl="1">
              <a:spcBef>
                <a:spcPts val="1000"/>
              </a:spcBef>
            </a:pPr>
            <a:r>
              <a:rPr lang="en-US" dirty="0">
                <a:latin typeface="Open Sans Regular"/>
                <a:ea typeface="MS Mincho"/>
              </a:rPr>
              <a:t>Such as a list of (key, value) tuples</a:t>
            </a:r>
          </a:p>
          <a:p>
            <a:pPr marL="291600" indent="-291600">
              <a:spcBef>
                <a:spcPts val="1000"/>
              </a:spcBef>
            </a:pPr>
            <a:r>
              <a:rPr lang="en-US" dirty="0">
                <a:latin typeface="Open Sans Regular"/>
                <a:ea typeface="MS Mincho"/>
              </a:rPr>
              <a:t>If an argument is omitted,</a:t>
            </a:r>
          </a:p>
          <a:p>
            <a:pPr lvl="1">
              <a:spcBef>
                <a:spcPts val="1000"/>
              </a:spcBef>
            </a:pPr>
            <a:r>
              <a:rPr lang="en-US" dirty="0">
                <a:latin typeface="Open Sans Regular"/>
                <a:ea typeface="MS Mincho"/>
              </a:rPr>
              <a:t>A collection’s type conversion function returns a new, empty collection of that type</a:t>
            </a:r>
            <a:endParaRPr lang="en-IN"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37872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Cloning and Equality </a:t>
            </a:r>
            <a:r>
              <a:rPr lang="en-US" sz="2000" dirty="0"/>
              <a:t>(1 of 2)</a:t>
            </a:r>
          </a:p>
        </p:txBody>
      </p:sp>
      <p:sp>
        <p:nvSpPr>
          <p:cNvPr id="3" name="Content Placeholder 2"/>
          <p:cNvSpPr>
            <a:spLocks noGrp="1"/>
          </p:cNvSpPr>
          <p:nvPr>
            <p:ph idx="1"/>
          </p:nvPr>
        </p:nvSpPr>
        <p:spPr>
          <a:xfrm>
            <a:off x="628650" y="1825625"/>
            <a:ext cx="7886700" cy="1755775"/>
          </a:xfrm>
        </p:spPr>
        <p:txBody>
          <a:bodyPr/>
          <a:lstStyle/>
          <a:p>
            <a:pPr marL="291600" indent="-291600">
              <a:spcBef>
                <a:spcPts val="1000"/>
              </a:spcBef>
            </a:pPr>
            <a:r>
              <a:rPr lang="en-US" dirty="0"/>
              <a:t>Cloning</a:t>
            </a:r>
          </a:p>
          <a:p>
            <a:pPr lvl="1">
              <a:spcBef>
                <a:spcPts val="1000"/>
              </a:spcBef>
            </a:pPr>
            <a:r>
              <a:rPr lang="en-US" dirty="0"/>
              <a:t>A special case of type conversion</a:t>
            </a:r>
          </a:p>
          <a:p>
            <a:pPr lvl="1">
              <a:spcBef>
                <a:spcPts val="1000"/>
              </a:spcBef>
            </a:pPr>
            <a:r>
              <a:rPr lang="en-US" dirty="0"/>
              <a:t>Returns an exact copy of the argument to the conversion function</a:t>
            </a:r>
          </a:p>
          <a:p>
            <a:pPr marL="291600" indent="-291600">
              <a:spcBef>
                <a:spcPts val="1000"/>
              </a:spcBef>
            </a:pPr>
            <a:r>
              <a:rPr lang="en-US" dirty="0"/>
              <a:t>Example – this code segment makes a copy of a list and then compares the two lists using the </a:t>
            </a:r>
            <a:r>
              <a:rPr lang="en-US" b="1" dirty="0">
                <a:latin typeface="Courier New" panose="02070309020205020404" pitchFamily="49" charset="0"/>
                <a:cs typeface="Courier New" panose="02070309020205020404" pitchFamily="49" charset="0"/>
              </a:rPr>
              <a:t>is</a:t>
            </a:r>
            <a:r>
              <a:rPr lang="en-US" dirty="0"/>
              <a:t> and </a:t>
            </a:r>
            <a:r>
              <a:rPr lang="en-US" b="1" dirty="0">
                <a:latin typeface="Courier New" panose="02070309020205020404" pitchFamily="49" charset="0"/>
                <a:cs typeface="Courier New" panose="02070309020205020404" pitchFamily="49" charset="0"/>
              </a:rPr>
              <a:t>==</a:t>
            </a:r>
            <a:r>
              <a:rPr lang="en-US" dirty="0"/>
              <a:t> operators:</a:t>
            </a:r>
            <a:endParaRPr lang="en-US" dirty="0">
              <a:latin typeface="Courier New" panose="02070309020205020404" pitchFamily="49" charset="0"/>
              <a:cs typeface="Courier New" panose="02070309020205020404" pitchFamily="49" charset="0"/>
            </a:endParaRPr>
          </a:p>
        </p:txBody>
      </p:sp>
      <p:sp>
        <p:nvSpPr>
          <p:cNvPr id="5" name="Content Placeholder 4"/>
          <p:cNvSpPr>
            <a:spLocks noGrp="1"/>
          </p:cNvSpPr>
          <p:nvPr>
            <p:ph sz="quarter" idx="12"/>
          </p:nvPr>
        </p:nvSpPr>
        <p:spPr>
          <a:xfrm>
            <a:off x="628650" y="3687192"/>
            <a:ext cx="3562350" cy="1796248"/>
          </a:xfrm>
        </p:spPr>
        <p:txBody>
          <a:bodyPr>
            <a:normAutofit/>
          </a:bodyPr>
          <a:lstStyle/>
          <a:p>
            <a:pPr marL="342900" lvl="1" indent="0">
              <a:buNone/>
            </a:pPr>
            <a:r>
              <a:rPr lang="en-US" b="1" dirty="0">
                <a:latin typeface="Courier New" panose="02070309020205020404" pitchFamily="49" charset="0"/>
                <a:cs typeface="Courier New" panose="02070309020205020404" pitchFamily="49" charset="0"/>
              </a:rPr>
              <a:t>&gt;&gt;&gt; lyst1 = [2, 4, 8]</a:t>
            </a:r>
            <a:endParaRPr lang="en-US" sz="1300"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&gt;&gt;&gt; lyst2 = list(lyst1)</a:t>
            </a:r>
            <a:endParaRPr lang="en-US" sz="1300"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&gt;&gt;&gt; lyst1 is lyst2</a:t>
            </a:r>
            <a:endParaRPr lang="en-US" sz="1300"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False</a:t>
            </a:r>
            <a:endParaRPr lang="en-US" sz="1300"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&gt;&gt;&gt; lyst1 == lyst2</a:t>
            </a:r>
            <a:endParaRPr lang="en-US" sz="1300"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True</a:t>
            </a:r>
            <a:endParaRPr lang="en-IN"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319788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Cloning and Equality </a:t>
            </a:r>
            <a:r>
              <a:rPr lang="en-US" sz="2000" dirty="0"/>
              <a:t>(2 of 2)</a:t>
            </a:r>
          </a:p>
        </p:txBody>
      </p:sp>
      <p:sp>
        <p:nvSpPr>
          <p:cNvPr id="3" name="Content Placeholder 2"/>
          <p:cNvSpPr>
            <a:spLocks noGrp="1"/>
          </p:cNvSpPr>
          <p:nvPr>
            <p:ph idx="1"/>
          </p:nvPr>
        </p:nvSpPr>
        <p:spPr>
          <a:xfrm>
            <a:off x="628650" y="1825625"/>
            <a:ext cx="7886700" cy="3279775"/>
          </a:xfrm>
        </p:spPr>
        <p:txBody>
          <a:bodyPr/>
          <a:lstStyle/>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list</a:t>
            </a:r>
            <a:r>
              <a:rPr lang="en-US" dirty="0"/>
              <a:t> function makes a </a:t>
            </a:r>
            <a:r>
              <a:rPr lang="en-US" i="1" dirty="0"/>
              <a:t>shallow copy </a:t>
            </a:r>
            <a:r>
              <a:rPr lang="en-US" dirty="0"/>
              <a:t>of its argument list</a:t>
            </a:r>
          </a:p>
          <a:p>
            <a:pPr marL="291600" indent="-291600">
              <a:spcBef>
                <a:spcPts val="1000"/>
              </a:spcBef>
            </a:pPr>
            <a:r>
              <a:rPr lang="en-US" dirty="0"/>
              <a:t>The items in the previous code are not themselves cloned before being added to the new list:</a:t>
            </a:r>
          </a:p>
          <a:p>
            <a:pPr lvl="1">
              <a:spcBef>
                <a:spcPts val="1000"/>
              </a:spcBef>
            </a:pPr>
            <a:r>
              <a:rPr lang="en-US" dirty="0"/>
              <a:t>Instead, references to these objects are copied</a:t>
            </a:r>
          </a:p>
          <a:p>
            <a:pPr marL="291600" indent="-291600">
              <a:spcBef>
                <a:spcPts val="1000"/>
              </a:spcBef>
            </a:pPr>
            <a:r>
              <a:rPr lang="en-US" dirty="0"/>
              <a:t>When collections share mutable items,</a:t>
            </a:r>
          </a:p>
          <a:p>
            <a:pPr lvl="1">
              <a:spcBef>
                <a:spcPts val="1000"/>
              </a:spcBef>
            </a:pPr>
            <a:r>
              <a:rPr lang="en-US" dirty="0"/>
              <a:t>Side effects can occur</a:t>
            </a:r>
          </a:p>
          <a:p>
            <a:pPr lvl="1">
              <a:spcBef>
                <a:spcPts val="1000"/>
              </a:spcBef>
            </a:pPr>
            <a:r>
              <a:rPr lang="en-US" dirty="0"/>
              <a:t>To prevent this from happening, the programmer can create a </a:t>
            </a:r>
            <a:r>
              <a:rPr lang="en-US" i="1" dirty="0"/>
              <a:t>deep copy </a:t>
            </a:r>
            <a:r>
              <a:rPr lang="en-US" dirty="0"/>
              <a:t>by writing a for loop over the source collection</a:t>
            </a:r>
          </a:p>
          <a:p>
            <a:pPr lvl="1">
              <a:spcBef>
                <a:spcPts val="1000"/>
              </a:spcBef>
            </a:pPr>
            <a:r>
              <a:rPr lang="en-US" dirty="0"/>
              <a:t>This explicitly clones its items before adding them to the new collection</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80540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Iterators and Higher-Order Functions</a:t>
            </a:r>
          </a:p>
        </p:txBody>
      </p:sp>
      <p:sp>
        <p:nvSpPr>
          <p:cNvPr id="3" name="Content Placeholder 2"/>
          <p:cNvSpPr>
            <a:spLocks noGrp="1"/>
          </p:cNvSpPr>
          <p:nvPr>
            <p:ph idx="1"/>
          </p:nvPr>
        </p:nvSpPr>
        <p:spPr>
          <a:xfrm>
            <a:off x="628650" y="1825625"/>
            <a:ext cx="7886700" cy="4117975"/>
          </a:xfrm>
        </p:spPr>
        <p:txBody>
          <a:bodyPr/>
          <a:lstStyle/>
          <a:p>
            <a:pPr marL="291600" indent="-291600">
              <a:spcBef>
                <a:spcPts val="1000"/>
              </a:spcBef>
            </a:pPr>
            <a:r>
              <a:rPr lang="en-US" dirty="0"/>
              <a:t>Each type of collection supports an iterator or </a:t>
            </a:r>
            <a:r>
              <a:rPr lang="en-US" b="1" dirty="0">
                <a:latin typeface="Courier New" panose="02070309020205020404" pitchFamily="49" charset="0"/>
                <a:cs typeface="Courier New" panose="02070309020205020404" pitchFamily="49" charset="0"/>
              </a:rPr>
              <a:t>for</a:t>
            </a:r>
            <a:r>
              <a:rPr lang="en-US" dirty="0"/>
              <a:t> loop:</a:t>
            </a:r>
          </a:p>
          <a:p>
            <a:pPr lvl="1">
              <a:spcBef>
                <a:spcPts val="1000"/>
              </a:spcBef>
            </a:pPr>
            <a:r>
              <a:rPr lang="en-US" dirty="0"/>
              <a:t>The order in which the </a:t>
            </a:r>
            <a:r>
              <a:rPr lang="en-US" b="1" dirty="0">
                <a:latin typeface="Courier New" panose="02070309020205020404" pitchFamily="49" charset="0"/>
                <a:cs typeface="Courier New" panose="02070309020205020404" pitchFamily="49" charset="0"/>
              </a:rPr>
              <a:t>for</a:t>
            </a:r>
            <a:r>
              <a:rPr lang="en-US" dirty="0"/>
              <a:t> loop serves up a collection’s items depends on the manner in which the collection is organized</a:t>
            </a:r>
          </a:p>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for</a:t>
            </a:r>
            <a:r>
              <a:rPr lang="en-US" dirty="0"/>
              <a:t> loop plays a useful role in the implementation of several other basic collection operations, such as</a:t>
            </a:r>
          </a:p>
          <a:p>
            <a:pPr lvl="1">
              <a:spcBef>
                <a:spcPts val="1000"/>
              </a:spcBef>
            </a:pPr>
            <a:r>
              <a:rPr lang="en-US" b="1" dirty="0">
                <a:latin typeface="Courier New" panose="02070309020205020404" pitchFamily="49" charset="0"/>
                <a:cs typeface="Courier New" panose="02070309020205020404" pitchFamily="49" charset="0"/>
              </a:rPr>
              <a:t>+</a:t>
            </a:r>
            <a:r>
              <a:rPr lang="en-US" dirty="0"/>
              <a:t>, </a:t>
            </a:r>
            <a:r>
              <a:rPr lang="en-US" b="1" dirty="0">
                <a:latin typeface="Courier New" panose="02070309020205020404" pitchFamily="49" charset="0"/>
                <a:cs typeface="Courier New" panose="02070309020205020404" pitchFamily="49" charset="0"/>
              </a:rPr>
              <a:t>str</a:t>
            </a:r>
            <a:r>
              <a:rPr lang="en-US" dirty="0"/>
              <a:t>, and </a:t>
            </a:r>
            <a:r>
              <a:rPr lang="en-US" b="1" dirty="0">
                <a:latin typeface="Courier New" panose="02070309020205020404" pitchFamily="49" charset="0"/>
                <a:cs typeface="Courier New" panose="02070309020205020404" pitchFamily="49" charset="0"/>
              </a:rPr>
              <a:t>type</a:t>
            </a:r>
            <a:r>
              <a:rPr lang="en-US" dirty="0"/>
              <a:t> conversions</a:t>
            </a:r>
          </a:p>
          <a:p>
            <a:pPr marL="291600" indent="-291600">
              <a:spcBef>
                <a:spcPts val="1000"/>
              </a:spcBef>
            </a:pPr>
            <a:r>
              <a:rPr lang="en-US" dirty="0"/>
              <a:t>It also plays a role in standard Python functions, such as</a:t>
            </a:r>
          </a:p>
          <a:p>
            <a:pPr lvl="1">
              <a:spcBef>
                <a:spcPts val="1000"/>
              </a:spcBef>
            </a:pPr>
            <a:r>
              <a:rPr lang="en-US" b="1" dirty="0">
                <a:latin typeface="Courier New" panose="02070309020205020404" pitchFamily="49" charset="0"/>
                <a:cs typeface="Courier New" panose="02070309020205020404" pitchFamily="49" charset="0"/>
              </a:rPr>
              <a:t>Sum</a:t>
            </a:r>
            <a:r>
              <a:rPr lang="en-US" dirty="0"/>
              <a:t>, </a:t>
            </a:r>
            <a:r>
              <a:rPr lang="en-US" b="1" dirty="0">
                <a:latin typeface="Courier New" panose="02070309020205020404" pitchFamily="49" charset="0"/>
                <a:cs typeface="Courier New" panose="02070309020205020404" pitchFamily="49" charset="0"/>
              </a:rPr>
              <a:t>max</a:t>
            </a:r>
            <a:r>
              <a:rPr lang="en-US" dirty="0"/>
              <a:t>, and </a:t>
            </a:r>
            <a:r>
              <a:rPr lang="en-US" b="1" dirty="0">
                <a:latin typeface="Courier New" panose="02070309020205020404" pitchFamily="49" charset="0"/>
                <a:cs typeface="Courier New" panose="02070309020205020404" pitchFamily="49" charset="0"/>
              </a:rPr>
              <a:t>min</a:t>
            </a:r>
          </a:p>
          <a:p>
            <a:pPr marL="291600" indent="-291600">
              <a:spcBef>
                <a:spcPts val="1000"/>
              </a:spcBef>
            </a:pPr>
            <a:r>
              <a:rPr lang="en-US" dirty="0"/>
              <a:t>And also supports the use of higher-order functions, such as</a:t>
            </a:r>
          </a:p>
          <a:p>
            <a:pPr lvl="1">
              <a:spcBef>
                <a:spcPts val="1000"/>
              </a:spcBef>
            </a:pPr>
            <a:r>
              <a:rPr lang="en-US" b="1" dirty="0">
                <a:latin typeface="Courier New" panose="02070309020205020404" pitchFamily="49" charset="0"/>
                <a:cs typeface="Courier New" panose="02070309020205020404" pitchFamily="49" charset="0"/>
              </a:rPr>
              <a:t>Map</a:t>
            </a:r>
            <a:r>
              <a:rPr lang="en-US" dirty="0"/>
              <a:t>, </a:t>
            </a:r>
            <a:r>
              <a:rPr lang="en-US" b="1" dirty="0">
                <a:latin typeface="Courier New" panose="02070309020205020404" pitchFamily="49" charset="0"/>
                <a:cs typeface="Courier New" panose="02070309020205020404" pitchFamily="49" charset="0"/>
              </a:rPr>
              <a:t>filter</a:t>
            </a:r>
            <a:r>
              <a:rPr lang="en-US" dirty="0"/>
              <a:t>, and </a:t>
            </a:r>
            <a:r>
              <a:rPr lang="en-US" b="1" dirty="0">
                <a:latin typeface="Courier New" panose="02070309020205020404" pitchFamily="49" charset="0"/>
                <a:cs typeface="Courier New" panose="02070309020205020404" pitchFamily="49" charset="0"/>
              </a:rPr>
              <a:t>reduce</a:t>
            </a:r>
          </a:p>
          <a:p>
            <a:pPr lvl="1">
              <a:spcBef>
                <a:spcPts val="1000"/>
              </a:spcBef>
            </a:pPr>
            <a:r>
              <a:rPr lang="en-US" dirty="0"/>
              <a:t>These functions can be used with any type of collection, not just lists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10532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3"/>
          </a:xfrm>
        </p:spPr>
        <p:txBody>
          <a:bodyPr/>
          <a:lstStyle/>
          <a:p>
            <a:r>
              <a:rPr lang="en-US" b="1" dirty="0"/>
              <a:t>Implementations of Collections </a:t>
            </a:r>
            <a:r>
              <a:rPr lang="en-US" sz="2000" dirty="0"/>
              <a:t>(1 of 3)</a:t>
            </a:r>
          </a:p>
        </p:txBody>
      </p:sp>
      <p:sp>
        <p:nvSpPr>
          <p:cNvPr id="3" name="Content Placeholder 2"/>
          <p:cNvSpPr>
            <a:spLocks noGrp="1"/>
          </p:cNvSpPr>
          <p:nvPr>
            <p:ph idx="1"/>
          </p:nvPr>
        </p:nvSpPr>
        <p:spPr>
          <a:xfrm>
            <a:off x="628650" y="1825625"/>
            <a:ext cx="7886700" cy="3965575"/>
          </a:xfrm>
        </p:spPr>
        <p:txBody>
          <a:bodyPr/>
          <a:lstStyle/>
          <a:p>
            <a:pPr marL="291600" indent="-291600">
              <a:spcBef>
                <a:spcPts val="1000"/>
              </a:spcBef>
            </a:pPr>
            <a:r>
              <a:rPr lang="en-US" dirty="0"/>
              <a:t>Programmers who use collections need to know how to instantiate and use each type of collection</a:t>
            </a:r>
          </a:p>
          <a:p>
            <a:pPr marL="291600" indent="-291600">
              <a:spcBef>
                <a:spcPts val="1000"/>
              </a:spcBef>
            </a:pPr>
            <a:r>
              <a:rPr lang="en-US" dirty="0"/>
              <a:t>From a user’s perspective, a collection is an abstraction:</a:t>
            </a:r>
          </a:p>
          <a:p>
            <a:pPr lvl="1">
              <a:spcBef>
                <a:spcPts val="1000"/>
              </a:spcBef>
            </a:pPr>
            <a:r>
              <a:rPr lang="en-US" dirty="0"/>
              <a:t>For this reason, collections are also called abstract data types (ADTs)</a:t>
            </a:r>
          </a:p>
          <a:p>
            <a:pPr marL="291600" indent="-291600">
              <a:spcBef>
                <a:spcPts val="1000"/>
              </a:spcBef>
            </a:pPr>
            <a:r>
              <a:rPr lang="en-US" dirty="0"/>
              <a:t>Developers of collections</a:t>
            </a:r>
          </a:p>
          <a:p>
            <a:pPr lvl="1">
              <a:spcBef>
                <a:spcPts val="1000"/>
              </a:spcBef>
            </a:pPr>
            <a:r>
              <a:rPr lang="en-US" dirty="0"/>
              <a:t>Are concerned with implementing a collection’s behavior in the most efficient manner possible</a:t>
            </a:r>
          </a:p>
          <a:p>
            <a:pPr marL="291600" indent="-291600">
              <a:spcBef>
                <a:spcPts val="1000"/>
              </a:spcBef>
            </a:pPr>
            <a:r>
              <a:rPr lang="en-US" dirty="0"/>
              <a:t>Some programming languages provide only one implementation of each of the available collection types:</a:t>
            </a:r>
          </a:p>
          <a:p>
            <a:pPr lvl="1">
              <a:spcBef>
                <a:spcPts val="1000"/>
              </a:spcBef>
            </a:pPr>
            <a:r>
              <a:rPr lang="en-US" dirty="0"/>
              <a:t>Python is one of those</a:t>
            </a:r>
          </a:p>
          <a:p>
            <a:pPr lvl="1">
              <a:spcBef>
                <a:spcPts val="1000"/>
              </a:spcBef>
            </a:pPr>
            <a:r>
              <a:rPr lang="en-US" dirty="0"/>
              <a:t>Java provides several</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29560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Implementations of Collections </a:t>
            </a:r>
            <a:r>
              <a:rPr lang="en-US" sz="2000" dirty="0"/>
              <a:t>(2 of 3)</a:t>
            </a:r>
          </a:p>
        </p:txBody>
      </p:sp>
      <p:sp>
        <p:nvSpPr>
          <p:cNvPr id="3" name="Content Placeholder 2"/>
          <p:cNvSpPr>
            <a:spLocks noGrp="1"/>
          </p:cNvSpPr>
          <p:nvPr>
            <p:ph idx="1"/>
          </p:nvPr>
        </p:nvSpPr>
        <p:spPr>
          <a:xfrm>
            <a:off x="628650" y="1825625"/>
            <a:ext cx="7981950" cy="4117975"/>
          </a:xfrm>
        </p:spPr>
        <p:txBody>
          <a:bodyPr/>
          <a:lstStyle/>
          <a:p>
            <a:pPr marL="291600" indent="-291600">
              <a:spcBef>
                <a:spcPts val="1000"/>
              </a:spcBef>
            </a:pPr>
            <a:r>
              <a:rPr lang="en-US" dirty="0"/>
              <a:t>One aim of this book is to give Python programmers the same options as the Java programmer</a:t>
            </a:r>
          </a:p>
          <a:p>
            <a:pPr lvl="1">
              <a:spcBef>
                <a:spcPts val="1000"/>
              </a:spcBef>
            </a:pPr>
            <a:r>
              <a:rPr lang="en-US" dirty="0"/>
              <a:t>As well as introduce abstract collection types and their implementations that are not available in either language</a:t>
            </a:r>
          </a:p>
          <a:p>
            <a:pPr marL="291600" indent="-291600">
              <a:spcBef>
                <a:spcPts val="1000"/>
              </a:spcBef>
            </a:pPr>
            <a:r>
              <a:rPr lang="en-US" dirty="0"/>
              <a:t>For each category of collection,</a:t>
            </a:r>
          </a:p>
          <a:p>
            <a:pPr lvl="1">
              <a:spcBef>
                <a:spcPts val="1000"/>
              </a:spcBef>
            </a:pPr>
            <a:r>
              <a:rPr lang="en-US" dirty="0"/>
              <a:t>You’ll see one or more abstract collection types and one or more implementations of each type</a:t>
            </a:r>
          </a:p>
          <a:p>
            <a:pPr marL="291600" indent="-291600">
              <a:spcBef>
                <a:spcPts val="1000"/>
              </a:spcBef>
            </a:pPr>
            <a:r>
              <a:rPr lang="en-US" dirty="0"/>
              <a:t>A software system is often built layer by layer</a:t>
            </a:r>
          </a:p>
          <a:p>
            <a:pPr lvl="1">
              <a:spcBef>
                <a:spcPts val="1000"/>
              </a:spcBef>
            </a:pPr>
            <a:r>
              <a:rPr lang="en-US" dirty="0"/>
              <a:t>With each layer treated as an abstraction by the layers above that utilize it</a:t>
            </a:r>
          </a:p>
          <a:p>
            <a:pPr marL="291600" indent="-291600">
              <a:spcBef>
                <a:spcPts val="1000"/>
              </a:spcBef>
            </a:pPr>
            <a:r>
              <a:rPr lang="en-US" dirty="0"/>
              <a:t>Without abstraction,</a:t>
            </a:r>
          </a:p>
          <a:p>
            <a:pPr lvl="1">
              <a:spcBef>
                <a:spcPts val="1000"/>
              </a:spcBef>
            </a:pPr>
            <a:r>
              <a:rPr lang="en-US" dirty="0"/>
              <a:t>You would need to consider all aspects of a software system simultaneously</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159610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Implementations of Collections </a:t>
            </a:r>
            <a:r>
              <a:rPr lang="en-US" sz="2000" dirty="0"/>
              <a:t>(3 of 3)</a:t>
            </a:r>
          </a:p>
        </p:txBody>
      </p:sp>
      <p:sp>
        <p:nvSpPr>
          <p:cNvPr id="3" name="Content Placeholder 2"/>
          <p:cNvSpPr>
            <a:spLocks noGrp="1"/>
          </p:cNvSpPr>
          <p:nvPr>
            <p:ph idx="1"/>
          </p:nvPr>
        </p:nvSpPr>
        <p:spPr>
          <a:xfrm>
            <a:off x="628650" y="1825625"/>
            <a:ext cx="7886700" cy="3051175"/>
          </a:xfrm>
        </p:spPr>
        <p:txBody>
          <a:bodyPr/>
          <a:lstStyle/>
          <a:p>
            <a:pPr marL="291600" indent="-291600">
              <a:spcBef>
                <a:spcPts val="1000"/>
              </a:spcBef>
            </a:pPr>
            <a:r>
              <a:rPr lang="en-US" dirty="0"/>
              <a:t>In Python,</a:t>
            </a:r>
          </a:p>
          <a:p>
            <a:pPr lvl="1">
              <a:spcBef>
                <a:spcPts val="1000"/>
              </a:spcBef>
            </a:pPr>
            <a:r>
              <a:rPr lang="en-US" dirty="0"/>
              <a:t>Functions and methods are the smallest units of abstraction</a:t>
            </a:r>
          </a:p>
          <a:p>
            <a:pPr lvl="1">
              <a:spcBef>
                <a:spcPts val="1000"/>
              </a:spcBef>
            </a:pPr>
            <a:r>
              <a:rPr lang="en-US" dirty="0"/>
              <a:t>Classes are next in size</a:t>
            </a:r>
          </a:p>
          <a:p>
            <a:pPr lvl="1">
              <a:spcBef>
                <a:spcPts val="1000"/>
              </a:spcBef>
            </a:pPr>
            <a:r>
              <a:rPr lang="en-US" dirty="0"/>
              <a:t>Modules are the largest</a:t>
            </a:r>
          </a:p>
          <a:p>
            <a:pPr marL="291600" indent="-291600">
              <a:spcBef>
                <a:spcPts val="1000"/>
              </a:spcBef>
            </a:pPr>
            <a:r>
              <a:rPr lang="en-US" dirty="0"/>
              <a:t>This text implements abstract collection types as classes or sets of related classes in modules</a:t>
            </a:r>
          </a:p>
          <a:p>
            <a:pPr marL="291600" indent="-291600">
              <a:spcBef>
                <a:spcPts val="1000"/>
              </a:spcBef>
            </a:pPr>
            <a:r>
              <a:rPr lang="en-US" dirty="0"/>
              <a:t>General techniques for organizing these classes are covered in Chapter 5 and Chapter 6</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49229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Chapter Summary </a:t>
            </a:r>
            <a:r>
              <a:rPr lang="en-US" sz="2000" dirty="0"/>
              <a:t>(1 of 2)</a:t>
            </a:r>
          </a:p>
        </p:txBody>
      </p:sp>
      <p:sp>
        <p:nvSpPr>
          <p:cNvPr id="3" name="Content Placeholder 2"/>
          <p:cNvSpPr>
            <a:spLocks noGrp="1"/>
          </p:cNvSpPr>
          <p:nvPr>
            <p:ph idx="1"/>
          </p:nvPr>
        </p:nvSpPr>
        <p:spPr>
          <a:xfrm>
            <a:off x="628650" y="1825625"/>
            <a:ext cx="7886700" cy="4041775"/>
          </a:xfrm>
        </p:spPr>
        <p:txBody>
          <a:bodyPr/>
          <a:lstStyle/>
          <a:p>
            <a:pPr marL="291600" indent="-291600">
              <a:spcBef>
                <a:spcPts val="1000"/>
              </a:spcBef>
            </a:pPr>
            <a:r>
              <a:rPr lang="en-US" dirty="0"/>
              <a:t>Collections are objects that hold zero or more objects:</a:t>
            </a:r>
          </a:p>
          <a:p>
            <a:pPr lvl="1">
              <a:spcBef>
                <a:spcPts val="1000"/>
              </a:spcBef>
            </a:pPr>
            <a:r>
              <a:rPr lang="en-US" dirty="0"/>
              <a:t>A collection has operations for accessing its objects, inserting them, removing them, determining the collection’s size, and traversing or visiting the collection’s objects</a:t>
            </a:r>
          </a:p>
          <a:p>
            <a:pPr marL="291600" indent="-291600">
              <a:spcBef>
                <a:spcPts val="1000"/>
              </a:spcBef>
            </a:pPr>
            <a:r>
              <a:rPr lang="en-US" dirty="0"/>
              <a:t>The five main categories of collections are linear, hierarchical, graph, unordered, and sorted</a:t>
            </a:r>
          </a:p>
          <a:p>
            <a:pPr marL="291600" indent="-291600">
              <a:spcBef>
                <a:spcPts val="1000"/>
              </a:spcBef>
            </a:pPr>
            <a:r>
              <a:rPr lang="en-US" dirty="0"/>
              <a:t>Linear collections order their items by position, with each but the first having a unique predecessor and each but the last having a unique successor</a:t>
            </a:r>
          </a:p>
          <a:p>
            <a:pPr marL="291600" indent="-291600">
              <a:spcBef>
                <a:spcPts val="1000"/>
              </a:spcBef>
            </a:pPr>
            <a:r>
              <a:rPr lang="en-US" dirty="0"/>
              <a:t>With one exception, the items in a hierarchical collection have a unique predecessor and zero or more successors:</a:t>
            </a:r>
          </a:p>
          <a:p>
            <a:pPr lvl="1">
              <a:spcBef>
                <a:spcPts val="1000"/>
              </a:spcBef>
            </a:pPr>
            <a:r>
              <a:rPr lang="en-US" dirty="0"/>
              <a:t>A single item called the root has no predecessor</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584250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Chapter Summary </a:t>
            </a:r>
            <a:r>
              <a:rPr lang="en-US" sz="2000" dirty="0"/>
              <a:t>(2 of 2)</a:t>
            </a:r>
          </a:p>
        </p:txBody>
      </p:sp>
      <p:sp>
        <p:nvSpPr>
          <p:cNvPr id="3" name="Content Placeholder 2"/>
          <p:cNvSpPr>
            <a:spLocks noGrp="1"/>
          </p:cNvSpPr>
          <p:nvPr>
            <p:ph idx="1"/>
          </p:nvPr>
        </p:nvSpPr>
        <p:spPr>
          <a:xfrm>
            <a:off x="628650" y="1825625"/>
            <a:ext cx="7886700" cy="4117975"/>
          </a:xfrm>
        </p:spPr>
        <p:txBody>
          <a:bodyPr/>
          <a:lstStyle/>
          <a:p>
            <a:pPr marL="291600" lvl="0" indent="-291600">
              <a:spcBef>
                <a:spcPts val="1000"/>
              </a:spcBef>
            </a:pPr>
            <a:r>
              <a:rPr lang="en-US" dirty="0"/>
              <a:t>The items in a graph can have zero or more successors and zero or more predecessors</a:t>
            </a:r>
          </a:p>
          <a:p>
            <a:pPr marL="291600" lvl="0" indent="-291600">
              <a:spcBef>
                <a:spcPts val="1000"/>
              </a:spcBef>
            </a:pPr>
            <a:r>
              <a:rPr lang="en-US" dirty="0"/>
              <a:t>The items in an unordered collection are in no particular order</a:t>
            </a:r>
          </a:p>
          <a:p>
            <a:pPr marL="291600" lvl="0" indent="-291600">
              <a:spcBef>
                <a:spcPts val="1000"/>
              </a:spcBef>
            </a:pPr>
            <a:r>
              <a:rPr lang="en-US" dirty="0"/>
              <a:t>Collections are iterable—each item contained within a collection can be visited with a </a:t>
            </a:r>
            <a:r>
              <a:rPr lang="en-US" b="1" dirty="0">
                <a:latin typeface="Courier New" panose="02070309020205020404" pitchFamily="49" charset="0"/>
                <a:cs typeface="Courier New" panose="02070309020205020404" pitchFamily="49" charset="0"/>
              </a:rPr>
              <a:t>for</a:t>
            </a:r>
            <a:r>
              <a:rPr lang="en-US" dirty="0"/>
              <a:t> loop:</a:t>
            </a:r>
          </a:p>
          <a:p>
            <a:pPr lvl="1">
              <a:spcBef>
                <a:spcPts val="1000"/>
              </a:spcBef>
            </a:pPr>
            <a:r>
              <a:rPr lang="en-US" dirty="0"/>
              <a:t>The programmer can also use the higher-order functions </a:t>
            </a:r>
            <a:r>
              <a:rPr lang="en-US" b="1" dirty="0">
                <a:latin typeface="Courier New" panose="02070309020205020404" pitchFamily="49" charset="0"/>
                <a:cs typeface="Courier New" panose="02070309020205020404" pitchFamily="49" charset="0"/>
              </a:rPr>
              <a:t>map</a:t>
            </a:r>
            <a:r>
              <a:rPr lang="en-US" dirty="0"/>
              <a:t>, </a:t>
            </a:r>
            <a:r>
              <a:rPr lang="en-US" b="1" dirty="0">
                <a:latin typeface="Courier New" panose="02070309020205020404" pitchFamily="49" charset="0"/>
                <a:cs typeface="Courier New" panose="02070309020205020404" pitchFamily="49" charset="0"/>
              </a:rPr>
              <a:t>filter</a:t>
            </a:r>
            <a:r>
              <a:rPr lang="en-US" dirty="0"/>
              <a:t>, and </a:t>
            </a:r>
            <a:r>
              <a:rPr lang="en-US" b="1" dirty="0">
                <a:latin typeface="Courier New" panose="02070309020205020404" pitchFamily="49" charset="0"/>
                <a:cs typeface="Courier New" panose="02070309020205020404" pitchFamily="49" charset="0"/>
              </a:rPr>
              <a:t>reduce</a:t>
            </a:r>
            <a:r>
              <a:rPr lang="en-US" dirty="0"/>
              <a:t> to simplify data processing with collections</a:t>
            </a:r>
          </a:p>
          <a:p>
            <a:pPr marL="291600" lvl="0" indent="-291600">
              <a:spcBef>
                <a:spcPts val="1000"/>
              </a:spcBef>
            </a:pPr>
            <a:r>
              <a:rPr lang="en-US" dirty="0"/>
              <a:t>An abstract data type is a set of objects and operations on those objects:</a:t>
            </a:r>
          </a:p>
          <a:p>
            <a:pPr lvl="1">
              <a:spcBef>
                <a:spcPts val="1000"/>
              </a:spcBef>
            </a:pPr>
            <a:r>
              <a:rPr lang="en-US" dirty="0"/>
              <a:t>Collections are thus abstract data types</a:t>
            </a:r>
          </a:p>
          <a:p>
            <a:pPr marL="291600" indent="-291600">
              <a:spcBef>
                <a:spcPts val="1000"/>
              </a:spcBef>
            </a:pPr>
            <a:r>
              <a:rPr lang="en-US" dirty="0"/>
              <a:t>A data structure is an object that represents the data contained in a collection</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8693513"/>
      </p:ext>
    </p:extLst>
  </p:cSld>
  <p:clrMapOvr>
    <a:masterClrMapping/>
  </p:clrMapOvr>
</p:sld>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12670</TotalTime>
  <Words>3453</Words>
  <Application>Microsoft Office PowerPoint</Application>
  <PresentationFormat>On-screen Show (4:3)</PresentationFormat>
  <Paragraphs>222</Paragraphs>
  <Slides>28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20</vt:lpstr>
      <vt:lpstr>Arial</vt:lpstr>
      <vt:lpstr>Bank Gothic Bold</vt:lpstr>
      <vt:lpstr>Courier New</vt:lpstr>
      <vt:lpstr>Open Sans</vt:lpstr>
      <vt:lpstr>Open Sans Regular</vt:lpstr>
      <vt:lpstr>Summer Font</vt:lpstr>
      <vt:lpstr>Times</vt:lpstr>
      <vt:lpstr>Times New Roman</vt:lpstr>
      <vt:lpstr>Brand_PPT_Template_SIMPLIFIED_SD</vt:lpstr>
      <vt:lpstr>Chapter 2: An Overview of Collections</vt:lpstr>
      <vt:lpstr>Learning Objectives</vt:lpstr>
      <vt:lpstr>An Overview of Collections</vt:lpstr>
      <vt:lpstr>Collection Types (1 of 2)</vt:lpstr>
      <vt:lpstr>Collection Types (2 of 2)</vt:lpstr>
      <vt:lpstr>Linear Collections (1 of 2)</vt:lpstr>
      <vt:lpstr>Linear Collections (2 of 2)</vt:lpstr>
      <vt:lpstr>Hierarchical Collections (1 of 2)</vt:lpstr>
      <vt:lpstr>Hierarchical Collections (2 of 2)</vt:lpstr>
      <vt:lpstr>Graph Collections (1 of 2)</vt:lpstr>
      <vt:lpstr>Graph Collections (2 of 2)</vt:lpstr>
      <vt:lpstr>Unordered Collections (1 of 2)</vt:lpstr>
      <vt:lpstr>Unordered Collections (2 of 2)</vt:lpstr>
      <vt:lpstr>Sorted Collections</vt:lpstr>
      <vt:lpstr>A Taxonomy of Collection Types</vt:lpstr>
      <vt:lpstr>Operations on Collections (1 of 2)</vt:lpstr>
      <vt:lpstr>Operations on Collections (2 of 2)</vt:lpstr>
      <vt:lpstr>Fundamental Operations on All Collection Types</vt:lpstr>
      <vt:lpstr>Type Conversion (1 of 2)</vt:lpstr>
      <vt:lpstr>Type Conversion (2 of 2)</vt:lpstr>
      <vt:lpstr>Cloning and Equality (1 of 2)</vt:lpstr>
      <vt:lpstr>Cloning and Equality (2 of 2)</vt:lpstr>
      <vt:lpstr>Iterators and Higher-Order Functions</vt:lpstr>
      <vt:lpstr>Implementations of Collections (1 of 3)</vt:lpstr>
      <vt:lpstr>Implementations of Collections (2 of 3)</vt:lpstr>
      <vt:lpstr>Implementations of Collections (3 of 3)</vt:lpstr>
      <vt:lpstr>Chapter Summary (1 of 2)</vt:lpstr>
      <vt:lpstr>Chapter Summary (2 of 2)</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Project Management</dc:title>
  <dc:creator>Stulga, Michele L</dc:creator>
  <cp:lastModifiedBy>Vu Duc Minh</cp:lastModifiedBy>
  <cp:revision>460</cp:revision>
  <dcterms:created xsi:type="dcterms:W3CDTF">2001-07-05T23:10:12Z</dcterms:created>
  <dcterms:modified xsi:type="dcterms:W3CDTF">2024-04-04T02:06:35Z</dcterms:modified>
</cp:coreProperties>
</file>