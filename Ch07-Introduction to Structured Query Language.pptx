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8" r:id="rId1"/>
  </p:sldMasterIdLst>
  <p:notesMasterIdLst>
    <p:notesMasterId r:id="rId114"/>
  </p:notesMasterIdLst>
  <p:handoutMasterIdLst>
    <p:handoutMasterId r:id="rId115"/>
  </p:handoutMasterIdLst>
  <p:sldIdLst>
    <p:sldId id="392" r:id="rId2"/>
    <p:sldId id="504" r:id="rId3"/>
    <p:sldId id="393" r:id="rId4"/>
    <p:sldId id="394" r:id="rId5"/>
    <p:sldId id="395" r:id="rId6"/>
    <p:sldId id="396" r:id="rId7"/>
    <p:sldId id="397" r:id="rId8"/>
    <p:sldId id="399" r:id="rId9"/>
    <p:sldId id="400" r:id="rId10"/>
    <p:sldId id="398" r:id="rId11"/>
    <p:sldId id="401" r:id="rId12"/>
    <p:sldId id="402" r:id="rId13"/>
    <p:sldId id="403" r:id="rId14"/>
    <p:sldId id="404" r:id="rId15"/>
    <p:sldId id="405" r:id="rId16"/>
    <p:sldId id="406" r:id="rId17"/>
    <p:sldId id="407" r:id="rId18"/>
    <p:sldId id="408" r:id="rId19"/>
    <p:sldId id="409" r:id="rId20"/>
    <p:sldId id="410" r:id="rId21"/>
    <p:sldId id="411" r:id="rId22"/>
    <p:sldId id="412" r:id="rId23"/>
    <p:sldId id="413" r:id="rId24"/>
    <p:sldId id="414" r:id="rId25"/>
    <p:sldId id="415" r:id="rId26"/>
    <p:sldId id="416" r:id="rId27"/>
    <p:sldId id="417" r:id="rId28"/>
    <p:sldId id="418" r:id="rId29"/>
    <p:sldId id="419" r:id="rId30"/>
    <p:sldId id="420" r:id="rId31"/>
    <p:sldId id="421" r:id="rId32"/>
    <p:sldId id="422" r:id="rId33"/>
    <p:sldId id="423" r:id="rId34"/>
    <p:sldId id="424" r:id="rId35"/>
    <p:sldId id="425" r:id="rId36"/>
    <p:sldId id="426" r:id="rId37"/>
    <p:sldId id="427" r:id="rId38"/>
    <p:sldId id="428" r:id="rId39"/>
    <p:sldId id="429" r:id="rId40"/>
    <p:sldId id="431" r:id="rId41"/>
    <p:sldId id="432" r:id="rId42"/>
    <p:sldId id="433" r:id="rId43"/>
    <p:sldId id="434" r:id="rId44"/>
    <p:sldId id="435" r:id="rId45"/>
    <p:sldId id="436" r:id="rId46"/>
    <p:sldId id="437" r:id="rId47"/>
    <p:sldId id="438" r:id="rId48"/>
    <p:sldId id="439" r:id="rId49"/>
    <p:sldId id="440" r:id="rId50"/>
    <p:sldId id="441" r:id="rId51"/>
    <p:sldId id="442" r:id="rId52"/>
    <p:sldId id="443" r:id="rId53"/>
    <p:sldId id="444" r:id="rId54"/>
    <p:sldId id="445" r:id="rId55"/>
    <p:sldId id="446" r:id="rId56"/>
    <p:sldId id="447" r:id="rId57"/>
    <p:sldId id="448" r:id="rId58"/>
    <p:sldId id="449" r:id="rId59"/>
    <p:sldId id="450" r:id="rId60"/>
    <p:sldId id="451" r:id="rId61"/>
    <p:sldId id="452" r:id="rId62"/>
    <p:sldId id="453" r:id="rId63"/>
    <p:sldId id="454" r:id="rId64"/>
    <p:sldId id="455" r:id="rId65"/>
    <p:sldId id="456" r:id="rId66"/>
    <p:sldId id="457" r:id="rId67"/>
    <p:sldId id="458" r:id="rId68"/>
    <p:sldId id="459" r:id="rId69"/>
    <p:sldId id="460" r:id="rId70"/>
    <p:sldId id="461" r:id="rId71"/>
    <p:sldId id="462" r:id="rId72"/>
    <p:sldId id="463" r:id="rId73"/>
    <p:sldId id="464" r:id="rId74"/>
    <p:sldId id="465" r:id="rId75"/>
    <p:sldId id="466" r:id="rId76"/>
    <p:sldId id="467" r:id="rId77"/>
    <p:sldId id="468" r:id="rId78"/>
    <p:sldId id="469" r:id="rId79"/>
    <p:sldId id="470" r:id="rId80"/>
    <p:sldId id="471" r:id="rId81"/>
    <p:sldId id="472" r:id="rId82"/>
    <p:sldId id="473" r:id="rId83"/>
    <p:sldId id="474" r:id="rId84"/>
    <p:sldId id="475" r:id="rId85"/>
    <p:sldId id="476" r:id="rId86"/>
    <p:sldId id="477" r:id="rId87"/>
    <p:sldId id="478" r:id="rId88"/>
    <p:sldId id="479" r:id="rId89"/>
    <p:sldId id="480" r:id="rId90"/>
    <p:sldId id="481" r:id="rId91"/>
    <p:sldId id="482" r:id="rId92"/>
    <p:sldId id="483" r:id="rId93"/>
    <p:sldId id="484" r:id="rId94"/>
    <p:sldId id="485" r:id="rId95"/>
    <p:sldId id="486" r:id="rId96"/>
    <p:sldId id="487" r:id="rId97"/>
    <p:sldId id="488" r:id="rId98"/>
    <p:sldId id="489" r:id="rId99"/>
    <p:sldId id="490" r:id="rId100"/>
    <p:sldId id="491" r:id="rId101"/>
    <p:sldId id="492" r:id="rId102"/>
    <p:sldId id="493" r:id="rId103"/>
    <p:sldId id="494" r:id="rId104"/>
    <p:sldId id="495" r:id="rId105"/>
    <p:sldId id="496" r:id="rId106"/>
    <p:sldId id="497" r:id="rId107"/>
    <p:sldId id="498" r:id="rId108"/>
    <p:sldId id="499" r:id="rId109"/>
    <p:sldId id="500" r:id="rId110"/>
    <p:sldId id="501" r:id="rId111"/>
    <p:sldId id="502" r:id="rId112"/>
    <p:sldId id="503" r:id="rId113"/>
  </p:sldIdLst>
  <p:sldSz cx="12192000" cy="6858000"/>
  <p:notesSz cx="6858000" cy="9144000"/>
  <p:defaultTextStyle>
    <a:defPPr>
      <a:defRPr lang="en-US"/>
    </a:defPPr>
    <a:lvl1pPr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22222"/>
    <a:srgbClr val="FFFFFF"/>
    <a:srgbClr val="18B2B6"/>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60" autoAdjust="0"/>
  </p:normalViewPr>
  <p:slideViewPr>
    <p:cSldViewPr>
      <p:cViewPr varScale="1">
        <p:scale>
          <a:sx n="105" d="100"/>
          <a:sy n="105" d="100"/>
        </p:scale>
        <p:origin x="798" y="84"/>
      </p:cViewPr>
      <p:guideLst>
        <p:guide orient="horz" pos="2160"/>
        <p:guide pos="3840"/>
      </p:guideLst>
    </p:cSldViewPr>
  </p:slideViewPr>
  <p:outlineViewPr>
    <p:cViewPr>
      <p:scale>
        <a:sx n="33" d="100"/>
        <a:sy n="33" d="100"/>
      </p:scale>
      <p:origin x="0" y="-2724"/>
    </p:cViewPr>
  </p:outlineViewPr>
  <p:notesTextViewPr>
    <p:cViewPr>
      <p:scale>
        <a:sx n="3" d="2"/>
        <a:sy n="3" d="2"/>
      </p:scale>
      <p:origin x="0" y="0"/>
    </p:cViewPr>
  </p:notesTextViewPr>
  <p:sorterViewPr>
    <p:cViewPr>
      <p:scale>
        <a:sx n="66" d="100"/>
        <a:sy n="66" d="100"/>
      </p:scale>
      <p:origin x="0" y="0"/>
    </p:cViewPr>
  </p:sorterViewPr>
  <p:notesViewPr>
    <p:cSldViewPr>
      <p:cViewPr varScale="1">
        <p:scale>
          <a:sx n="84" d="100"/>
          <a:sy n="84" d="100"/>
        </p:scale>
        <p:origin x="3912"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notesMaster" Target="notesMasters/notesMaster1.xml"/><Relationship Id="rId119"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1E0CD608-9C48-CFFC-091C-1EB0A50DD526}"/>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solidFill>
                  <a:schemeClr val="tx1"/>
                </a:solidFill>
                <a:latin typeface="Times New Roman" pitchFamily="18" charset="0"/>
                <a:ea typeface="+mn-ea"/>
              </a:defRPr>
            </a:lvl1pPr>
          </a:lstStyle>
          <a:p>
            <a:pPr>
              <a:defRPr/>
            </a:pPr>
            <a:endParaRPr lang="en-US"/>
          </a:p>
        </p:txBody>
      </p:sp>
      <p:sp>
        <p:nvSpPr>
          <p:cNvPr id="122883" name="Rectangle 3">
            <a:extLst>
              <a:ext uri="{FF2B5EF4-FFF2-40B4-BE49-F238E27FC236}">
                <a16:creationId xmlns:a16="http://schemas.microsoft.com/office/drawing/2014/main" id="{40A79EA3-0E2A-9BC8-92DE-DE60AD7ACB2C}"/>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solidFill>
                  <a:schemeClr val="tx1"/>
                </a:solidFill>
                <a:latin typeface="Times New Roman" pitchFamily="18" charset="0"/>
                <a:ea typeface="+mn-ea"/>
              </a:defRPr>
            </a:lvl1pPr>
          </a:lstStyle>
          <a:p>
            <a:pPr>
              <a:defRPr/>
            </a:pPr>
            <a:endParaRPr lang="en-US"/>
          </a:p>
        </p:txBody>
      </p:sp>
      <p:sp>
        <p:nvSpPr>
          <p:cNvPr id="122884" name="Rectangle 4">
            <a:extLst>
              <a:ext uri="{FF2B5EF4-FFF2-40B4-BE49-F238E27FC236}">
                <a16:creationId xmlns:a16="http://schemas.microsoft.com/office/drawing/2014/main" id="{FDF3F9D9-6B1E-F3FB-1EE2-507A2BF53520}"/>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solidFill>
                  <a:schemeClr val="tx1"/>
                </a:solidFill>
                <a:latin typeface="Times New Roman" pitchFamily="18" charset="0"/>
                <a:ea typeface="+mn-ea"/>
              </a:defRPr>
            </a:lvl1pPr>
          </a:lstStyle>
          <a:p>
            <a:pPr>
              <a:defRPr/>
            </a:pPr>
            <a:endParaRPr lang="en-US"/>
          </a:p>
        </p:txBody>
      </p:sp>
      <p:sp>
        <p:nvSpPr>
          <p:cNvPr id="122885" name="Rectangle 5">
            <a:extLst>
              <a:ext uri="{FF2B5EF4-FFF2-40B4-BE49-F238E27FC236}">
                <a16:creationId xmlns:a16="http://schemas.microsoft.com/office/drawing/2014/main" id="{C807B6BD-FE77-FDDF-E76E-F014CE394467}"/>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FAC33DE4-4784-45D4-BD47-64193262C564}"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609328F3-5DC5-1B4F-AC31-7F7B3EBD0743}"/>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solidFill>
                  <a:schemeClr val="tx1"/>
                </a:solidFill>
                <a:latin typeface="Times New Roman" pitchFamily="18" charset="0"/>
                <a:ea typeface="+mn-ea"/>
              </a:defRPr>
            </a:lvl1pPr>
          </a:lstStyle>
          <a:p>
            <a:pPr>
              <a:defRPr/>
            </a:pPr>
            <a:endParaRPr lang="en-US"/>
          </a:p>
        </p:txBody>
      </p:sp>
      <p:sp>
        <p:nvSpPr>
          <p:cNvPr id="64515" name="Rectangle 3">
            <a:extLst>
              <a:ext uri="{FF2B5EF4-FFF2-40B4-BE49-F238E27FC236}">
                <a16:creationId xmlns:a16="http://schemas.microsoft.com/office/drawing/2014/main" id="{0C90B5EC-E3BF-D965-C636-268E0CF481C1}"/>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solidFill>
                  <a:schemeClr val="tx1"/>
                </a:solidFill>
                <a:latin typeface="Times New Roman" pitchFamily="18" charset="0"/>
                <a:ea typeface="+mn-ea"/>
              </a:defRPr>
            </a:lvl1pPr>
          </a:lstStyle>
          <a:p>
            <a:pPr>
              <a:defRPr/>
            </a:pPr>
            <a:endParaRPr lang="en-US"/>
          </a:p>
        </p:txBody>
      </p:sp>
      <p:sp>
        <p:nvSpPr>
          <p:cNvPr id="13316" name="Rectangle 4">
            <a:extLst>
              <a:ext uri="{FF2B5EF4-FFF2-40B4-BE49-F238E27FC236}">
                <a16:creationId xmlns:a16="http://schemas.microsoft.com/office/drawing/2014/main" id="{4F7C882E-B38E-4AF0-3755-55D00B742B16}"/>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7" name="Rectangle 5">
            <a:extLst>
              <a:ext uri="{FF2B5EF4-FFF2-40B4-BE49-F238E27FC236}">
                <a16:creationId xmlns:a16="http://schemas.microsoft.com/office/drawing/2014/main" id="{25345C98-55FA-262F-4EBB-C287BE5D3111}"/>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4518" name="Rectangle 6">
            <a:extLst>
              <a:ext uri="{FF2B5EF4-FFF2-40B4-BE49-F238E27FC236}">
                <a16:creationId xmlns:a16="http://schemas.microsoft.com/office/drawing/2014/main" id="{7644B954-D13F-DFA1-B30A-F36EC7DE0E54}"/>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solidFill>
                  <a:schemeClr val="tx1"/>
                </a:solidFill>
                <a:latin typeface="Times New Roman" pitchFamily="18" charset="0"/>
                <a:ea typeface="+mn-ea"/>
              </a:defRPr>
            </a:lvl1pPr>
          </a:lstStyle>
          <a:p>
            <a:pPr>
              <a:defRPr/>
            </a:pPr>
            <a:endParaRPr lang="en-US"/>
          </a:p>
        </p:txBody>
      </p:sp>
      <p:sp>
        <p:nvSpPr>
          <p:cNvPr id="64519" name="Rectangle 7">
            <a:extLst>
              <a:ext uri="{FF2B5EF4-FFF2-40B4-BE49-F238E27FC236}">
                <a16:creationId xmlns:a16="http://schemas.microsoft.com/office/drawing/2014/main" id="{2E0066C6-C608-29FA-EB14-B3E0F66870FD}"/>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94FC1F20-5EAB-41FB-B210-370B9C2C46B1}"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18" charset="0"/>
        <a:ea typeface="ＭＳ Ｐゴシック" pitchFamily="34" charset="-128"/>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599F73F7-2B99-BEC6-CE62-E002191078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6DD6BCF7-8E9F-41C5-A608-0D41664076BA}" type="slidenum">
              <a:rPr lang="en-US" altLang="en-US" sz="1200" smtClean="0">
                <a:latin typeface="Times New Roman" panose="02020603050405020304" pitchFamily="18" charset="0"/>
              </a:rPr>
              <a:pPr/>
              <a:t>1</a:t>
            </a:fld>
            <a:endParaRPr lang="en-US" altLang="en-US" sz="1200">
              <a:latin typeface="Times New Roman" panose="02020603050405020304" pitchFamily="18" charset="0"/>
            </a:endParaRPr>
          </a:p>
        </p:txBody>
      </p:sp>
      <p:sp>
        <p:nvSpPr>
          <p:cNvPr id="19459" name="Rectangle 2">
            <a:extLst>
              <a:ext uri="{FF2B5EF4-FFF2-40B4-BE49-F238E27FC236}">
                <a16:creationId xmlns:a16="http://schemas.microsoft.com/office/drawing/2014/main" id="{8A82C24E-40D0-0AA6-6604-71E8A34BF24B}"/>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2AEAAEAB-07EC-3E8B-79E7-643BBF9841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extLst>
      <p:ext uri="{BB962C8B-B14F-4D97-AF65-F5344CB8AC3E}">
        <p14:creationId xmlns:p14="http://schemas.microsoft.com/office/powerpoint/2010/main" val="12259666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964BB1-7357-BCBC-C333-4CA5E7116E2E}"/>
              </a:ext>
            </a:extLst>
          </p:cNvPr>
          <p:cNvSpPr/>
          <p:nvPr userDrawn="1"/>
        </p:nvSpPr>
        <p:spPr>
          <a:xfrm>
            <a:off x="0" y="0"/>
            <a:ext cx="12192000" cy="6486525"/>
          </a:xfrm>
          <a:prstGeom prst="rect">
            <a:avLst/>
          </a:prstGeom>
          <a:solidFill>
            <a:srgbClr val="22377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sp>
        <p:nvSpPr>
          <p:cNvPr id="7" name="Title 6"/>
          <p:cNvSpPr>
            <a:spLocks noGrp="1"/>
          </p:cNvSpPr>
          <p:nvPr>
            <p:ph type="title"/>
          </p:nvPr>
        </p:nvSpPr>
        <p:spPr>
          <a:xfrm>
            <a:off x="741219" y="3243264"/>
            <a:ext cx="10515600" cy="1325563"/>
          </a:xfrm>
          <a:prstGeom prst="rect">
            <a:avLst/>
          </a:prstGeom>
        </p:spPr>
        <p:txBody>
          <a:bodyPr/>
          <a:lstStyle>
            <a:lvl1pPr>
              <a:defRPr>
                <a:solidFill>
                  <a:schemeClr val="bg1"/>
                </a:solidFill>
              </a:defRPr>
            </a:lvl1pPr>
          </a:lstStyle>
          <a:p>
            <a:r>
              <a:rPr lang="en-US"/>
              <a:t>Click to edit Master title style</a:t>
            </a:r>
            <a:endParaRPr lang="en-VN"/>
          </a:p>
        </p:txBody>
      </p:sp>
      <p:sp>
        <p:nvSpPr>
          <p:cNvPr id="3" name="Date Placeholder 7">
            <a:extLst>
              <a:ext uri="{FF2B5EF4-FFF2-40B4-BE49-F238E27FC236}">
                <a16:creationId xmlns:a16="http://schemas.microsoft.com/office/drawing/2014/main" id="{EFE6BCEB-9D04-0A31-13FD-E54A7886E959}"/>
              </a:ext>
            </a:extLst>
          </p:cNvPr>
          <p:cNvSpPr>
            <a:spLocks noGrp="1"/>
          </p:cNvSpPr>
          <p:nvPr>
            <p:ph type="dt" sz="half" idx="10"/>
          </p:nvPr>
        </p:nvSpPr>
        <p:spPr>
          <a:xfrm>
            <a:off x="0" y="6538913"/>
            <a:ext cx="2743200" cy="365125"/>
          </a:xfrm>
        </p:spPr>
        <p:txBody>
          <a:bodyPr/>
          <a:lstStyle>
            <a:lvl1pPr>
              <a:defRPr smtClean="0"/>
            </a:lvl1pPr>
          </a:lstStyle>
          <a:p>
            <a:pPr>
              <a:defRPr/>
            </a:pPr>
            <a:fld id="{04BF734D-FA21-46CC-B337-08991588F7D2}" type="datetime1">
              <a:rPr lang="en-US"/>
              <a:pPr>
                <a:defRPr/>
              </a:pPr>
              <a:t>12/19/2024</a:t>
            </a:fld>
            <a:endParaRPr lang="en-US"/>
          </a:p>
        </p:txBody>
      </p:sp>
      <p:sp>
        <p:nvSpPr>
          <p:cNvPr id="4" name="Slide Number Placeholder 11">
            <a:extLst>
              <a:ext uri="{FF2B5EF4-FFF2-40B4-BE49-F238E27FC236}">
                <a16:creationId xmlns:a16="http://schemas.microsoft.com/office/drawing/2014/main" id="{21C2B440-578D-B562-B0A6-B54BDB743A02}"/>
              </a:ext>
            </a:extLst>
          </p:cNvPr>
          <p:cNvSpPr>
            <a:spLocks noGrp="1"/>
          </p:cNvSpPr>
          <p:nvPr>
            <p:ph type="sldNum" sz="quarter" idx="11"/>
          </p:nvPr>
        </p:nvSpPr>
        <p:spPr>
          <a:xfrm>
            <a:off x="9448800" y="6538913"/>
            <a:ext cx="2743200" cy="365125"/>
          </a:xfrm>
        </p:spPr>
        <p:txBody>
          <a:bodyPr/>
          <a:lstStyle>
            <a:lvl1pPr>
              <a:defRPr>
                <a:solidFill>
                  <a:prstClr val="white"/>
                </a:solidFill>
              </a:defRPr>
            </a:lvl1pPr>
          </a:lstStyle>
          <a:p>
            <a:pPr>
              <a:defRPr/>
            </a:pPr>
            <a:fld id="{775A0816-9807-4CA3-A3C5-68577B5C9559}" type="slidenum">
              <a:rPr lang="en-US"/>
              <a:pPr>
                <a:defRPr/>
              </a:pPr>
              <a:t>‹#›</a:t>
            </a:fld>
            <a:endParaRPr lang="en-US"/>
          </a:p>
        </p:txBody>
      </p:sp>
      <p:sp>
        <p:nvSpPr>
          <p:cNvPr id="5" name="Rectangle 3">
            <a:extLst>
              <a:ext uri="{FF2B5EF4-FFF2-40B4-BE49-F238E27FC236}">
                <a16:creationId xmlns:a16="http://schemas.microsoft.com/office/drawing/2014/main" id="{AABBDFAC-3ABC-7AF1-C80F-B9A80EC5DAE2}"/>
              </a:ext>
            </a:extLst>
          </p:cNvPr>
          <p:cNvSpPr>
            <a:spLocks noGrp="1" noChangeArrowheads="1"/>
          </p:cNvSpPr>
          <p:nvPr>
            <p:ph type="ftr" sz="quarter" idx="12"/>
          </p:nvPr>
        </p:nvSpPr>
        <p:spPr/>
        <p:txBody>
          <a:bodyPr/>
          <a:lstStyle>
            <a:lvl1pPr>
              <a:defRPr/>
            </a:lvl1pPr>
          </a:lstStyle>
          <a:p>
            <a:pPr>
              <a:defRPr/>
            </a:pPr>
            <a:r>
              <a:rPr lang="en-US"/>
              <a:t>Database System Design, Implementation And Management </a:t>
            </a:r>
          </a:p>
        </p:txBody>
      </p:sp>
    </p:spTree>
    <p:extLst>
      <p:ext uri="{BB962C8B-B14F-4D97-AF65-F5344CB8AC3E}">
        <p14:creationId xmlns:p14="http://schemas.microsoft.com/office/powerpoint/2010/main" val="26330091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1A55295-5DC2-C569-6312-199AFA24EE07}"/>
              </a:ext>
            </a:extLst>
          </p:cNvPr>
          <p:cNvSpPr/>
          <p:nvPr userDrawn="1"/>
        </p:nvSpPr>
        <p:spPr>
          <a:xfrm>
            <a:off x="392907"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sp>
        <p:nvSpPr>
          <p:cNvPr id="13" name="Title 1"/>
          <p:cNvSpPr>
            <a:spLocks noGrp="1"/>
          </p:cNvSpPr>
          <p:nvPr>
            <p:ph type="title"/>
          </p:nvPr>
        </p:nvSpPr>
        <p:spPr>
          <a:xfrm>
            <a:off x="482252" y="277962"/>
            <a:ext cx="7928429" cy="553289"/>
          </a:xfrm>
          <a:prstGeom prst="rect">
            <a:avLst/>
          </a:prstGeom>
        </p:spPr>
        <p:txBody>
          <a:bodyPr>
            <a:normAutofit/>
          </a:bodyPr>
          <a:lstStyle>
            <a:lvl1pPr>
              <a:defRPr sz="2475" b="1" baseline="0">
                <a:solidFill>
                  <a:srgbClr val="22377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7729624-F3B5-070E-14EF-70CC1B484925}"/>
              </a:ext>
            </a:extLst>
          </p:cNvPr>
          <p:cNvSpPr>
            <a:spLocks noGrp="1"/>
          </p:cNvSpPr>
          <p:nvPr>
            <p:ph type="dt" sz="half" idx="10"/>
          </p:nvPr>
        </p:nvSpPr>
        <p:spPr>
          <a:xfrm>
            <a:off x="0" y="6580188"/>
            <a:ext cx="2743200" cy="277812"/>
          </a:xfrm>
        </p:spPr>
        <p:txBody>
          <a:bodyPr/>
          <a:lstStyle>
            <a:lvl1pPr>
              <a:defRPr smtClean="0"/>
            </a:lvl1pPr>
          </a:lstStyle>
          <a:p>
            <a:pPr>
              <a:defRPr/>
            </a:pPr>
            <a:fld id="{619230D7-F585-4615-8690-EE47007A6E78}" type="datetime1">
              <a:rPr lang="en-US"/>
              <a:pPr>
                <a:defRPr/>
              </a:pPr>
              <a:t>12/19/2024</a:t>
            </a:fld>
            <a:endParaRPr lang="en-US"/>
          </a:p>
        </p:txBody>
      </p:sp>
      <p:sp>
        <p:nvSpPr>
          <p:cNvPr id="5" name="Slide Number Placeholder 5">
            <a:extLst>
              <a:ext uri="{FF2B5EF4-FFF2-40B4-BE49-F238E27FC236}">
                <a16:creationId xmlns:a16="http://schemas.microsoft.com/office/drawing/2014/main" id="{C685519A-3558-75C9-7D9D-2CD34FE8601A}"/>
              </a:ext>
            </a:extLst>
          </p:cNvPr>
          <p:cNvSpPr>
            <a:spLocks noGrp="1"/>
          </p:cNvSpPr>
          <p:nvPr>
            <p:ph type="sldNum" sz="quarter" idx="11"/>
          </p:nvPr>
        </p:nvSpPr>
        <p:spPr>
          <a:xfrm>
            <a:off x="9412288" y="6623050"/>
            <a:ext cx="2743200" cy="234950"/>
          </a:xfrm>
        </p:spPr>
        <p:txBody>
          <a:bodyPr/>
          <a:lstStyle>
            <a:lvl1pPr>
              <a:defRPr/>
            </a:lvl1pPr>
          </a:lstStyle>
          <a:p>
            <a:pPr>
              <a:defRPr/>
            </a:pPr>
            <a:fld id="{3668E2E4-C289-40FA-803B-52DC86338CE3}" type="slidenum">
              <a:rPr lang="en-US"/>
              <a:pPr>
                <a:defRPr/>
              </a:pPr>
              <a:t>‹#›</a:t>
            </a:fld>
            <a:endParaRPr lang="en-US"/>
          </a:p>
        </p:txBody>
      </p:sp>
      <p:sp>
        <p:nvSpPr>
          <p:cNvPr id="6" name="Rectangle 3">
            <a:extLst>
              <a:ext uri="{FF2B5EF4-FFF2-40B4-BE49-F238E27FC236}">
                <a16:creationId xmlns:a16="http://schemas.microsoft.com/office/drawing/2014/main" id="{3678CD4D-49EF-4866-C3F2-B2A61D010B34}"/>
              </a:ext>
            </a:extLst>
          </p:cNvPr>
          <p:cNvSpPr>
            <a:spLocks noGrp="1" noChangeArrowheads="1"/>
          </p:cNvSpPr>
          <p:nvPr>
            <p:ph type="ftr" sz="quarter" idx="12"/>
          </p:nvPr>
        </p:nvSpPr>
        <p:spPr/>
        <p:txBody>
          <a:bodyPr/>
          <a:lstStyle>
            <a:lvl1pPr>
              <a:defRPr/>
            </a:lvl1pPr>
          </a:lstStyle>
          <a:p>
            <a:pPr>
              <a:defRPr/>
            </a:pPr>
            <a:r>
              <a:rPr lang="en-US"/>
              <a:t>Database System Design, Implementation And Management </a:t>
            </a:r>
          </a:p>
        </p:txBody>
      </p:sp>
    </p:spTree>
    <p:extLst>
      <p:ext uri="{BB962C8B-B14F-4D97-AF65-F5344CB8AC3E}">
        <p14:creationId xmlns:p14="http://schemas.microsoft.com/office/powerpoint/2010/main" val="18165872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0E98A4D7-51AA-2B15-3D26-501BAE3FD3F8}"/>
              </a:ext>
            </a:extLst>
          </p:cNvPr>
          <p:cNvSpPr/>
          <p:nvPr userDrawn="1"/>
        </p:nvSpPr>
        <p:spPr>
          <a:xfrm>
            <a:off x="392907"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sp>
        <p:nvSpPr>
          <p:cNvPr id="7" name="Title 6"/>
          <p:cNvSpPr>
            <a:spLocks noGrp="1"/>
          </p:cNvSpPr>
          <p:nvPr>
            <p:ph type="title"/>
          </p:nvPr>
        </p:nvSpPr>
        <p:spPr>
          <a:xfrm>
            <a:off x="487476" y="2949386"/>
            <a:ext cx="10515600" cy="1325563"/>
          </a:xfrm>
          <a:prstGeom prst="rect">
            <a:avLst/>
          </a:prstGeom>
        </p:spPr>
        <p:txBody>
          <a:bodyPr/>
          <a:lstStyle>
            <a:lvl1pPr>
              <a:defRPr sz="4500">
                <a:solidFill>
                  <a:schemeClr val="accent5"/>
                </a:solidFill>
              </a:defRPr>
            </a:lvl1pPr>
          </a:lstStyle>
          <a:p>
            <a:r>
              <a:rPr lang="en-US" dirty="0"/>
              <a:t>Click to edit Master title style</a:t>
            </a:r>
            <a:endParaRPr lang="en-VN" dirty="0"/>
          </a:p>
        </p:txBody>
      </p:sp>
      <p:sp>
        <p:nvSpPr>
          <p:cNvPr id="4" name="Date Placeholder 3">
            <a:extLst>
              <a:ext uri="{FF2B5EF4-FFF2-40B4-BE49-F238E27FC236}">
                <a16:creationId xmlns:a16="http://schemas.microsoft.com/office/drawing/2014/main" id="{AC24508C-232F-8AA0-F1C6-36CFF9ACCA6D}"/>
              </a:ext>
            </a:extLst>
          </p:cNvPr>
          <p:cNvSpPr>
            <a:spLocks noGrp="1"/>
          </p:cNvSpPr>
          <p:nvPr>
            <p:ph type="dt" sz="half" idx="10"/>
          </p:nvPr>
        </p:nvSpPr>
        <p:spPr>
          <a:xfrm>
            <a:off x="0" y="6592888"/>
            <a:ext cx="2743200" cy="268287"/>
          </a:xfrm>
        </p:spPr>
        <p:txBody>
          <a:bodyPr/>
          <a:lstStyle>
            <a:lvl1pPr>
              <a:defRPr smtClean="0"/>
            </a:lvl1pPr>
          </a:lstStyle>
          <a:p>
            <a:pPr>
              <a:defRPr/>
            </a:pPr>
            <a:fld id="{7F53EECD-5EF2-4F97-996E-6CBAC1BF3011}" type="datetime1">
              <a:rPr lang="en-US"/>
              <a:pPr>
                <a:defRPr/>
              </a:pPr>
              <a:t>12/19/2024</a:t>
            </a:fld>
            <a:endParaRPr lang="en-US"/>
          </a:p>
        </p:txBody>
      </p:sp>
      <p:sp>
        <p:nvSpPr>
          <p:cNvPr id="5" name="Slide Number Placeholder 5">
            <a:extLst>
              <a:ext uri="{FF2B5EF4-FFF2-40B4-BE49-F238E27FC236}">
                <a16:creationId xmlns:a16="http://schemas.microsoft.com/office/drawing/2014/main" id="{5E118D7B-5BE4-D162-C63C-02493336AEA7}"/>
              </a:ext>
            </a:extLst>
          </p:cNvPr>
          <p:cNvSpPr>
            <a:spLocks noGrp="1"/>
          </p:cNvSpPr>
          <p:nvPr>
            <p:ph type="sldNum" sz="quarter" idx="11"/>
          </p:nvPr>
        </p:nvSpPr>
        <p:spPr>
          <a:xfrm>
            <a:off x="9366250" y="6589713"/>
            <a:ext cx="2743200" cy="314325"/>
          </a:xfrm>
        </p:spPr>
        <p:txBody>
          <a:bodyPr/>
          <a:lstStyle>
            <a:lvl1pPr>
              <a:defRPr/>
            </a:lvl1pPr>
          </a:lstStyle>
          <a:p>
            <a:pPr>
              <a:defRPr/>
            </a:pPr>
            <a:fld id="{F9126DDB-45DE-4D72-94FB-1E2D565E80AF}" type="slidenum">
              <a:rPr lang="en-US"/>
              <a:pPr>
                <a:defRPr/>
              </a:pPr>
              <a:t>‹#›</a:t>
            </a:fld>
            <a:endParaRPr lang="en-US"/>
          </a:p>
        </p:txBody>
      </p:sp>
      <p:sp>
        <p:nvSpPr>
          <p:cNvPr id="6" name="Rectangle 3">
            <a:extLst>
              <a:ext uri="{FF2B5EF4-FFF2-40B4-BE49-F238E27FC236}">
                <a16:creationId xmlns:a16="http://schemas.microsoft.com/office/drawing/2014/main" id="{38007CFB-2610-ACA1-B2EA-E3DDAC766C94}"/>
              </a:ext>
            </a:extLst>
          </p:cNvPr>
          <p:cNvSpPr>
            <a:spLocks noGrp="1" noChangeArrowheads="1"/>
          </p:cNvSpPr>
          <p:nvPr>
            <p:ph type="ftr" sz="quarter" idx="12"/>
          </p:nvPr>
        </p:nvSpPr>
        <p:spPr/>
        <p:txBody>
          <a:bodyPr/>
          <a:lstStyle>
            <a:lvl1pPr>
              <a:defRPr/>
            </a:lvl1pPr>
          </a:lstStyle>
          <a:p>
            <a:pPr>
              <a:defRPr/>
            </a:pPr>
            <a:r>
              <a:rPr lang="en-US"/>
              <a:t>Database System Design, Implementation And Management </a:t>
            </a:r>
          </a:p>
        </p:txBody>
      </p:sp>
    </p:spTree>
    <p:extLst>
      <p:ext uri="{BB962C8B-B14F-4D97-AF65-F5344CB8AC3E}">
        <p14:creationId xmlns:p14="http://schemas.microsoft.com/office/powerpoint/2010/main" val="29193060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858F73B4-3EA4-F35A-3D60-2923D5658ED7}"/>
              </a:ext>
            </a:extLst>
          </p:cNvPr>
          <p:cNvSpPr/>
          <p:nvPr userDrawn="1"/>
        </p:nvSpPr>
        <p:spPr>
          <a:xfrm>
            <a:off x="311261"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sp>
        <p:nvSpPr>
          <p:cNvPr id="12" name="Title 1"/>
          <p:cNvSpPr>
            <a:spLocks noGrp="1"/>
          </p:cNvSpPr>
          <p:nvPr>
            <p:ph type="title"/>
          </p:nvPr>
        </p:nvSpPr>
        <p:spPr>
          <a:xfrm>
            <a:off x="340858" y="243491"/>
            <a:ext cx="8061101" cy="553289"/>
          </a:xfrm>
          <a:prstGeom prst="rect">
            <a:avLst/>
          </a:prstGeom>
        </p:spPr>
        <p:txBody>
          <a:bodyPr>
            <a:normAutofit/>
          </a:bodyPr>
          <a:lstStyle>
            <a:lvl1pPr>
              <a:defRPr sz="2475" b="1" baseline="0">
                <a:solidFill>
                  <a:srgbClr val="223771"/>
                </a:solidFill>
              </a:defRPr>
            </a:lvl1pPr>
          </a:lstStyle>
          <a:p>
            <a:r>
              <a:rPr lang="en-US"/>
              <a:t>Click to edit Master title style</a:t>
            </a:r>
          </a:p>
        </p:txBody>
      </p:sp>
      <p:sp>
        <p:nvSpPr>
          <p:cNvPr id="13" name="Content Placeholder 12"/>
          <p:cNvSpPr>
            <a:spLocks noGrp="1"/>
          </p:cNvSpPr>
          <p:nvPr>
            <p:ph sz="quarter" idx="13"/>
          </p:nvPr>
        </p:nvSpPr>
        <p:spPr>
          <a:xfrm>
            <a:off x="309220" y="1169082"/>
            <a:ext cx="11551617" cy="495413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925778A0-1739-29FF-2284-D0326B623CD9}"/>
              </a:ext>
            </a:extLst>
          </p:cNvPr>
          <p:cNvSpPr>
            <a:spLocks noGrp="1"/>
          </p:cNvSpPr>
          <p:nvPr>
            <p:ph type="dt" sz="half" idx="14"/>
          </p:nvPr>
        </p:nvSpPr>
        <p:spPr/>
        <p:txBody>
          <a:bodyPr/>
          <a:lstStyle>
            <a:lvl1pPr>
              <a:defRPr smtClean="0"/>
            </a:lvl1pPr>
          </a:lstStyle>
          <a:p>
            <a:pPr>
              <a:defRPr/>
            </a:pPr>
            <a:fld id="{2953D200-00AA-42A7-802D-F180C1D57E6B}" type="datetime1">
              <a:rPr lang="en-US"/>
              <a:pPr>
                <a:defRPr/>
              </a:pPr>
              <a:t>12/19/2024</a:t>
            </a:fld>
            <a:endParaRPr lang="en-US"/>
          </a:p>
        </p:txBody>
      </p:sp>
      <p:sp>
        <p:nvSpPr>
          <p:cNvPr id="5" name="Slide Number Placeholder 5">
            <a:extLst>
              <a:ext uri="{FF2B5EF4-FFF2-40B4-BE49-F238E27FC236}">
                <a16:creationId xmlns:a16="http://schemas.microsoft.com/office/drawing/2014/main" id="{BDC1F769-2EA0-3B74-8A9C-9BD515A3FA5A}"/>
              </a:ext>
            </a:extLst>
          </p:cNvPr>
          <p:cNvSpPr>
            <a:spLocks noGrp="1"/>
          </p:cNvSpPr>
          <p:nvPr>
            <p:ph type="sldNum" sz="quarter" idx="15"/>
          </p:nvPr>
        </p:nvSpPr>
        <p:spPr>
          <a:xfrm>
            <a:off x="9421813" y="6600825"/>
            <a:ext cx="2743200" cy="274638"/>
          </a:xfrm>
        </p:spPr>
        <p:txBody>
          <a:bodyPr/>
          <a:lstStyle>
            <a:lvl1pPr>
              <a:defRPr/>
            </a:lvl1pPr>
          </a:lstStyle>
          <a:p>
            <a:pPr>
              <a:defRPr/>
            </a:pPr>
            <a:fld id="{BC9EDAA9-37F3-4614-95D5-5B7FFAB71D04}" type="slidenum">
              <a:rPr lang="en-US"/>
              <a:pPr>
                <a:defRPr/>
              </a:pPr>
              <a:t>‹#›</a:t>
            </a:fld>
            <a:endParaRPr lang="en-US"/>
          </a:p>
        </p:txBody>
      </p:sp>
      <p:sp>
        <p:nvSpPr>
          <p:cNvPr id="6" name="Rectangle 3">
            <a:extLst>
              <a:ext uri="{FF2B5EF4-FFF2-40B4-BE49-F238E27FC236}">
                <a16:creationId xmlns:a16="http://schemas.microsoft.com/office/drawing/2014/main" id="{2EB4D491-05E9-53AB-E987-C6383C7B7C83}"/>
              </a:ext>
            </a:extLst>
          </p:cNvPr>
          <p:cNvSpPr>
            <a:spLocks noGrp="1" noChangeArrowheads="1"/>
          </p:cNvSpPr>
          <p:nvPr>
            <p:ph type="ftr" sz="quarter" idx="16"/>
          </p:nvPr>
        </p:nvSpPr>
        <p:spPr/>
        <p:txBody>
          <a:bodyPr/>
          <a:lstStyle>
            <a:lvl1pPr>
              <a:defRPr/>
            </a:lvl1pPr>
          </a:lstStyle>
          <a:p>
            <a:pPr>
              <a:defRPr/>
            </a:pPr>
            <a:r>
              <a:rPr lang="en-US"/>
              <a:t>Database System Design, Implementation And Management </a:t>
            </a:r>
          </a:p>
        </p:txBody>
      </p:sp>
    </p:spTree>
    <p:extLst>
      <p:ext uri="{BB962C8B-B14F-4D97-AF65-F5344CB8AC3E}">
        <p14:creationId xmlns:p14="http://schemas.microsoft.com/office/powerpoint/2010/main" val="1621713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263686" y="2846231"/>
            <a:ext cx="4417452" cy="1460428"/>
          </a:xfrm>
          <a:prstGeom prst="rect">
            <a:avLst/>
          </a:prstGeom>
        </p:spPr>
        <p:txBody>
          <a:bodyPr anchor="b">
            <a:normAutofit/>
          </a:bodyPr>
          <a:lstStyle>
            <a:lvl1pPr algn="r">
              <a:defRPr sz="4200" b="1" baseline="0">
                <a:solidFill>
                  <a:srgbClr val="223771"/>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Subtitle 2"/>
          <p:cNvSpPr>
            <a:spLocks noGrp="1"/>
          </p:cNvSpPr>
          <p:nvPr>
            <p:ph type="subTitle" idx="1"/>
          </p:nvPr>
        </p:nvSpPr>
        <p:spPr>
          <a:xfrm>
            <a:off x="7263686" y="4429523"/>
            <a:ext cx="4417452" cy="750072"/>
          </a:xfrm>
          <a:prstGeom prst="rect">
            <a:avLst/>
          </a:prstGeom>
        </p:spPr>
        <p:txBody>
          <a:bodyPr/>
          <a:lstStyle>
            <a:lvl1pPr marL="0" indent="0" algn="r">
              <a:buNone/>
              <a:defRPr sz="1800" baseline="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11" name="Content Placeholder 2"/>
          <p:cNvSpPr>
            <a:spLocks noGrp="1"/>
          </p:cNvSpPr>
          <p:nvPr>
            <p:ph idx="13"/>
          </p:nvPr>
        </p:nvSpPr>
        <p:spPr>
          <a:xfrm>
            <a:off x="1" y="862151"/>
            <a:ext cx="7096259" cy="5631943"/>
          </a:xfrm>
          <a:prstGeom prst="rect">
            <a:avLst/>
          </a:prstGeom>
        </p:spPr>
        <p:txBody>
          <a:bodyPr/>
          <a:lstStyle>
            <a:lvl1pPr marL="0" indent="0">
              <a:buNone/>
              <a:defRPr baseline="0"/>
            </a:lvl1pPr>
          </a:lstStyle>
          <a:p>
            <a:pPr lvl="0"/>
            <a:r>
              <a:rPr lang="en-US"/>
              <a:t>Click to edit Master text styles</a:t>
            </a:r>
          </a:p>
        </p:txBody>
      </p:sp>
      <p:sp>
        <p:nvSpPr>
          <p:cNvPr id="5" name="Date Placeholder 3">
            <a:extLst>
              <a:ext uri="{FF2B5EF4-FFF2-40B4-BE49-F238E27FC236}">
                <a16:creationId xmlns:a16="http://schemas.microsoft.com/office/drawing/2014/main" id="{F1888363-DACF-4CD3-2499-6E28B3D6969D}"/>
              </a:ext>
            </a:extLst>
          </p:cNvPr>
          <p:cNvSpPr>
            <a:spLocks noGrp="1"/>
          </p:cNvSpPr>
          <p:nvPr>
            <p:ph type="dt" sz="half" idx="14"/>
          </p:nvPr>
        </p:nvSpPr>
        <p:spPr/>
        <p:txBody>
          <a:bodyPr/>
          <a:lstStyle>
            <a:lvl1pPr>
              <a:defRPr smtClean="0"/>
            </a:lvl1pPr>
          </a:lstStyle>
          <a:p>
            <a:pPr>
              <a:defRPr/>
            </a:pPr>
            <a:fld id="{7A147622-DF6C-4AD4-B05B-A94F62E38A86}" type="datetime1">
              <a:rPr lang="en-US"/>
              <a:pPr>
                <a:defRPr/>
              </a:pPr>
              <a:t>12/19/2024</a:t>
            </a:fld>
            <a:endParaRPr lang="en-US"/>
          </a:p>
        </p:txBody>
      </p:sp>
      <p:sp>
        <p:nvSpPr>
          <p:cNvPr id="6" name="Footer Placeholder 4">
            <a:extLst>
              <a:ext uri="{FF2B5EF4-FFF2-40B4-BE49-F238E27FC236}">
                <a16:creationId xmlns:a16="http://schemas.microsoft.com/office/drawing/2014/main" id="{32A37517-8DD7-EEA6-F2E6-49FC8CC73AB6}"/>
              </a:ext>
            </a:extLst>
          </p:cNvPr>
          <p:cNvSpPr>
            <a:spLocks noGrp="1"/>
          </p:cNvSpPr>
          <p:nvPr>
            <p:ph type="ftr" sz="quarter" idx="15"/>
          </p:nvPr>
        </p:nvSpPr>
        <p:spPr>
          <a:xfrm>
            <a:off x="3871913" y="6604000"/>
            <a:ext cx="4114800" cy="254000"/>
          </a:xfrm>
        </p:spPr>
        <p:txBody>
          <a:bodyPr/>
          <a:lstStyle>
            <a:lvl1pPr defTabSz="342900" eaLnBrk="1" fontAlgn="auto" hangingPunct="1">
              <a:spcBef>
                <a:spcPts val="0"/>
              </a:spcBef>
              <a:spcAft>
                <a:spcPts val="0"/>
              </a:spcAft>
              <a:defRPr>
                <a:solidFill>
                  <a:prstClr val="white"/>
                </a:solidFill>
                <a:latin typeface="Calibri" panose="020F0502020204030204"/>
                <a:ea typeface="+mn-ea"/>
              </a:defRPr>
            </a:lvl1pPr>
          </a:lstStyle>
          <a:p>
            <a:pPr>
              <a:defRPr/>
            </a:pPr>
            <a:r>
              <a:rPr lang="en-US"/>
              <a:t>Database System Design, Implementation And Management </a:t>
            </a:r>
          </a:p>
        </p:txBody>
      </p:sp>
      <p:sp>
        <p:nvSpPr>
          <p:cNvPr id="7" name="Slide Number Placeholder 5">
            <a:extLst>
              <a:ext uri="{FF2B5EF4-FFF2-40B4-BE49-F238E27FC236}">
                <a16:creationId xmlns:a16="http://schemas.microsoft.com/office/drawing/2014/main" id="{9E06BDF5-0E4B-7D5D-4DE0-26F369F0EB12}"/>
              </a:ext>
            </a:extLst>
          </p:cNvPr>
          <p:cNvSpPr>
            <a:spLocks noGrp="1"/>
          </p:cNvSpPr>
          <p:nvPr>
            <p:ph type="sldNum" sz="quarter" idx="16"/>
          </p:nvPr>
        </p:nvSpPr>
        <p:spPr/>
        <p:txBody>
          <a:bodyPr/>
          <a:lstStyle>
            <a:lvl1pPr>
              <a:defRPr/>
            </a:lvl1pPr>
          </a:lstStyle>
          <a:p>
            <a:pPr>
              <a:defRPr/>
            </a:pPr>
            <a:fld id="{4FC3DE7D-4EEA-43B2-9617-70FD3CFD639D}" type="slidenum">
              <a:rPr lang="en-US"/>
              <a:pPr>
                <a:defRPr/>
              </a:pPr>
              <a:t>‹#›</a:t>
            </a:fld>
            <a:endParaRPr lang="en-US"/>
          </a:p>
        </p:txBody>
      </p:sp>
    </p:spTree>
    <p:extLst>
      <p:ext uri="{BB962C8B-B14F-4D97-AF65-F5344CB8AC3E}">
        <p14:creationId xmlns:p14="http://schemas.microsoft.com/office/powerpoint/2010/main" val="16830506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Freeform 13">
            <a:extLst>
              <a:ext uri="{FF2B5EF4-FFF2-40B4-BE49-F238E27FC236}">
                <a16:creationId xmlns:a16="http://schemas.microsoft.com/office/drawing/2014/main" id="{397F7F79-C88E-7534-6D6C-7E21232DD335}"/>
              </a:ext>
            </a:extLst>
          </p:cNvPr>
          <p:cNvSpPr/>
          <p:nvPr userDrawn="1"/>
        </p:nvSpPr>
        <p:spPr>
          <a:xfrm>
            <a:off x="392907"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sp>
        <p:nvSpPr>
          <p:cNvPr id="2" name="Title 1"/>
          <p:cNvSpPr>
            <a:spLocks noGrp="1"/>
          </p:cNvSpPr>
          <p:nvPr>
            <p:ph type="title"/>
          </p:nvPr>
        </p:nvSpPr>
        <p:spPr>
          <a:xfrm>
            <a:off x="831851" y="1709740"/>
            <a:ext cx="10515600" cy="2852737"/>
          </a:xfrm>
          <a:prstGeom prst="rect">
            <a:avLst/>
          </a:prstGeo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831851" y="4589465"/>
            <a:ext cx="10515600" cy="1500187"/>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16" name="Content Placeholder 15"/>
          <p:cNvSpPr>
            <a:spLocks noGrp="1"/>
          </p:cNvSpPr>
          <p:nvPr>
            <p:ph sz="quarter" idx="13"/>
          </p:nvPr>
        </p:nvSpPr>
        <p:spPr>
          <a:xfrm>
            <a:off x="392906" y="278800"/>
            <a:ext cx="5813199" cy="457200"/>
          </a:xfrm>
          <a:prstGeom prst="rect">
            <a:avLst/>
          </a:prstGeom>
        </p:spPr>
        <p:txBody>
          <a:bodyPr/>
          <a:lstStyle>
            <a:lvl1pPr>
              <a:defRPr lang="en-VN" sz="2475" b="1" baseline="0" dirty="0">
                <a:solidFill>
                  <a:srgbClr val="223771"/>
                </a:solidFill>
                <a:ea typeface="+mj-ea"/>
              </a:defRPr>
            </a:lvl1pPr>
          </a:lstStyle>
          <a:p>
            <a:pPr lvl="0"/>
            <a:r>
              <a:rPr lang="en-US"/>
              <a:t>Click to edit Master text styles</a:t>
            </a:r>
          </a:p>
        </p:txBody>
      </p:sp>
      <p:sp>
        <p:nvSpPr>
          <p:cNvPr id="6" name="Date Placeholder 3">
            <a:extLst>
              <a:ext uri="{FF2B5EF4-FFF2-40B4-BE49-F238E27FC236}">
                <a16:creationId xmlns:a16="http://schemas.microsoft.com/office/drawing/2014/main" id="{7E8D8520-2EEF-7DFE-992F-B17199C9D3A9}"/>
              </a:ext>
            </a:extLst>
          </p:cNvPr>
          <p:cNvSpPr>
            <a:spLocks noGrp="1"/>
          </p:cNvSpPr>
          <p:nvPr>
            <p:ph type="dt" sz="half" idx="14"/>
          </p:nvPr>
        </p:nvSpPr>
        <p:spPr/>
        <p:txBody>
          <a:bodyPr/>
          <a:lstStyle>
            <a:lvl1pPr>
              <a:defRPr smtClean="0"/>
            </a:lvl1pPr>
          </a:lstStyle>
          <a:p>
            <a:pPr>
              <a:defRPr/>
            </a:pPr>
            <a:fld id="{591607DA-A9BC-4664-80C0-A8EF5A98972C}" type="datetime1">
              <a:rPr lang="en-US"/>
              <a:pPr>
                <a:defRPr/>
              </a:pPr>
              <a:t>12/19/2024</a:t>
            </a:fld>
            <a:endParaRPr lang="en-US"/>
          </a:p>
        </p:txBody>
      </p:sp>
      <p:sp>
        <p:nvSpPr>
          <p:cNvPr id="7" name="Slide Number Placeholder 5">
            <a:extLst>
              <a:ext uri="{FF2B5EF4-FFF2-40B4-BE49-F238E27FC236}">
                <a16:creationId xmlns:a16="http://schemas.microsoft.com/office/drawing/2014/main" id="{B86DAE71-5E4C-AD44-94BB-40E3E9BE3B2A}"/>
              </a:ext>
            </a:extLst>
          </p:cNvPr>
          <p:cNvSpPr>
            <a:spLocks noGrp="1"/>
          </p:cNvSpPr>
          <p:nvPr>
            <p:ph type="sldNum" sz="quarter" idx="15"/>
          </p:nvPr>
        </p:nvSpPr>
        <p:spPr/>
        <p:txBody>
          <a:bodyPr/>
          <a:lstStyle>
            <a:lvl1pPr>
              <a:defRPr/>
            </a:lvl1pPr>
          </a:lstStyle>
          <a:p>
            <a:pPr>
              <a:defRPr/>
            </a:pPr>
            <a:fld id="{B9B03C63-2273-46E4-B7DF-3CCA315B6CB6}" type="slidenum">
              <a:rPr lang="en-US"/>
              <a:pPr>
                <a:defRPr/>
              </a:pPr>
              <a:t>‹#›</a:t>
            </a:fld>
            <a:endParaRPr lang="en-US"/>
          </a:p>
        </p:txBody>
      </p:sp>
      <p:sp>
        <p:nvSpPr>
          <p:cNvPr id="8" name="Rectangle 3">
            <a:extLst>
              <a:ext uri="{FF2B5EF4-FFF2-40B4-BE49-F238E27FC236}">
                <a16:creationId xmlns:a16="http://schemas.microsoft.com/office/drawing/2014/main" id="{474D9259-758C-E063-00D3-B9F2238CDAAB}"/>
              </a:ext>
            </a:extLst>
          </p:cNvPr>
          <p:cNvSpPr>
            <a:spLocks noGrp="1" noChangeArrowheads="1"/>
          </p:cNvSpPr>
          <p:nvPr>
            <p:ph type="ftr" sz="quarter" idx="16"/>
          </p:nvPr>
        </p:nvSpPr>
        <p:spPr/>
        <p:txBody>
          <a:bodyPr/>
          <a:lstStyle>
            <a:lvl1pPr>
              <a:defRPr/>
            </a:lvl1pPr>
          </a:lstStyle>
          <a:p>
            <a:pPr>
              <a:defRPr/>
            </a:pPr>
            <a:r>
              <a:rPr lang="en-US"/>
              <a:t>Database System Design, Implementation And Management </a:t>
            </a:r>
          </a:p>
        </p:txBody>
      </p:sp>
    </p:spTree>
    <p:extLst>
      <p:ext uri="{BB962C8B-B14F-4D97-AF65-F5344CB8AC3E}">
        <p14:creationId xmlns:p14="http://schemas.microsoft.com/office/powerpoint/2010/main" val="2681039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6" name="Freeform 13">
            <a:extLst>
              <a:ext uri="{FF2B5EF4-FFF2-40B4-BE49-F238E27FC236}">
                <a16:creationId xmlns:a16="http://schemas.microsoft.com/office/drawing/2014/main" id="{E54F1EF8-213B-FF64-8429-F8F6501B5178}"/>
              </a:ext>
            </a:extLst>
          </p:cNvPr>
          <p:cNvSpPr/>
          <p:nvPr userDrawn="1"/>
        </p:nvSpPr>
        <p:spPr>
          <a:xfrm>
            <a:off x="701899" y="515148"/>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sp>
        <p:nvSpPr>
          <p:cNvPr id="2" name="Title 1"/>
          <p:cNvSpPr>
            <a:spLocks noGrp="1"/>
          </p:cNvSpPr>
          <p:nvPr>
            <p:ph type="title"/>
          </p:nvPr>
        </p:nvSpPr>
        <p:spPr>
          <a:xfrm>
            <a:off x="701900" y="351789"/>
            <a:ext cx="8061101" cy="922762"/>
          </a:xfrm>
          <a:prstGeom prst="rect">
            <a:avLst/>
          </a:prstGeom>
        </p:spPr>
        <p:txBody>
          <a:bodyPr>
            <a:normAutofit/>
          </a:bodyPr>
          <a:lstStyle>
            <a:lvl1pPr>
              <a:defRPr sz="2250" b="1">
                <a:solidFill>
                  <a:srgbClr val="223771"/>
                </a:solidFill>
              </a:defRPr>
            </a:lvl1pPr>
          </a:lstStyle>
          <a:p>
            <a:r>
              <a:rPr lang="en-US"/>
              <a:t>Click to edit Master title style</a:t>
            </a:r>
          </a:p>
        </p:txBody>
      </p:sp>
      <p:sp>
        <p:nvSpPr>
          <p:cNvPr id="3" name="Content Placeholder 2"/>
          <p:cNvSpPr>
            <a:spLocks noGrp="1"/>
          </p:cNvSpPr>
          <p:nvPr>
            <p:ph sz="half" idx="1"/>
          </p:nvPr>
        </p:nvSpPr>
        <p:spPr>
          <a:xfrm>
            <a:off x="701899" y="1639781"/>
            <a:ext cx="3336703"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1711" y="1639781"/>
            <a:ext cx="3331872"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p:cNvSpPr>
            <a:spLocks noGrp="1"/>
          </p:cNvSpPr>
          <p:nvPr>
            <p:ph sz="half" idx="13"/>
          </p:nvPr>
        </p:nvSpPr>
        <p:spPr>
          <a:xfrm>
            <a:off x="8426539" y="1639781"/>
            <a:ext cx="3331872"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a:extLst>
              <a:ext uri="{FF2B5EF4-FFF2-40B4-BE49-F238E27FC236}">
                <a16:creationId xmlns:a16="http://schemas.microsoft.com/office/drawing/2014/main" id="{9E9E4F77-455A-34FF-7394-C19D63B430BC}"/>
              </a:ext>
            </a:extLst>
          </p:cNvPr>
          <p:cNvSpPr>
            <a:spLocks noGrp="1"/>
          </p:cNvSpPr>
          <p:nvPr>
            <p:ph type="dt" sz="half" idx="14"/>
          </p:nvPr>
        </p:nvSpPr>
        <p:spPr/>
        <p:txBody>
          <a:bodyPr/>
          <a:lstStyle>
            <a:lvl1pPr>
              <a:defRPr smtClean="0"/>
            </a:lvl1pPr>
          </a:lstStyle>
          <a:p>
            <a:pPr>
              <a:defRPr/>
            </a:pPr>
            <a:fld id="{C90A3BB5-049D-4035-BBD7-C54E04C91C61}" type="datetime1">
              <a:rPr lang="en-US"/>
              <a:pPr>
                <a:defRPr/>
              </a:pPr>
              <a:t>12/19/2024</a:t>
            </a:fld>
            <a:endParaRPr lang="en-US"/>
          </a:p>
        </p:txBody>
      </p:sp>
      <p:sp>
        <p:nvSpPr>
          <p:cNvPr id="8" name="Slide Number Placeholder 6">
            <a:extLst>
              <a:ext uri="{FF2B5EF4-FFF2-40B4-BE49-F238E27FC236}">
                <a16:creationId xmlns:a16="http://schemas.microsoft.com/office/drawing/2014/main" id="{7A7C627D-779A-8D83-E2C4-C40DC84F78DD}"/>
              </a:ext>
            </a:extLst>
          </p:cNvPr>
          <p:cNvSpPr>
            <a:spLocks noGrp="1"/>
          </p:cNvSpPr>
          <p:nvPr>
            <p:ph type="sldNum" sz="quarter" idx="15"/>
          </p:nvPr>
        </p:nvSpPr>
        <p:spPr/>
        <p:txBody>
          <a:bodyPr/>
          <a:lstStyle>
            <a:lvl1pPr>
              <a:defRPr/>
            </a:lvl1pPr>
          </a:lstStyle>
          <a:p>
            <a:pPr>
              <a:defRPr/>
            </a:pPr>
            <a:fld id="{FE967A2B-7DC3-460F-82C1-37366D5A5F1B}" type="slidenum">
              <a:rPr lang="en-US"/>
              <a:pPr>
                <a:defRPr/>
              </a:pPr>
              <a:t>‹#›</a:t>
            </a:fld>
            <a:endParaRPr lang="en-US"/>
          </a:p>
        </p:txBody>
      </p:sp>
      <p:sp>
        <p:nvSpPr>
          <p:cNvPr id="10" name="Rectangle 3">
            <a:extLst>
              <a:ext uri="{FF2B5EF4-FFF2-40B4-BE49-F238E27FC236}">
                <a16:creationId xmlns:a16="http://schemas.microsoft.com/office/drawing/2014/main" id="{2E03B860-9F7C-2731-9CAC-7601DE48A514}"/>
              </a:ext>
            </a:extLst>
          </p:cNvPr>
          <p:cNvSpPr>
            <a:spLocks noGrp="1" noChangeArrowheads="1"/>
          </p:cNvSpPr>
          <p:nvPr>
            <p:ph type="ftr" sz="quarter" idx="16"/>
          </p:nvPr>
        </p:nvSpPr>
        <p:spPr/>
        <p:txBody>
          <a:bodyPr/>
          <a:lstStyle>
            <a:lvl1pPr>
              <a:defRPr/>
            </a:lvl1pPr>
          </a:lstStyle>
          <a:p>
            <a:pPr>
              <a:defRPr/>
            </a:pPr>
            <a:r>
              <a:rPr lang="en-US"/>
              <a:t>Database System Design, Implementation And Management </a:t>
            </a:r>
          </a:p>
        </p:txBody>
      </p:sp>
    </p:spTree>
    <p:extLst>
      <p:ext uri="{BB962C8B-B14F-4D97-AF65-F5344CB8AC3E}">
        <p14:creationId xmlns:p14="http://schemas.microsoft.com/office/powerpoint/2010/main" val="26546265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Date Placeholder 1">
            <a:extLst>
              <a:ext uri="{FF2B5EF4-FFF2-40B4-BE49-F238E27FC236}">
                <a16:creationId xmlns:a16="http://schemas.microsoft.com/office/drawing/2014/main" id="{3916733C-FBD8-62DA-599D-9BAE44D832F0}"/>
              </a:ext>
            </a:extLst>
          </p:cNvPr>
          <p:cNvSpPr>
            <a:spLocks noGrp="1"/>
          </p:cNvSpPr>
          <p:nvPr>
            <p:ph type="dt" sz="half" idx="10"/>
          </p:nvPr>
        </p:nvSpPr>
        <p:spPr/>
        <p:txBody>
          <a:bodyPr/>
          <a:lstStyle>
            <a:lvl1pPr>
              <a:defRPr smtClean="0"/>
            </a:lvl1pPr>
          </a:lstStyle>
          <a:p>
            <a:pPr>
              <a:defRPr/>
            </a:pPr>
            <a:fld id="{0135270F-5CE6-4EF5-9A71-BDCE233B4E76}" type="datetime1">
              <a:rPr lang="en-US"/>
              <a:pPr>
                <a:defRPr/>
              </a:pPr>
              <a:t>12/19/2024</a:t>
            </a:fld>
            <a:endParaRPr lang="en-US"/>
          </a:p>
        </p:txBody>
      </p:sp>
      <p:sp>
        <p:nvSpPr>
          <p:cNvPr id="4" name="Slide Number Placeholder 3">
            <a:extLst>
              <a:ext uri="{FF2B5EF4-FFF2-40B4-BE49-F238E27FC236}">
                <a16:creationId xmlns:a16="http://schemas.microsoft.com/office/drawing/2014/main" id="{ADA71387-83EF-1FFD-724E-49A6E970C5CC}"/>
              </a:ext>
            </a:extLst>
          </p:cNvPr>
          <p:cNvSpPr>
            <a:spLocks noGrp="1"/>
          </p:cNvSpPr>
          <p:nvPr>
            <p:ph type="sldNum" sz="quarter" idx="11"/>
          </p:nvPr>
        </p:nvSpPr>
        <p:spPr/>
        <p:txBody>
          <a:bodyPr/>
          <a:lstStyle>
            <a:lvl1pPr>
              <a:defRPr/>
            </a:lvl1pPr>
          </a:lstStyle>
          <a:p>
            <a:pPr>
              <a:defRPr/>
            </a:pPr>
            <a:fld id="{D1AD3536-327C-4937-83AF-A64971CFA6D9}" type="slidenum">
              <a:rPr lang="en-US"/>
              <a:pPr>
                <a:defRPr/>
              </a:pPr>
              <a:t>‹#›</a:t>
            </a:fld>
            <a:endParaRPr lang="en-US"/>
          </a:p>
        </p:txBody>
      </p:sp>
      <p:sp>
        <p:nvSpPr>
          <p:cNvPr id="5" name="Rectangle 3">
            <a:extLst>
              <a:ext uri="{FF2B5EF4-FFF2-40B4-BE49-F238E27FC236}">
                <a16:creationId xmlns:a16="http://schemas.microsoft.com/office/drawing/2014/main" id="{82812D8D-EA8D-1B75-F994-BA3986DCE525}"/>
              </a:ext>
            </a:extLst>
          </p:cNvPr>
          <p:cNvSpPr>
            <a:spLocks noGrp="1" noChangeArrowheads="1"/>
          </p:cNvSpPr>
          <p:nvPr>
            <p:ph type="ftr" sz="quarter" idx="12"/>
          </p:nvPr>
        </p:nvSpPr>
        <p:spPr/>
        <p:txBody>
          <a:bodyPr/>
          <a:lstStyle>
            <a:lvl1pPr>
              <a:defRPr/>
            </a:lvl1pPr>
          </a:lstStyle>
          <a:p>
            <a:pPr>
              <a:defRPr/>
            </a:pPr>
            <a:r>
              <a:rPr lang="en-US"/>
              <a:t>Database System Design, Implementation And Management </a:t>
            </a:r>
          </a:p>
        </p:txBody>
      </p:sp>
    </p:spTree>
    <p:extLst>
      <p:ext uri="{BB962C8B-B14F-4D97-AF65-F5344CB8AC3E}">
        <p14:creationId xmlns:p14="http://schemas.microsoft.com/office/powerpoint/2010/main" val="16006691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4" name="Title 1"/>
          <p:cNvSpPr>
            <a:spLocks noGrp="1"/>
          </p:cNvSpPr>
          <p:nvPr>
            <p:ph type="title"/>
          </p:nvPr>
        </p:nvSpPr>
        <p:spPr>
          <a:xfrm>
            <a:off x="741484" y="785428"/>
            <a:ext cx="8061101" cy="553289"/>
          </a:xfrm>
          <a:prstGeom prst="rect">
            <a:avLst/>
          </a:prstGeom>
        </p:spPr>
        <p:txBody>
          <a:bodyPr>
            <a:normAutofit/>
          </a:bodyPr>
          <a:lstStyle>
            <a:lvl1pPr>
              <a:defRPr sz="1875" b="1" baseline="0">
                <a:solidFill>
                  <a:srgbClr val="223771"/>
                </a:solidFill>
              </a:defRPr>
            </a:lvl1p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95DDBC1F-BF9C-7B51-59FB-F19B6984EB64}"/>
              </a:ext>
            </a:extLst>
          </p:cNvPr>
          <p:cNvSpPr>
            <a:spLocks noGrp="1"/>
          </p:cNvSpPr>
          <p:nvPr>
            <p:ph type="dt" sz="half" idx="10"/>
          </p:nvPr>
        </p:nvSpPr>
        <p:spPr/>
        <p:txBody>
          <a:bodyPr/>
          <a:lstStyle>
            <a:lvl1pPr>
              <a:defRPr smtClean="0"/>
            </a:lvl1pPr>
          </a:lstStyle>
          <a:p>
            <a:pPr>
              <a:defRPr/>
            </a:pPr>
            <a:fld id="{42F541BA-B8B3-45BF-9568-D96FA3A28EA4}" type="datetime1">
              <a:rPr lang="en-US"/>
              <a:pPr>
                <a:defRPr/>
              </a:pPr>
              <a:t>12/19/2024</a:t>
            </a:fld>
            <a:endParaRPr lang="en-US"/>
          </a:p>
        </p:txBody>
      </p:sp>
      <p:sp>
        <p:nvSpPr>
          <p:cNvPr id="4" name="Slide Number Placeholder 5">
            <a:extLst>
              <a:ext uri="{FF2B5EF4-FFF2-40B4-BE49-F238E27FC236}">
                <a16:creationId xmlns:a16="http://schemas.microsoft.com/office/drawing/2014/main" id="{F3C17964-6658-65D0-C4E0-286261C6CE64}"/>
              </a:ext>
            </a:extLst>
          </p:cNvPr>
          <p:cNvSpPr>
            <a:spLocks noGrp="1"/>
          </p:cNvSpPr>
          <p:nvPr>
            <p:ph type="sldNum" sz="quarter" idx="11"/>
          </p:nvPr>
        </p:nvSpPr>
        <p:spPr/>
        <p:txBody>
          <a:bodyPr/>
          <a:lstStyle>
            <a:lvl1pPr>
              <a:defRPr/>
            </a:lvl1pPr>
          </a:lstStyle>
          <a:p>
            <a:pPr>
              <a:defRPr/>
            </a:pPr>
            <a:fld id="{2BE77ECF-F060-4D46-A3D9-128B9B0DFB4A}" type="slidenum">
              <a:rPr lang="en-US"/>
              <a:pPr>
                <a:defRPr/>
              </a:pPr>
              <a:t>‹#›</a:t>
            </a:fld>
            <a:endParaRPr lang="en-US"/>
          </a:p>
        </p:txBody>
      </p:sp>
      <p:sp>
        <p:nvSpPr>
          <p:cNvPr id="5" name="Rectangle 3">
            <a:extLst>
              <a:ext uri="{FF2B5EF4-FFF2-40B4-BE49-F238E27FC236}">
                <a16:creationId xmlns:a16="http://schemas.microsoft.com/office/drawing/2014/main" id="{C83511F7-1E66-04C0-64CE-2CA8940B2D71}"/>
              </a:ext>
            </a:extLst>
          </p:cNvPr>
          <p:cNvSpPr>
            <a:spLocks noGrp="1" noChangeArrowheads="1"/>
          </p:cNvSpPr>
          <p:nvPr>
            <p:ph type="ftr" sz="quarter" idx="12"/>
          </p:nvPr>
        </p:nvSpPr>
        <p:spPr/>
        <p:txBody>
          <a:bodyPr/>
          <a:lstStyle>
            <a:lvl1pPr>
              <a:defRPr/>
            </a:lvl1pPr>
          </a:lstStyle>
          <a:p>
            <a:pPr>
              <a:defRPr/>
            </a:pPr>
            <a:r>
              <a:rPr lang="en-US"/>
              <a:t>Database System Design, Implementation And Management </a:t>
            </a:r>
          </a:p>
        </p:txBody>
      </p:sp>
    </p:spTree>
    <p:extLst>
      <p:ext uri="{BB962C8B-B14F-4D97-AF65-F5344CB8AC3E}">
        <p14:creationId xmlns:p14="http://schemas.microsoft.com/office/powerpoint/2010/main" val="3484838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3_Title and Content">
    <p:spTree>
      <p:nvGrpSpPr>
        <p:cNvPr id="1" name=""/>
        <p:cNvGrpSpPr/>
        <p:nvPr/>
      </p:nvGrpSpPr>
      <p:grpSpPr>
        <a:xfrm>
          <a:off x="0" y="0"/>
          <a:ext cx="0" cy="0"/>
          <a:chOff x="0" y="0"/>
          <a:chExt cx="0" cy="0"/>
        </a:xfrm>
      </p:grpSpPr>
      <p:sp>
        <p:nvSpPr>
          <p:cNvPr id="5" name="Freeform 13">
            <a:extLst>
              <a:ext uri="{FF2B5EF4-FFF2-40B4-BE49-F238E27FC236}">
                <a16:creationId xmlns:a16="http://schemas.microsoft.com/office/drawing/2014/main" id="{AB79923C-0D24-F53B-D9C9-FA068E03CBFF}"/>
              </a:ext>
            </a:extLst>
          </p:cNvPr>
          <p:cNvSpPr/>
          <p:nvPr userDrawn="1"/>
        </p:nvSpPr>
        <p:spPr>
          <a:xfrm>
            <a:off x="851140" y="711200"/>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marL="171450" indent="-171450">
              <a:lnSpc>
                <a:spcPct val="150000"/>
              </a:lnSpc>
              <a:buClr>
                <a:schemeClr val="accent2"/>
              </a:buClr>
              <a:buFont typeface="Wingdings" panose="05000000000000000000" pitchFamily="2" charset="2"/>
              <a:buChar char="q"/>
              <a:defRPr>
                <a:latin typeface="NewCaledoniaLTStd"/>
              </a:defRPr>
            </a:lvl1pPr>
            <a:lvl2pPr marL="514350" indent="-171450">
              <a:lnSpc>
                <a:spcPct val="150000"/>
              </a:lnSpc>
              <a:buClr>
                <a:schemeClr val="accent2"/>
              </a:buClr>
              <a:buFont typeface="Wingdings" panose="05000000000000000000" pitchFamily="2" charset="2"/>
              <a:buChar char="Ø"/>
              <a:defRPr>
                <a:latin typeface="NewCaledoniaLTStd"/>
              </a:defRPr>
            </a:lvl2pPr>
            <a:lvl3pPr marL="857250" indent="-171450">
              <a:lnSpc>
                <a:spcPct val="150000"/>
              </a:lnSpc>
              <a:buClr>
                <a:schemeClr val="accent2"/>
              </a:buClr>
              <a:buFont typeface="Wingdings" panose="05000000000000000000" pitchFamily="2" charset="2"/>
              <a:buChar char="ü"/>
              <a:defRPr>
                <a:latin typeface="NewCaledoniaLTStd"/>
              </a:defRPr>
            </a:lvl3pPr>
            <a:lvl4pPr marL="1200150" indent="-171450">
              <a:lnSpc>
                <a:spcPct val="150000"/>
              </a:lnSpc>
              <a:buClr>
                <a:schemeClr val="accent2"/>
              </a:buClr>
              <a:buFont typeface="Courier New" panose="02070309020205020404" pitchFamily="49" charset="0"/>
              <a:buChar char="o"/>
              <a:defRPr>
                <a:latin typeface="NewCaledoniaLTStd"/>
              </a:defRPr>
            </a:lvl4pPr>
            <a:lvl5pPr marL="1543050" indent="-171450">
              <a:lnSpc>
                <a:spcPct val="150000"/>
              </a:lnSpc>
              <a:buClr>
                <a:schemeClr val="accent2"/>
              </a:buClr>
              <a:buFont typeface="Arial" panose="020B0604020202020204" pitchFamily="34" charset="0"/>
              <a:buChar char="•"/>
              <a:defRPr>
                <a:latin typeface="NewCaledoniaLTStd"/>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8">
            <a:extLst>
              <a:ext uri="{FF2B5EF4-FFF2-40B4-BE49-F238E27FC236}">
                <a16:creationId xmlns:a16="http://schemas.microsoft.com/office/drawing/2014/main" id="{6123AFBE-2234-186F-5F0C-22D156916CE5}"/>
              </a:ext>
            </a:extLst>
          </p:cNvPr>
          <p:cNvSpPr>
            <a:spLocks noGrp="1" noChangeArrowheads="1"/>
          </p:cNvSpPr>
          <p:nvPr>
            <p:ph type="sldNum" sz="quarter" idx="10"/>
          </p:nvPr>
        </p:nvSpPr>
        <p:spPr/>
        <p:txBody>
          <a:bodyPr/>
          <a:lstStyle>
            <a:lvl1pPr defTabSz="914400" eaLnBrk="0" fontAlgn="base" hangingPunct="0">
              <a:spcBef>
                <a:spcPct val="0"/>
              </a:spcBef>
              <a:spcAft>
                <a:spcPct val="0"/>
              </a:spcAft>
              <a:defRPr>
                <a:solidFill>
                  <a:schemeClr val="bg1"/>
                </a:solidFill>
                <a:latin typeface="Arial" panose="020B0604020202020204" pitchFamily="34" charset="0"/>
                <a:ea typeface="ＭＳ Ｐゴシック" panose="020B0600070205080204" pitchFamily="34" charset="-128"/>
              </a:defRPr>
            </a:lvl1pPr>
          </a:lstStyle>
          <a:p>
            <a:pPr>
              <a:defRPr/>
            </a:pPr>
            <a:fld id="{34A84676-C444-4AC5-8B4E-405A7C81C0FB}" type="slidenum">
              <a:rPr lang="en-US" altLang="en-US"/>
              <a:pPr>
                <a:defRPr/>
              </a:pPr>
              <a:t>‹#›</a:t>
            </a:fld>
            <a:endParaRPr lang="en-US" altLang="en-US"/>
          </a:p>
        </p:txBody>
      </p:sp>
      <p:sp>
        <p:nvSpPr>
          <p:cNvPr id="7" name="Rectangle 3">
            <a:extLst>
              <a:ext uri="{FF2B5EF4-FFF2-40B4-BE49-F238E27FC236}">
                <a16:creationId xmlns:a16="http://schemas.microsoft.com/office/drawing/2014/main" id="{2964D1F0-47D7-5B21-B6DA-1122FAFAABBE}"/>
              </a:ext>
            </a:extLst>
          </p:cNvPr>
          <p:cNvSpPr>
            <a:spLocks noGrp="1" noChangeArrowheads="1"/>
          </p:cNvSpPr>
          <p:nvPr>
            <p:ph type="ftr" sz="quarter" idx="11"/>
          </p:nvPr>
        </p:nvSpPr>
        <p:spPr/>
        <p:txBody>
          <a:bodyPr/>
          <a:lstStyle>
            <a:lvl1pPr>
              <a:defRPr/>
            </a:lvl1pPr>
          </a:lstStyle>
          <a:p>
            <a:pPr>
              <a:defRPr/>
            </a:pPr>
            <a:r>
              <a:rPr lang="en-US"/>
              <a:t>Database System Design, Implementation And Management </a:t>
            </a:r>
          </a:p>
        </p:txBody>
      </p:sp>
      <p:sp>
        <p:nvSpPr>
          <p:cNvPr id="8" name="Date Placeholder 1">
            <a:extLst>
              <a:ext uri="{FF2B5EF4-FFF2-40B4-BE49-F238E27FC236}">
                <a16:creationId xmlns:a16="http://schemas.microsoft.com/office/drawing/2014/main" id="{AD08CD51-62C0-58FD-6E1D-88EF84F0130D}"/>
              </a:ext>
            </a:extLst>
          </p:cNvPr>
          <p:cNvSpPr>
            <a:spLocks noGrp="1"/>
          </p:cNvSpPr>
          <p:nvPr>
            <p:ph type="dt" sz="half" idx="12"/>
          </p:nvPr>
        </p:nvSpPr>
        <p:spPr/>
        <p:txBody>
          <a:bodyPr/>
          <a:lstStyle>
            <a:lvl1pPr>
              <a:defRPr smtClean="0"/>
            </a:lvl1pPr>
          </a:lstStyle>
          <a:p>
            <a:pPr>
              <a:defRPr/>
            </a:pPr>
            <a:fld id="{6D947E3C-0B49-413F-8928-2C02ECEF5B61}" type="datetime1">
              <a:rPr lang="en-US"/>
              <a:pPr>
                <a:defRPr/>
              </a:pPr>
              <a:t>12/19/2024</a:t>
            </a:fld>
            <a:endParaRPr lang="en-US"/>
          </a:p>
        </p:txBody>
      </p:sp>
    </p:spTree>
    <p:extLst>
      <p:ext uri="{BB962C8B-B14F-4D97-AF65-F5344CB8AC3E}">
        <p14:creationId xmlns:p14="http://schemas.microsoft.com/office/powerpoint/2010/main" val="33786778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6">
            <a:extLst>
              <a:ext uri="{FF2B5EF4-FFF2-40B4-BE49-F238E27FC236}">
                <a16:creationId xmlns:a16="http://schemas.microsoft.com/office/drawing/2014/main" id="{95787B45-CCD1-2665-35CA-26FF8EFF88D7}"/>
              </a:ext>
            </a:extLst>
          </p:cNvPr>
          <p:cNvGrpSpPr>
            <a:grpSpLocks/>
          </p:cNvGrpSpPr>
          <p:nvPr/>
        </p:nvGrpSpPr>
        <p:grpSpPr bwMode="auto">
          <a:xfrm>
            <a:off x="0" y="6494463"/>
            <a:ext cx="12192000" cy="373062"/>
            <a:chOff x="0" y="1661375"/>
            <a:chExt cx="12192000" cy="373091"/>
          </a:xfrm>
        </p:grpSpPr>
        <p:sp>
          <p:nvSpPr>
            <p:cNvPr id="8" name="Rectangle 7">
              <a:extLst>
                <a:ext uri="{FF2B5EF4-FFF2-40B4-BE49-F238E27FC236}">
                  <a16:creationId xmlns:a16="http://schemas.microsoft.com/office/drawing/2014/main" id="{E0A8C841-F6D0-23B2-733A-1CD90B3F4DAD}"/>
                </a:ext>
              </a:extLst>
            </p:cNvPr>
            <p:cNvSpPr/>
            <p:nvPr/>
          </p:nvSpPr>
          <p:spPr>
            <a:xfrm>
              <a:off x="0" y="1661375"/>
              <a:ext cx="12192000" cy="109546"/>
            </a:xfrm>
            <a:prstGeom prst="rect">
              <a:avLst/>
            </a:prstGeom>
            <a:solidFill>
              <a:srgbClr val="F265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000">
                <a:solidFill>
                  <a:prstClr val="white"/>
                </a:solidFill>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3F0B988D-9418-5175-B8F1-38CA646ADBA2}"/>
                </a:ext>
              </a:extLst>
            </p:cNvPr>
            <p:cNvSpPr/>
            <p:nvPr/>
          </p:nvSpPr>
          <p:spPr>
            <a:xfrm>
              <a:off x="0" y="1759808"/>
              <a:ext cx="12192000" cy="274658"/>
            </a:xfrm>
            <a:prstGeom prst="rect">
              <a:avLst/>
            </a:prstGeom>
            <a:solidFill>
              <a:srgbClr val="22377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000">
                <a:solidFill>
                  <a:prstClr val="white"/>
                </a:solidFill>
                <a:latin typeface="Arial" panose="020B0604020202020204" pitchFamily="34" charset="0"/>
                <a:cs typeface="Arial" panose="020B0604020202020204" pitchFamily="34" charset="0"/>
              </a:endParaRPr>
            </a:p>
          </p:txBody>
        </p:sp>
      </p:grpSp>
      <p:sp>
        <p:nvSpPr>
          <p:cNvPr id="6" name="Slide Number Placeholder 5">
            <a:extLst>
              <a:ext uri="{FF2B5EF4-FFF2-40B4-BE49-F238E27FC236}">
                <a16:creationId xmlns:a16="http://schemas.microsoft.com/office/drawing/2014/main" id="{9B3B3991-06E6-1D64-C030-E5657676DBBE}"/>
              </a:ext>
            </a:extLst>
          </p:cNvPr>
          <p:cNvSpPr>
            <a:spLocks noGrp="1"/>
          </p:cNvSpPr>
          <p:nvPr>
            <p:ph type="sldNum" sz="quarter" idx="4"/>
          </p:nvPr>
        </p:nvSpPr>
        <p:spPr>
          <a:xfrm>
            <a:off x="9448800" y="6600825"/>
            <a:ext cx="2743200" cy="274638"/>
          </a:xfrm>
          <a:prstGeom prst="rect">
            <a:avLst/>
          </a:prstGeom>
        </p:spPr>
        <p:txBody>
          <a:bodyPr vert="horz" lIns="91440" tIns="45720" rIns="91440" bIns="45720" rtlCol="0" anchor="ctr"/>
          <a:lstStyle>
            <a:lvl1pPr algn="r" defTabSz="342900" eaLnBrk="1" fontAlgn="auto" hangingPunct="1">
              <a:spcBef>
                <a:spcPts val="0"/>
              </a:spcBef>
              <a:spcAft>
                <a:spcPts val="0"/>
              </a:spcAft>
              <a:defRPr sz="1000">
                <a:solidFill>
                  <a:prstClr val="white"/>
                </a:solidFill>
                <a:latin typeface="Arial" panose="020B0604020202020204" pitchFamily="34" charset="0"/>
                <a:ea typeface="+mn-ea"/>
                <a:cs typeface="Arial" panose="020B0604020202020204" pitchFamily="34" charset="0"/>
              </a:defRPr>
            </a:lvl1pPr>
          </a:lstStyle>
          <a:p>
            <a:pPr>
              <a:defRPr/>
            </a:pPr>
            <a:fld id="{B77A7909-E221-4E66-A5EF-13497EA60DDF}" type="slidenum">
              <a:rPr lang="en-US" smtClean="0"/>
              <a:pPr>
                <a:defRPr/>
              </a:pPr>
              <a:t>‹#›</a:t>
            </a:fld>
            <a:endParaRPr lang="en-US"/>
          </a:p>
        </p:txBody>
      </p:sp>
      <p:sp>
        <p:nvSpPr>
          <p:cNvPr id="4" name="Date Placeholder 3">
            <a:extLst>
              <a:ext uri="{FF2B5EF4-FFF2-40B4-BE49-F238E27FC236}">
                <a16:creationId xmlns:a16="http://schemas.microsoft.com/office/drawing/2014/main" id="{0DB57D17-CBC3-C51E-EB1C-7963F0F1D19C}"/>
              </a:ext>
            </a:extLst>
          </p:cNvPr>
          <p:cNvSpPr>
            <a:spLocks noGrp="1"/>
          </p:cNvSpPr>
          <p:nvPr>
            <p:ph type="dt" sz="half" idx="2"/>
          </p:nvPr>
        </p:nvSpPr>
        <p:spPr>
          <a:xfrm>
            <a:off x="0" y="6600825"/>
            <a:ext cx="2743200" cy="257175"/>
          </a:xfrm>
          <a:prstGeom prst="rect">
            <a:avLst/>
          </a:prstGeom>
        </p:spPr>
        <p:txBody>
          <a:bodyPr vert="horz" lIns="91440" tIns="45720" rIns="91440" bIns="45720" rtlCol="0" anchor="ctr"/>
          <a:lstStyle>
            <a:lvl1pPr algn="l" defTabSz="342900" eaLnBrk="1" fontAlgn="auto" hangingPunct="1">
              <a:spcBef>
                <a:spcPts val="0"/>
              </a:spcBef>
              <a:spcAft>
                <a:spcPts val="0"/>
              </a:spcAft>
              <a:defRPr sz="1000" smtClean="0">
                <a:solidFill>
                  <a:prstClr val="white"/>
                </a:solidFill>
                <a:latin typeface="Arial" panose="020B0604020202020204" pitchFamily="34" charset="0"/>
                <a:ea typeface="+mn-ea"/>
                <a:cs typeface="Arial" panose="020B0604020202020204" pitchFamily="34" charset="0"/>
              </a:defRPr>
            </a:lvl1pPr>
          </a:lstStyle>
          <a:p>
            <a:pPr>
              <a:defRPr/>
            </a:pPr>
            <a:fld id="{AE5C34FE-8DBA-47D2-B92C-42DE287139A6}" type="datetime1">
              <a:rPr lang="en-US" smtClean="0"/>
              <a:pPr>
                <a:defRPr/>
              </a:pPr>
              <a:t>12/19/2024</a:t>
            </a:fld>
            <a:endParaRPr lang="en-US" dirty="0"/>
          </a:p>
        </p:txBody>
      </p:sp>
      <p:sp>
        <p:nvSpPr>
          <p:cNvPr id="1029" name="Title Placeholder 1">
            <a:extLst>
              <a:ext uri="{FF2B5EF4-FFF2-40B4-BE49-F238E27FC236}">
                <a16:creationId xmlns:a16="http://schemas.microsoft.com/office/drawing/2014/main" id="{B3DE4959-DECB-5DE9-5280-05B3FE6EB057}"/>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30" name="Text Placeholder 2">
            <a:extLst>
              <a:ext uri="{FF2B5EF4-FFF2-40B4-BE49-F238E27FC236}">
                <a16:creationId xmlns:a16="http://schemas.microsoft.com/office/drawing/2014/main" id="{810CF440-6E0B-2021-0C2C-5CE6B0FDCE52}"/>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 name="Rectangle 3">
            <a:extLst>
              <a:ext uri="{FF2B5EF4-FFF2-40B4-BE49-F238E27FC236}">
                <a16:creationId xmlns:a16="http://schemas.microsoft.com/office/drawing/2014/main" id="{CCD044D3-EBD5-9CF6-2CD8-89513494DC68}"/>
              </a:ext>
            </a:extLst>
          </p:cNvPr>
          <p:cNvSpPr>
            <a:spLocks noGrp="1" noChangeArrowheads="1"/>
          </p:cNvSpPr>
          <p:nvPr>
            <p:ph type="ftr" sz="quarter" idx="3"/>
          </p:nvPr>
        </p:nvSpPr>
        <p:spPr>
          <a:xfrm>
            <a:off x="3871913" y="6604000"/>
            <a:ext cx="4967287" cy="254000"/>
          </a:xfrm>
          <a:prstGeom prst="rect">
            <a:avLst/>
          </a:prstGeom>
          <a:ln/>
        </p:spPr>
        <p:txBody>
          <a:bodyPr/>
          <a:lstStyle>
            <a:lvl1pPr>
              <a:defRPr sz="1000">
                <a:solidFill>
                  <a:schemeClr val="bg1"/>
                </a:solidFill>
                <a:latin typeface="Arial" panose="020B0604020202020204" pitchFamily="34" charset="0"/>
                <a:cs typeface="Arial" panose="020B0604020202020204" pitchFamily="34" charset="0"/>
              </a:defRPr>
            </a:lvl1pPr>
          </a:lstStyle>
          <a:p>
            <a:pPr>
              <a:defRPr/>
            </a:pPr>
            <a:r>
              <a:rPr lang="en-US"/>
              <a:t>Database System Design, Implementation And Management </a:t>
            </a:r>
          </a:p>
        </p:txBody>
      </p:sp>
    </p:spTree>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Lst>
  <p:hf hdr="0"/>
  <p:txStyles>
    <p:titleStyle>
      <a:lvl1pPr algn="l" defTabSz="685800" rtl="0" eaLnBrk="0" fontAlgn="base" hangingPunct="0">
        <a:lnSpc>
          <a:spcPct val="90000"/>
        </a:lnSpc>
        <a:spcBef>
          <a:spcPct val="0"/>
        </a:spcBef>
        <a:spcAft>
          <a:spcPct val="0"/>
        </a:spcAft>
        <a:defRPr sz="3300" kern="1200">
          <a:solidFill>
            <a:schemeClr val="tx1"/>
          </a:solidFill>
          <a:latin typeface="Arial" panose="020B0604020202020204" pitchFamily="34" charset="0"/>
          <a:ea typeface="+mj-ea"/>
          <a:cs typeface="Arial" panose="020B0604020202020204" pitchFamily="34" charset="0"/>
        </a:defRPr>
      </a:lvl1pPr>
      <a:lvl2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2pPr>
      <a:lvl3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3pPr>
      <a:lvl4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4pPr>
      <a:lvl5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5pPr>
      <a:lvl6pPr marL="4572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6pPr>
      <a:lvl7pPr marL="9144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7pPr>
      <a:lvl8pPr marL="13716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8pPr>
      <a:lvl9pPr marL="18288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2.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8.xml"/><Relationship Id="rId4" Type="http://schemas.openxmlformats.org/officeDocument/2006/relationships/image" Target="../media/image73.png"/></Relationships>
</file>

<file path=ppt/slides/_rels/slide6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0.xml"/></Relationships>
</file>

<file path=ppt/slides/_rels/slide71.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0.xml"/></Relationships>
</file>

<file path=ppt/slides/_rels/slide73.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0.xml"/></Relationships>
</file>

<file path=ppt/slides/_rels/slide76.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8.xml"/></Relationships>
</file>

<file path=ppt/slides/_rels/slide78.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8.xml"/></Relationships>
</file>

<file path=ppt/slides/_rels/slide79.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8.xml"/></Relationships>
</file>

<file path=ppt/slides/_rels/slide80.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0.xml"/></Relationships>
</file>

<file path=ppt/slides/_rels/slide81.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10.xml"/></Relationships>
</file>

<file path=ppt/slides/_rels/slide82.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8.xml"/></Relationships>
</file>

<file path=ppt/slides/_rels/slide83.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10.xml"/></Relationships>
</file>

<file path=ppt/slides/_rels/slide84.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8.xml"/></Relationships>
</file>

<file path=ppt/slides/_rels/slide85.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10.xml"/></Relationships>
</file>

<file path=ppt/slides/_rels/slide86.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10.xml"/></Relationships>
</file>

<file path=ppt/slides/_rels/slide89.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8.xml"/></Relationships>
</file>

<file path=ppt/slides/_rels/slide90.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10.xml"/></Relationships>
</file>

<file path=ppt/slides/_rels/slide91.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10.xml"/></Relationships>
</file>

<file path=ppt/slides/_rels/slide92.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10.xml"/></Relationships>
</file>

<file path=ppt/slides/_rels/slide93.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10.xml"/></Relationships>
</file>

<file path=ppt/slides/_rels/slide94.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10.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6.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8.xml"/></Relationships>
</file>

<file path=ppt/slides/_rels/slide97.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8.xml"/></Relationships>
</file>

<file path=ppt/slides/_rels/slide98.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8.xml"/></Relationships>
</file>

<file path=ppt/slides/_rels/slide99.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8.xml"/></Relationships>
</file>

<file path=ppt/slides/_rels/slide100.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8.xml"/></Relationships>
</file>

<file path=ppt/slides/_rels/slide101.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8.xml"/></Relationships>
</file>

<file path=ppt/slides/_rels/slide102.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8.xml"/></Relationships>
</file>

<file path=ppt/slides/_rels/slide103.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8.xml"/></Relationships>
</file>

<file path=ppt/slides/_rels/slide104.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8.xml"/></Relationships>
</file>

<file path=ppt/slides/_rels/slide105.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8.xml"/></Relationships>
</file>

<file path=ppt/slides/_rels/slide106.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8.xml"/></Relationships>
</file>

<file path=ppt/slides/_rels/slide107.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8.xml"/></Relationships>
</file>

<file path=ppt/slides/_rels/slide108.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8.xml"/></Relationships>
</file>

<file path=ppt/slides/_rels/slide109.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8.xml"/></Relationships>
</file>

<file path=ppt/slides/_rels/slide110.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8.xml"/></Relationships>
</file>

<file path=ppt/slides/_rels/slide111.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8.xml"/></Relationships>
</file>

<file path=ppt/slides/_rels/slide112.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955D12DE-3880-DE12-CE17-D7CD7AFD7B88}"/>
              </a:ext>
            </a:extLst>
          </p:cNvPr>
          <p:cNvSpPr>
            <a:spLocks noGrp="1" noChangeArrowheads="1"/>
          </p:cNvSpPr>
          <p:nvPr>
            <p:ph type="title"/>
          </p:nvPr>
        </p:nvSpPr>
        <p:spPr/>
        <p:txBody>
          <a:bodyPr/>
          <a:lstStyle/>
          <a:p>
            <a:pPr eaLnBrk="1" hangingPunct="1"/>
            <a:r>
              <a:rPr lang="en-US" altLang="en-US"/>
              <a:t>Learning Objectives</a:t>
            </a:r>
          </a:p>
        </p:txBody>
      </p:sp>
      <p:sp>
        <p:nvSpPr>
          <p:cNvPr id="18435" name="Rectangle 3">
            <a:extLst>
              <a:ext uri="{FF2B5EF4-FFF2-40B4-BE49-F238E27FC236}">
                <a16:creationId xmlns:a16="http://schemas.microsoft.com/office/drawing/2014/main" id="{55AFAA60-0CDA-A322-906A-3A5AB6B6D2D6}"/>
              </a:ext>
            </a:extLst>
          </p:cNvPr>
          <p:cNvSpPr>
            <a:spLocks noGrp="1" noChangeArrowheads="1"/>
          </p:cNvSpPr>
          <p:nvPr>
            <p:ph idx="1"/>
          </p:nvPr>
        </p:nvSpPr>
        <p:spPr/>
        <p:txBody>
          <a:bodyPr/>
          <a:lstStyle/>
          <a:p>
            <a:pPr marL="457200" indent="-457200" eaLnBrk="1" hangingPunct="1">
              <a:lnSpc>
                <a:spcPct val="150000"/>
              </a:lnSpc>
              <a:buFont typeface="Calibri Light" panose="020F0302020204030204" pitchFamily="34" charset="0"/>
              <a:buAutoNum type="arabicPeriod"/>
            </a:pPr>
            <a:r>
              <a:rPr lang="en-US" altLang="en-US" sz="1800" dirty="0"/>
              <a:t>Define the difference between data and information</a:t>
            </a:r>
          </a:p>
          <a:p>
            <a:pPr marL="457200" indent="-457200" eaLnBrk="1" hangingPunct="1">
              <a:lnSpc>
                <a:spcPct val="150000"/>
              </a:lnSpc>
              <a:buFont typeface="Calibri Light" panose="020F0302020204030204" pitchFamily="34" charset="0"/>
              <a:buAutoNum type="arabicPeriod"/>
            </a:pPr>
            <a:r>
              <a:rPr lang="en-US" altLang="en-US" sz="1800" dirty="0"/>
              <a:t>Describe what a database is, the various types of databases, and why they are valuable assets for decision making</a:t>
            </a:r>
          </a:p>
          <a:p>
            <a:pPr marL="457200" indent="-457200" eaLnBrk="1" hangingPunct="1">
              <a:lnSpc>
                <a:spcPct val="150000"/>
              </a:lnSpc>
              <a:buFont typeface="Calibri Light" panose="020F0302020204030204" pitchFamily="34" charset="0"/>
              <a:buAutoNum type="arabicPeriod"/>
            </a:pPr>
            <a:r>
              <a:rPr lang="en-US" altLang="en-US" sz="1800" dirty="0"/>
              <a:t>Explain the importance of database design</a:t>
            </a:r>
          </a:p>
          <a:p>
            <a:pPr marL="457200" indent="-457200" eaLnBrk="1" hangingPunct="1">
              <a:lnSpc>
                <a:spcPct val="150000"/>
              </a:lnSpc>
              <a:buFont typeface="Calibri Light" panose="020F0302020204030204" pitchFamily="34" charset="0"/>
              <a:buAutoNum type="arabicPeriod"/>
            </a:pPr>
            <a:r>
              <a:rPr lang="en-US" altLang="en-US" sz="1800" dirty="0"/>
              <a:t>Outline how modern databases evolved from file systems</a:t>
            </a:r>
          </a:p>
          <a:p>
            <a:pPr marL="457200" indent="-457200" eaLnBrk="1" hangingPunct="1">
              <a:lnSpc>
                <a:spcPct val="150000"/>
              </a:lnSpc>
              <a:buFont typeface="Calibri Light" panose="020F0302020204030204" pitchFamily="34" charset="0"/>
              <a:buAutoNum type="arabicPeriod"/>
            </a:pPr>
            <a:r>
              <a:rPr lang="en-US" altLang="en-US" sz="1800" dirty="0"/>
              <a:t>Identify flaws in file system data management</a:t>
            </a:r>
          </a:p>
          <a:p>
            <a:pPr marL="457200" indent="-457200" eaLnBrk="1" hangingPunct="1">
              <a:lnSpc>
                <a:spcPct val="150000"/>
              </a:lnSpc>
              <a:buFont typeface="Calibri Light" panose="020F0302020204030204" pitchFamily="34" charset="0"/>
              <a:buAutoNum type="arabicPeriod"/>
            </a:pPr>
            <a:r>
              <a:rPr lang="en-US" altLang="en-US" sz="1800" dirty="0"/>
              <a:t>Outline the main components of the database system</a:t>
            </a:r>
          </a:p>
          <a:p>
            <a:pPr marL="457200" indent="-457200" eaLnBrk="1" hangingPunct="1">
              <a:lnSpc>
                <a:spcPct val="150000"/>
              </a:lnSpc>
              <a:buFont typeface="Calibri Light" panose="020F0302020204030204" pitchFamily="34" charset="0"/>
              <a:buAutoNum type="arabicPeriod"/>
            </a:pPr>
            <a:r>
              <a:rPr lang="en-US" altLang="en-US" sz="1800" dirty="0"/>
              <a:t>Describe the main functions of a database management system (DBMS)</a:t>
            </a:r>
          </a:p>
        </p:txBody>
      </p:sp>
      <p:sp>
        <p:nvSpPr>
          <p:cNvPr id="2" name="Date Placeholder 1">
            <a:extLst>
              <a:ext uri="{FF2B5EF4-FFF2-40B4-BE49-F238E27FC236}">
                <a16:creationId xmlns:a16="http://schemas.microsoft.com/office/drawing/2014/main" id="{5CF56535-3CEC-D929-4BC5-BFFFA746272B}"/>
              </a:ext>
            </a:extLst>
          </p:cNvPr>
          <p:cNvSpPr>
            <a:spLocks noGrp="1"/>
          </p:cNvSpPr>
          <p:nvPr>
            <p:ph type="dt" sz="quarter" idx="12"/>
          </p:nvPr>
        </p:nvSpPr>
        <p:spPr/>
        <p:txBody>
          <a:bodyPr/>
          <a:lstStyle/>
          <a:p>
            <a:pPr>
              <a:defRPr/>
            </a:pPr>
            <a:fld id="{70935733-0070-4FC4-AA67-45D4DA740129}" type="datetime1">
              <a:rPr lang="en-US"/>
              <a:pPr>
                <a:defRPr/>
              </a:pPr>
              <a:t>12/19/2024</a:t>
            </a:fld>
            <a:endParaRPr lang="en-US"/>
          </a:p>
        </p:txBody>
      </p:sp>
      <p:sp>
        <p:nvSpPr>
          <p:cNvPr id="18437" name="Footer Placeholder 5">
            <a:extLst>
              <a:ext uri="{FF2B5EF4-FFF2-40B4-BE49-F238E27FC236}">
                <a16:creationId xmlns:a16="http://schemas.microsoft.com/office/drawing/2014/main" id="{485A426D-6530-9FB2-88B2-A3A18506708A}"/>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000">
                <a:solidFill>
                  <a:schemeClr val="bg1"/>
                </a:solidFill>
              </a:rPr>
              <a:t>Database System Design, Implementation And Management </a:t>
            </a:r>
          </a:p>
        </p:txBody>
      </p:sp>
      <p:sp>
        <p:nvSpPr>
          <p:cNvPr id="18438" name="Slide Number Placeholder 6">
            <a:extLst>
              <a:ext uri="{FF2B5EF4-FFF2-40B4-BE49-F238E27FC236}">
                <a16:creationId xmlns:a16="http://schemas.microsoft.com/office/drawing/2014/main" id="{B056787B-F6F1-4E67-9330-2245C057F8F4}"/>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25E4E02F-8D0B-4F73-B3DD-858F1DB63CB0}" type="slidenum">
              <a:rPr lang="en-US" altLang="en-US" sz="900" smtClean="0">
                <a:solidFill>
                  <a:schemeClr val="bg1"/>
                </a:solidFill>
              </a:rPr>
              <a:pPr/>
              <a:t>1</a:t>
            </a:fld>
            <a:endParaRPr lang="en-US" altLang="en-US" sz="900" dirty="0">
              <a:solidFill>
                <a:schemeClr val="bg1"/>
              </a:solidFill>
            </a:endParaRPr>
          </a:p>
        </p:txBody>
      </p:sp>
      <p:pic>
        <p:nvPicPr>
          <p:cNvPr id="5" name="Picture 8">
            <a:extLst>
              <a:ext uri="{FF2B5EF4-FFF2-40B4-BE49-F238E27FC236}">
                <a16:creationId xmlns:a16="http://schemas.microsoft.com/office/drawing/2014/main" id="{93202BEA-2638-74DD-C797-07253743C9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810" y="76200"/>
            <a:ext cx="11904379" cy="623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32303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20FFC1CF-C6D1-C190-5CBD-BA8BD4CDF186}"/>
              </a:ext>
            </a:extLst>
          </p:cNvPr>
          <p:cNvSpPr>
            <a:spLocks noGrp="1" noChangeArrowheads="1"/>
          </p:cNvSpPr>
          <p:nvPr>
            <p:ph type="title"/>
          </p:nvPr>
        </p:nvSpPr>
        <p:spPr>
          <a:xfrm>
            <a:off x="838200" y="304800"/>
            <a:ext cx="10515600" cy="1325563"/>
          </a:xfrm>
        </p:spPr>
        <p:txBody>
          <a:bodyPr/>
          <a:lstStyle/>
          <a:p>
            <a:pPr algn="ctr" eaLnBrk="1" hangingPunct="1"/>
            <a:r>
              <a:rPr lang="en-US" altLang="en-US" dirty="0"/>
              <a:t>National Economics University</a:t>
            </a:r>
            <a:br>
              <a:rPr lang="en-US" altLang="en-US" dirty="0"/>
            </a:br>
            <a:r>
              <a:rPr lang="en-US" altLang="en-US" dirty="0"/>
              <a:t>Faculty of Data Science &amp; Artificial Intelligence</a:t>
            </a:r>
          </a:p>
        </p:txBody>
      </p:sp>
      <p:sp>
        <p:nvSpPr>
          <p:cNvPr id="3" name="Title 1">
            <a:extLst>
              <a:ext uri="{FF2B5EF4-FFF2-40B4-BE49-F238E27FC236}">
                <a16:creationId xmlns:a16="http://schemas.microsoft.com/office/drawing/2014/main" id="{650F7E22-523E-06DC-63AF-3DDDA301838E}"/>
              </a:ext>
            </a:extLst>
          </p:cNvPr>
          <p:cNvSpPr txBox="1">
            <a:spLocks/>
          </p:cNvSpPr>
          <p:nvPr/>
        </p:nvSpPr>
        <p:spPr bwMode="auto">
          <a:xfrm>
            <a:off x="838200" y="1828800"/>
            <a:ext cx="10515600" cy="3657600"/>
          </a:xfrm>
          <a:prstGeom prst="rect">
            <a:avLst/>
          </a:prstGeom>
          <a:noFill/>
          <a:ln>
            <a:noFill/>
          </a:ln>
        </p:spPr>
        <p:txBody>
          <a:bodyPr anchor="ctr"/>
          <a:lstStyle>
            <a:lvl1pPr algn="l" defTabSz="685800" rtl="0" fontAlgn="base">
              <a:lnSpc>
                <a:spcPct val="90000"/>
              </a:lnSpc>
              <a:spcBef>
                <a:spcPct val="0"/>
              </a:spcBef>
              <a:spcAft>
                <a:spcPct val="0"/>
              </a:spcAft>
              <a:defRPr sz="3300" kern="1200">
                <a:solidFill>
                  <a:schemeClr val="bg1"/>
                </a:solidFill>
                <a:latin typeface="Arial" panose="020B0604020202020204" pitchFamily="34" charset="0"/>
                <a:ea typeface="+mj-ea"/>
                <a:cs typeface="Arial" panose="020B0604020202020204" pitchFamily="34" charset="0"/>
              </a:defRPr>
            </a:lvl1pPr>
            <a:lvl2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2pPr>
            <a:lvl3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3pPr>
            <a:lvl4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4pPr>
            <a:lvl5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5pPr>
            <a:lvl6pPr marL="4572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6pPr>
            <a:lvl7pPr marL="9144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7pPr>
            <a:lvl8pPr marL="13716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8pPr>
            <a:lvl9pPr marL="18288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9pPr>
          </a:lstStyle>
          <a:p>
            <a:pPr eaLnBrk="1" hangingPunct="1">
              <a:defRPr/>
            </a:pPr>
            <a:r>
              <a:rPr lang="en-US" dirty="0"/>
              <a:t>Database System Design, Implementation And Management Course – Introduction to Structured Query Language (SQL)</a:t>
            </a:r>
          </a:p>
          <a:p>
            <a:pPr eaLnBrk="1" hangingPunct="1">
              <a:defRPr/>
            </a:pPr>
            <a:endParaRPr lang="en-US" dirty="0"/>
          </a:p>
          <a:p>
            <a:pPr marL="457200" indent="-457200" eaLnBrk="1" hangingPunct="1">
              <a:buFont typeface="Wingdings" panose="05000000000000000000" pitchFamily="2" charset="2"/>
              <a:buChar char="q"/>
              <a:defRPr/>
            </a:pPr>
            <a:r>
              <a:rPr lang="en-US" dirty="0"/>
              <a:t>Instructor: Duc Minh Vu (FDA – SLSCM Lab)</a:t>
            </a:r>
          </a:p>
          <a:p>
            <a:pPr marL="457200" indent="-457200" eaLnBrk="1" hangingPunct="1">
              <a:buFont typeface="Wingdings" panose="05000000000000000000" pitchFamily="2" charset="2"/>
              <a:buChar char="q"/>
              <a:defRPr/>
            </a:pPr>
            <a:r>
              <a:rPr lang="en-US" dirty="0"/>
              <a:t>Email: </a:t>
            </a:r>
            <a:r>
              <a:rPr lang="en-US" dirty="0" err="1"/>
              <a:t>minhvd</a:t>
            </a:r>
            <a:r>
              <a:rPr lang="en-US" dirty="0"/>
              <a:t> [at] neu.edu.vn</a:t>
            </a:r>
            <a:br>
              <a:rPr lang="en-US" dirty="0"/>
            </a:br>
            <a:endParaRPr lang="en-US" dirty="0"/>
          </a:p>
        </p:txBody>
      </p:sp>
      <p:pic>
        <p:nvPicPr>
          <p:cNvPr id="2" name="Picture 2">
            <a:extLst>
              <a:ext uri="{FF2B5EF4-FFF2-40B4-BE49-F238E27FC236}">
                <a16:creationId xmlns:a16="http://schemas.microsoft.com/office/drawing/2014/main" id="{276F99BE-16D2-D698-B84F-294467AC8B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44034" y="204634"/>
            <a:ext cx="1243166" cy="1243166"/>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1">
            <a:extLst>
              <a:ext uri="{FF2B5EF4-FFF2-40B4-BE49-F238E27FC236}">
                <a16:creationId xmlns:a16="http://schemas.microsoft.com/office/drawing/2014/main" id="{19BFC2BE-16EA-CF2A-0193-BCC3544BE7F1}"/>
              </a:ext>
            </a:extLst>
          </p:cNvPr>
          <p:cNvSpPr txBox="1">
            <a:spLocks/>
          </p:cNvSpPr>
          <p:nvPr/>
        </p:nvSpPr>
        <p:spPr>
          <a:xfrm>
            <a:off x="0" y="6600825"/>
            <a:ext cx="2743200" cy="257175"/>
          </a:xfrm>
          <a:prstGeom prst="rect">
            <a:avLst/>
          </a:prstGeom>
          <a:ln/>
        </p:spPr>
        <p:txBody>
          <a:bodyPr/>
          <a:lstStyle>
            <a:defPPr>
              <a:defRPr lang="en-US"/>
            </a:defPPr>
            <a:lvl1pPr algn="l" rtl="0" eaLnBrk="0" fontAlgn="base" hangingPunct="0">
              <a:spcBef>
                <a:spcPct val="0"/>
              </a:spcBef>
              <a:spcAft>
                <a:spcPct val="0"/>
              </a:spcAft>
              <a:defRPr sz="1000"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9pPr>
          </a:lstStyle>
          <a:p>
            <a:pPr>
              <a:defRPr/>
            </a:pPr>
            <a:fld id="{70935733-0070-4FC4-AA67-45D4DA740129}" type="datetime1">
              <a:rPr lang="en-US" sz="900" smtClean="0"/>
              <a:pPr>
                <a:defRPr/>
              </a:pPr>
              <a:t>12/19/2024</a:t>
            </a:fld>
            <a:endParaRPr lang="en-US" dirty="0"/>
          </a:p>
        </p:txBody>
      </p:sp>
      <p:sp>
        <p:nvSpPr>
          <p:cNvPr id="6" name="Footer Placeholder 5">
            <a:extLst>
              <a:ext uri="{FF2B5EF4-FFF2-40B4-BE49-F238E27FC236}">
                <a16:creationId xmlns:a16="http://schemas.microsoft.com/office/drawing/2014/main" id="{13836BB0-D354-C3A9-B5A0-5D1CD2961152}"/>
              </a:ext>
            </a:extLst>
          </p:cNvPr>
          <p:cNvSpPr txBox="1">
            <a:spLocks noChangeArrowheads="1"/>
          </p:cNvSpPr>
          <p:nvPr/>
        </p:nvSpPr>
        <p:spPr bwMode="auto">
          <a:xfrm>
            <a:off x="3871913" y="6604000"/>
            <a:ext cx="4967287" cy="254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bodyPr>
          <a:lstStyle>
            <a:defPPr>
              <a:defRPr lang="en-US"/>
            </a:defPPr>
            <a:lvl1pPr algn="r" defTabSz="342900" rtl="0" eaLnBrk="1" fontAlgn="auto" hangingPunct="1">
              <a:spcBef>
                <a:spcPts val="0"/>
              </a:spcBef>
              <a:spcAft>
                <a:spcPts val="0"/>
              </a:spcAft>
              <a:defRPr sz="1400" kern="1200">
                <a:solidFill>
                  <a:schemeClr val="tx1"/>
                </a:solidFill>
                <a:latin typeface="Arial" panose="020B0604020202020204" pitchFamily="34" charset="0"/>
                <a:ea typeface="ＭＳ Ｐゴシック" panose="020B0600070205080204" pitchFamily="34" charset="-128"/>
                <a:cs typeface="+mn-cs"/>
              </a:defRPr>
            </a:lvl1pPr>
            <a:lvl2pPr marL="742950" indent="-28575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2pPr>
            <a:lvl3pPr marL="11430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3pPr>
            <a:lvl4pPr marL="16002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4pPr>
            <a:lvl5pPr marL="20574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9pPr>
          </a:lstStyle>
          <a:p>
            <a:pPr algn="ctr"/>
            <a:r>
              <a:rPr lang="en-US" altLang="en-US" sz="900" dirty="0">
                <a:solidFill>
                  <a:schemeClr val="bg1"/>
                </a:solidFill>
              </a:rPr>
              <a:t>Database System Design, Implementation And Management </a:t>
            </a:r>
          </a:p>
        </p:txBody>
      </p:sp>
      <p:sp>
        <p:nvSpPr>
          <p:cNvPr id="7" name="Slide Number Placeholder 6">
            <a:extLst>
              <a:ext uri="{FF2B5EF4-FFF2-40B4-BE49-F238E27FC236}">
                <a16:creationId xmlns:a16="http://schemas.microsoft.com/office/drawing/2014/main" id="{E59EEC19-2A29-080D-84C0-C504A808E7DA}"/>
              </a:ext>
            </a:extLst>
          </p:cNvPr>
          <p:cNvSpPr txBox="1">
            <a:spLocks noChangeArrowheads="1"/>
          </p:cNvSpPr>
          <p:nvPr/>
        </p:nvSpPr>
        <p:spPr bwMode="auto">
          <a:xfrm>
            <a:off x="9448800" y="6600825"/>
            <a:ext cx="2743200" cy="2746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en-US"/>
            </a:defPPr>
            <a:lvl1pPr algn="l" defTabSz="342900" rtl="0" eaLnBrk="1" fontAlgn="auto" hangingPunct="1">
              <a:spcBef>
                <a:spcPts val="0"/>
              </a:spcBef>
              <a:spcAft>
                <a:spcPts val="0"/>
              </a:spcAft>
              <a:defRPr sz="1400" kern="1200">
                <a:solidFill>
                  <a:schemeClr val="tx1"/>
                </a:solidFill>
                <a:latin typeface="Arial" panose="020B0604020202020204" pitchFamily="34" charset="0"/>
                <a:ea typeface="ＭＳ Ｐゴシック" panose="020B0600070205080204" pitchFamily="34" charset="-128"/>
                <a:cs typeface="+mn-cs"/>
              </a:defRPr>
            </a:lvl1pPr>
            <a:lvl2pPr marL="742950" indent="-28575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2pPr>
            <a:lvl3pPr marL="11430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3pPr>
            <a:lvl4pPr marL="16002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4pPr>
            <a:lvl5pPr marL="20574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9pPr>
          </a:lstStyle>
          <a:p>
            <a:pPr algn="r"/>
            <a:fld id="{25E4E02F-8D0B-4F73-B3DD-858F1DB63CB0}" type="slidenum">
              <a:rPr lang="en-US" altLang="en-US" sz="900" smtClean="0">
                <a:solidFill>
                  <a:schemeClr val="bg1"/>
                </a:solidFill>
              </a:rPr>
              <a:pPr algn="r"/>
              <a:t>2</a:t>
            </a:fld>
            <a:endParaRPr lang="en-US" altLang="en-US" sz="900" dirty="0">
              <a:solidFill>
                <a:schemeClr val="bg1"/>
              </a:solidFill>
            </a:endParaRPr>
          </a:p>
        </p:txBody>
      </p:sp>
      <p:pic>
        <p:nvPicPr>
          <p:cNvPr id="1026" name="Picture 2" descr="No photo description available.">
            <a:extLst>
              <a:ext uri="{FF2B5EF4-FFF2-40B4-BE49-F238E27FC236}">
                <a16:creationId xmlns:a16="http://schemas.microsoft.com/office/drawing/2014/main" id="{11910D4C-A8E1-69FA-9253-D7771B263A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550" y="209550"/>
            <a:ext cx="1162050" cy="11620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B0DA7-AC14-657A-B65E-6C7711BCA482}"/>
              </a:ext>
            </a:extLst>
          </p:cNvPr>
          <p:cNvSpPr>
            <a:spLocks noGrp="1"/>
          </p:cNvSpPr>
          <p:nvPr>
            <p:ph type="title"/>
          </p:nvPr>
        </p:nvSpPr>
        <p:spPr/>
        <p:txBody>
          <a:bodyPr/>
          <a:lstStyle/>
          <a:p>
            <a:r>
              <a:rPr lang="en-US" dirty="0"/>
              <a:t>Learning Objectives</a:t>
            </a:r>
          </a:p>
        </p:txBody>
      </p:sp>
      <p:sp>
        <p:nvSpPr>
          <p:cNvPr id="3" name="Content Placeholder 2">
            <a:extLst>
              <a:ext uri="{FF2B5EF4-FFF2-40B4-BE49-F238E27FC236}">
                <a16:creationId xmlns:a16="http://schemas.microsoft.com/office/drawing/2014/main" id="{DD22CAA6-61A0-1ABB-6AE0-8956A0AF5EE3}"/>
              </a:ext>
            </a:extLst>
          </p:cNvPr>
          <p:cNvSpPr>
            <a:spLocks noGrp="1"/>
          </p:cNvSpPr>
          <p:nvPr>
            <p:ph idx="1"/>
          </p:nvPr>
        </p:nvSpPr>
        <p:spPr/>
        <p:txBody>
          <a:bodyPr/>
          <a:lstStyle/>
          <a:p>
            <a:r>
              <a:rPr lang="en-US" sz="1800" b="1" i="0" dirty="0">
                <a:solidFill>
                  <a:srgbClr val="474A9E"/>
                </a:solidFill>
                <a:effectLst/>
                <a:latin typeface="MyriadPro-Black"/>
              </a:rPr>
              <a:t>7-1 </a:t>
            </a:r>
            <a:r>
              <a:rPr lang="en-US" sz="1800" b="0" i="0" dirty="0">
                <a:solidFill>
                  <a:srgbClr val="242021"/>
                </a:solidFill>
                <a:effectLst/>
                <a:latin typeface="MyriadPro-SemiboldSemiCn"/>
              </a:rPr>
              <a:t>Retrieve specified columns of data from a database</a:t>
            </a:r>
          </a:p>
          <a:p>
            <a:r>
              <a:rPr lang="en-US" sz="1800" b="1" i="0" dirty="0">
                <a:solidFill>
                  <a:srgbClr val="474A9E"/>
                </a:solidFill>
                <a:effectLst/>
                <a:latin typeface="MyriadPro-Black"/>
              </a:rPr>
              <a:t>7-2 </a:t>
            </a:r>
            <a:r>
              <a:rPr lang="en-US" sz="1800" b="0" i="0" dirty="0">
                <a:solidFill>
                  <a:srgbClr val="242021"/>
                </a:solidFill>
                <a:effectLst/>
                <a:latin typeface="MyriadPro-SemiboldSemiCn"/>
              </a:rPr>
              <a:t>Join multiple tables in a single SQL query</a:t>
            </a:r>
          </a:p>
          <a:p>
            <a:r>
              <a:rPr lang="en-US" sz="1800" b="1" i="0" dirty="0">
                <a:solidFill>
                  <a:srgbClr val="474A9E"/>
                </a:solidFill>
                <a:effectLst/>
                <a:latin typeface="MyriadPro-Black"/>
              </a:rPr>
              <a:t>7-3 </a:t>
            </a:r>
            <a:r>
              <a:rPr lang="en-US" sz="1800" b="0" i="0" dirty="0">
                <a:solidFill>
                  <a:srgbClr val="242021"/>
                </a:solidFill>
                <a:effectLst/>
                <a:latin typeface="MyriadPro-SemiboldSemiCn"/>
              </a:rPr>
              <a:t>Restrict data retrievals to rows that match complex criteria</a:t>
            </a:r>
          </a:p>
          <a:p>
            <a:r>
              <a:rPr lang="en-US" sz="1800" b="1" i="0" dirty="0">
                <a:solidFill>
                  <a:srgbClr val="474A9E"/>
                </a:solidFill>
                <a:effectLst/>
                <a:latin typeface="MyriadPro-Black"/>
              </a:rPr>
              <a:t>7-4 </a:t>
            </a:r>
            <a:r>
              <a:rPr lang="en-US" sz="1800" b="0" i="0" dirty="0">
                <a:solidFill>
                  <a:srgbClr val="242021"/>
                </a:solidFill>
                <a:effectLst/>
                <a:latin typeface="MyriadPro-SemiboldSemiCn"/>
              </a:rPr>
              <a:t>Aggregate data across groups of rows</a:t>
            </a:r>
          </a:p>
          <a:p>
            <a:r>
              <a:rPr lang="en-US" sz="1800" b="1" i="0" dirty="0">
                <a:solidFill>
                  <a:srgbClr val="474A9E"/>
                </a:solidFill>
                <a:effectLst/>
                <a:latin typeface="MyriadPro-Black"/>
              </a:rPr>
              <a:t>7-5 </a:t>
            </a:r>
            <a:r>
              <a:rPr lang="en-US" sz="1800" b="0" i="0" dirty="0">
                <a:solidFill>
                  <a:srgbClr val="242021"/>
                </a:solidFill>
                <a:effectLst/>
                <a:latin typeface="MyriadPro-SemiboldSemiCn"/>
              </a:rPr>
              <a:t>Create subqueries to preprocess data for inclusion in other queries</a:t>
            </a:r>
          </a:p>
          <a:p>
            <a:r>
              <a:rPr lang="en-US" sz="1800" b="1" i="0" dirty="0">
                <a:solidFill>
                  <a:srgbClr val="474A9E"/>
                </a:solidFill>
                <a:effectLst/>
                <a:latin typeface="MyriadPro-Black"/>
              </a:rPr>
              <a:t>7-6 </a:t>
            </a:r>
            <a:r>
              <a:rPr lang="en-US" sz="1800" b="0" i="0" dirty="0">
                <a:solidFill>
                  <a:srgbClr val="242021"/>
                </a:solidFill>
                <a:effectLst/>
                <a:latin typeface="MyriadPro-SemiboldSemiCn"/>
              </a:rPr>
              <a:t>Identify and use a variety of SQL functions for string, numeric, and date manipulation</a:t>
            </a:r>
          </a:p>
          <a:p>
            <a:r>
              <a:rPr lang="en-US" sz="1800" b="1" i="0" dirty="0">
                <a:solidFill>
                  <a:srgbClr val="474A9E"/>
                </a:solidFill>
                <a:effectLst/>
                <a:latin typeface="MyriadPro-Black"/>
              </a:rPr>
              <a:t>7-7 </a:t>
            </a:r>
            <a:r>
              <a:rPr lang="en-US" sz="1800" b="0" i="0" dirty="0">
                <a:solidFill>
                  <a:srgbClr val="242021"/>
                </a:solidFill>
                <a:effectLst/>
                <a:latin typeface="MyriadPro-SemiboldSemiCn"/>
              </a:rPr>
              <a:t>Explain the key principles in crafting a SELECT query</a:t>
            </a:r>
            <a:r>
              <a:rPr lang="en-US" sz="2000" dirty="0"/>
              <a:t> </a:t>
            </a:r>
            <a:br>
              <a:rPr lang="en-US" sz="2000" dirty="0"/>
            </a:br>
            <a:endParaRPr lang="en-US" sz="2800" dirty="0"/>
          </a:p>
        </p:txBody>
      </p:sp>
      <p:sp>
        <p:nvSpPr>
          <p:cNvPr id="4" name="Slide Number Placeholder 3">
            <a:extLst>
              <a:ext uri="{FF2B5EF4-FFF2-40B4-BE49-F238E27FC236}">
                <a16:creationId xmlns:a16="http://schemas.microsoft.com/office/drawing/2014/main" id="{3AB04E03-CFDC-8496-B141-12E33FFDEF26}"/>
              </a:ext>
            </a:extLst>
          </p:cNvPr>
          <p:cNvSpPr>
            <a:spLocks noGrp="1"/>
          </p:cNvSpPr>
          <p:nvPr>
            <p:ph type="sldNum" sz="quarter" idx="10"/>
          </p:nvPr>
        </p:nvSpPr>
        <p:spPr/>
        <p:txBody>
          <a:bodyPr/>
          <a:lstStyle/>
          <a:p>
            <a:pPr>
              <a:defRPr/>
            </a:pPr>
            <a:fld id="{34A84676-C444-4AC5-8B4E-405A7C81C0FB}" type="slidenum">
              <a:rPr lang="en-US" altLang="en-US" smtClean="0"/>
              <a:pPr>
                <a:defRPr/>
              </a:pPr>
              <a:t>3</a:t>
            </a:fld>
            <a:endParaRPr lang="en-US" altLang="en-US"/>
          </a:p>
        </p:txBody>
      </p:sp>
      <p:sp>
        <p:nvSpPr>
          <p:cNvPr id="5" name="Footer Placeholder 4">
            <a:extLst>
              <a:ext uri="{FF2B5EF4-FFF2-40B4-BE49-F238E27FC236}">
                <a16:creationId xmlns:a16="http://schemas.microsoft.com/office/drawing/2014/main" id="{71C188EE-963D-A173-9000-E5CD0A99CAF5}"/>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4A4C7548-FAE8-AAA6-4170-2281F5E08BF1}"/>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3910690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571A2-9770-F496-95A5-08FB8A30DC30}"/>
              </a:ext>
            </a:extLst>
          </p:cNvPr>
          <p:cNvSpPr>
            <a:spLocks noGrp="1"/>
          </p:cNvSpPr>
          <p:nvPr>
            <p:ph type="title"/>
          </p:nvPr>
        </p:nvSpPr>
        <p:spPr/>
        <p:txBody>
          <a:bodyPr/>
          <a:lstStyle/>
          <a:p>
            <a:r>
              <a:rPr lang="en-US" dirty="0"/>
              <a:t>7-1 SQL Basics</a:t>
            </a:r>
          </a:p>
        </p:txBody>
      </p:sp>
      <p:sp>
        <p:nvSpPr>
          <p:cNvPr id="3" name="Date Placeholder 2">
            <a:extLst>
              <a:ext uri="{FF2B5EF4-FFF2-40B4-BE49-F238E27FC236}">
                <a16:creationId xmlns:a16="http://schemas.microsoft.com/office/drawing/2014/main" id="{2BA18ECF-52DD-FA24-701A-D7E52994E127}"/>
              </a:ext>
            </a:extLst>
          </p:cNvPr>
          <p:cNvSpPr>
            <a:spLocks noGrp="1"/>
          </p:cNvSpPr>
          <p:nvPr>
            <p:ph type="dt" sz="half" idx="10"/>
          </p:nvPr>
        </p:nvSpPr>
        <p:spPr/>
        <p:txBody>
          <a:bodyPr/>
          <a:lstStyle/>
          <a:p>
            <a:pPr>
              <a:defRPr/>
            </a:pPr>
            <a:fld id="{7F53EECD-5EF2-4F97-996E-6CBAC1BF3011}" type="datetime1">
              <a:rPr lang="en-US" smtClean="0"/>
              <a:pPr>
                <a:defRPr/>
              </a:pPr>
              <a:t>12/19/2024</a:t>
            </a:fld>
            <a:endParaRPr lang="en-US"/>
          </a:p>
        </p:txBody>
      </p:sp>
      <p:sp>
        <p:nvSpPr>
          <p:cNvPr id="4" name="Slide Number Placeholder 3">
            <a:extLst>
              <a:ext uri="{FF2B5EF4-FFF2-40B4-BE49-F238E27FC236}">
                <a16:creationId xmlns:a16="http://schemas.microsoft.com/office/drawing/2014/main" id="{3DBDACB5-54B7-C39C-B918-74E05AC82F73}"/>
              </a:ext>
            </a:extLst>
          </p:cNvPr>
          <p:cNvSpPr>
            <a:spLocks noGrp="1"/>
          </p:cNvSpPr>
          <p:nvPr>
            <p:ph type="sldNum" sz="quarter" idx="11"/>
          </p:nvPr>
        </p:nvSpPr>
        <p:spPr/>
        <p:txBody>
          <a:bodyPr/>
          <a:lstStyle/>
          <a:p>
            <a:pPr>
              <a:defRPr/>
            </a:pPr>
            <a:fld id="{F9126DDB-45DE-4D72-94FB-1E2D565E80AF}" type="slidenum">
              <a:rPr lang="en-US" smtClean="0"/>
              <a:pPr>
                <a:defRPr/>
              </a:pPr>
              <a:t>4</a:t>
            </a:fld>
            <a:endParaRPr lang="en-US"/>
          </a:p>
        </p:txBody>
      </p:sp>
      <p:sp>
        <p:nvSpPr>
          <p:cNvPr id="5" name="Footer Placeholder 4">
            <a:extLst>
              <a:ext uri="{FF2B5EF4-FFF2-40B4-BE49-F238E27FC236}">
                <a16:creationId xmlns:a16="http://schemas.microsoft.com/office/drawing/2014/main" id="{95914323-9322-D192-1875-D1BD06E5F1F0}"/>
              </a:ext>
            </a:extLst>
          </p:cNvPr>
          <p:cNvSpPr>
            <a:spLocks noGrp="1"/>
          </p:cNvSpPr>
          <p:nvPr>
            <p:ph type="ftr" sz="quarter" idx="12"/>
          </p:nvPr>
        </p:nvSpPr>
        <p:spPr/>
        <p:txBody>
          <a:bodyPr/>
          <a:lstStyle/>
          <a:p>
            <a:pPr>
              <a:defRPr/>
            </a:pPr>
            <a:r>
              <a:rPr lang="en-US"/>
              <a:t>Database System Design, Implementation And Management </a:t>
            </a:r>
          </a:p>
        </p:txBody>
      </p:sp>
    </p:spTree>
    <p:extLst>
      <p:ext uri="{BB962C8B-B14F-4D97-AF65-F5344CB8AC3E}">
        <p14:creationId xmlns:p14="http://schemas.microsoft.com/office/powerpoint/2010/main" val="1632409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EF6C4-1A68-446B-208D-96849B9CD3B6}"/>
              </a:ext>
            </a:extLst>
          </p:cNvPr>
          <p:cNvSpPr>
            <a:spLocks noGrp="1"/>
          </p:cNvSpPr>
          <p:nvPr>
            <p:ph type="title"/>
          </p:nvPr>
        </p:nvSpPr>
        <p:spPr/>
        <p:txBody>
          <a:bodyPr/>
          <a:lstStyle/>
          <a:p>
            <a:r>
              <a:rPr lang="en-US" dirty="0"/>
              <a:t>7-1 SQL Basics</a:t>
            </a:r>
          </a:p>
        </p:txBody>
      </p:sp>
      <p:sp>
        <p:nvSpPr>
          <p:cNvPr id="3" name="Content Placeholder 2">
            <a:extLst>
              <a:ext uri="{FF2B5EF4-FFF2-40B4-BE49-F238E27FC236}">
                <a16:creationId xmlns:a16="http://schemas.microsoft.com/office/drawing/2014/main" id="{E6C4BE74-3C78-A7AB-4554-C4966DD95C7A}"/>
              </a:ext>
            </a:extLst>
          </p:cNvPr>
          <p:cNvSpPr>
            <a:spLocks noGrp="1"/>
          </p:cNvSpPr>
          <p:nvPr>
            <p:ph idx="1"/>
          </p:nvPr>
        </p:nvSpPr>
        <p:spPr/>
        <p:txBody>
          <a:bodyPr/>
          <a:lstStyle/>
          <a:p>
            <a:r>
              <a:rPr lang="en-US" sz="1800" b="0" i="0" dirty="0">
                <a:solidFill>
                  <a:srgbClr val="242021"/>
                </a:solidFill>
                <a:effectLst/>
                <a:latin typeface="NewCaledoniaLTStd"/>
              </a:rPr>
              <a:t>It is a </a:t>
            </a:r>
            <a:r>
              <a:rPr lang="en-US" sz="1800" b="0" i="1" dirty="0">
                <a:solidFill>
                  <a:srgbClr val="242021"/>
                </a:solidFill>
                <a:effectLst/>
                <a:latin typeface="NewCaledoniaLTStd-It"/>
              </a:rPr>
              <a:t>data manipulation language (DML)</a:t>
            </a:r>
            <a:r>
              <a:rPr lang="en-US" sz="1800" b="0" i="0" dirty="0">
                <a:solidFill>
                  <a:srgbClr val="242021"/>
                </a:solidFill>
                <a:effectLst/>
                <a:latin typeface="NewCaledoniaLTStd"/>
              </a:rPr>
              <a:t>. </a:t>
            </a:r>
          </a:p>
          <a:p>
            <a:pPr lvl="1"/>
            <a:r>
              <a:rPr lang="en-US" sz="1500" b="0" i="0" dirty="0">
                <a:solidFill>
                  <a:srgbClr val="242021"/>
                </a:solidFill>
                <a:effectLst/>
                <a:latin typeface="NewCaledoniaLTStd"/>
              </a:rPr>
              <a:t>SQL includes commands to insert, update, delete, and retrieve data within the database tables.</a:t>
            </a:r>
            <a:r>
              <a:rPr lang="en-US" sz="1100" dirty="0"/>
              <a:t> </a:t>
            </a:r>
          </a:p>
          <a:p>
            <a:r>
              <a:rPr lang="en-US" sz="1800" b="0" i="0" dirty="0">
                <a:solidFill>
                  <a:srgbClr val="242021"/>
                </a:solidFill>
                <a:effectLst/>
                <a:latin typeface="NewCaledoniaLTStd"/>
              </a:rPr>
              <a:t>It is a </a:t>
            </a:r>
            <a:r>
              <a:rPr lang="en-US" sz="1800" b="0" i="1" dirty="0">
                <a:solidFill>
                  <a:srgbClr val="242021"/>
                </a:solidFill>
                <a:effectLst/>
                <a:latin typeface="NewCaledoniaLTStd-It"/>
              </a:rPr>
              <a:t>data definition language (DDL)</a:t>
            </a:r>
            <a:r>
              <a:rPr lang="en-US" sz="1800" b="0" i="0" dirty="0">
                <a:solidFill>
                  <a:srgbClr val="242021"/>
                </a:solidFill>
                <a:effectLst/>
                <a:latin typeface="NewCaledoniaLTStd"/>
              </a:rPr>
              <a:t>. </a:t>
            </a:r>
          </a:p>
          <a:p>
            <a:pPr lvl="1"/>
            <a:r>
              <a:rPr lang="en-US" sz="1500" b="0" i="0" dirty="0">
                <a:solidFill>
                  <a:srgbClr val="242021"/>
                </a:solidFill>
                <a:effectLst/>
                <a:latin typeface="NewCaledoniaLTStd"/>
              </a:rPr>
              <a:t>SQL includes commands to create database objects such as tables, indexes, and views, as well as commands to define access rights to those database objects.</a:t>
            </a:r>
            <a:r>
              <a:rPr lang="en-US" sz="1100" dirty="0"/>
              <a:t> </a:t>
            </a:r>
          </a:p>
          <a:p>
            <a:r>
              <a:rPr lang="en-US" sz="1800" b="0" i="0" dirty="0">
                <a:solidFill>
                  <a:srgbClr val="242021"/>
                </a:solidFill>
                <a:effectLst/>
                <a:latin typeface="NewCaledoniaLTStd"/>
              </a:rPr>
              <a:t>It is a </a:t>
            </a:r>
            <a:r>
              <a:rPr lang="en-US" sz="1800" b="0" i="1" dirty="0">
                <a:solidFill>
                  <a:srgbClr val="242021"/>
                </a:solidFill>
                <a:effectLst/>
                <a:latin typeface="NewCaledoniaLTStd-It"/>
              </a:rPr>
              <a:t>transaction control language (TCL)</a:t>
            </a:r>
            <a:r>
              <a:rPr lang="en-US" sz="1800" b="0" i="0" dirty="0">
                <a:solidFill>
                  <a:srgbClr val="242021"/>
                </a:solidFill>
                <a:effectLst/>
                <a:latin typeface="NewCaledoniaLTStd"/>
              </a:rPr>
              <a:t>. </a:t>
            </a:r>
          </a:p>
          <a:p>
            <a:pPr lvl="1"/>
            <a:r>
              <a:rPr lang="en-US" sz="1500" b="0" i="0" dirty="0">
                <a:solidFill>
                  <a:srgbClr val="242021"/>
                </a:solidFill>
                <a:effectLst/>
                <a:latin typeface="NewCaledoniaLTStd"/>
              </a:rPr>
              <a:t>The DML commands in SQL are executed within the context of a </a:t>
            </a:r>
            <a:r>
              <a:rPr lang="en-US" sz="1500" b="1" i="0" dirty="0">
                <a:solidFill>
                  <a:srgbClr val="007DAF"/>
                </a:solidFill>
                <a:effectLst/>
                <a:latin typeface="MyriadPro-Bold"/>
              </a:rPr>
              <a:t>transaction</a:t>
            </a:r>
            <a:r>
              <a:rPr lang="en-US" sz="1500" b="0" i="0" dirty="0">
                <a:solidFill>
                  <a:srgbClr val="242021"/>
                </a:solidFill>
                <a:effectLst/>
                <a:latin typeface="NewCaledoniaLTStd"/>
              </a:rPr>
              <a:t>, which is a logical unit of work composed of one or more SQL statements, as defined by business rules.</a:t>
            </a:r>
            <a:r>
              <a:rPr lang="en-US" sz="800" dirty="0"/>
              <a:t> </a:t>
            </a:r>
          </a:p>
          <a:p>
            <a:r>
              <a:rPr lang="en-US" sz="1800" b="0" i="0" dirty="0">
                <a:solidFill>
                  <a:srgbClr val="242021"/>
                </a:solidFill>
                <a:effectLst/>
                <a:latin typeface="NewCaledoniaLTStd"/>
              </a:rPr>
              <a:t>It is a </a:t>
            </a:r>
            <a:r>
              <a:rPr lang="en-US" sz="1800" b="0" i="1" dirty="0">
                <a:solidFill>
                  <a:srgbClr val="242021"/>
                </a:solidFill>
                <a:effectLst/>
                <a:latin typeface="NewCaledoniaLTStd-It"/>
              </a:rPr>
              <a:t>data control language (DCL)</a:t>
            </a:r>
            <a:r>
              <a:rPr lang="en-US" sz="1800" b="0" i="0" dirty="0">
                <a:solidFill>
                  <a:srgbClr val="242021"/>
                </a:solidFill>
                <a:effectLst/>
                <a:latin typeface="NewCaledoniaLTStd"/>
              </a:rPr>
              <a:t>. </a:t>
            </a:r>
          </a:p>
          <a:p>
            <a:pPr lvl="1"/>
            <a:r>
              <a:rPr lang="en-US" sz="1500" b="0" i="0" dirty="0">
                <a:solidFill>
                  <a:srgbClr val="242021"/>
                </a:solidFill>
                <a:effectLst/>
                <a:latin typeface="NewCaledoniaLTStd"/>
              </a:rPr>
              <a:t>Data control commands are used to control access to data object</a:t>
            </a:r>
            <a:r>
              <a:rPr lang="en-US" sz="700" dirty="0"/>
              <a:t> </a:t>
            </a:r>
            <a:endParaRPr lang="en-US" sz="1500" dirty="0"/>
          </a:p>
        </p:txBody>
      </p:sp>
      <p:sp>
        <p:nvSpPr>
          <p:cNvPr id="4" name="Slide Number Placeholder 3">
            <a:extLst>
              <a:ext uri="{FF2B5EF4-FFF2-40B4-BE49-F238E27FC236}">
                <a16:creationId xmlns:a16="http://schemas.microsoft.com/office/drawing/2014/main" id="{5F1C01BE-8599-9EBE-AD66-5653A0DEE691}"/>
              </a:ext>
            </a:extLst>
          </p:cNvPr>
          <p:cNvSpPr>
            <a:spLocks noGrp="1"/>
          </p:cNvSpPr>
          <p:nvPr>
            <p:ph type="sldNum" sz="quarter" idx="10"/>
          </p:nvPr>
        </p:nvSpPr>
        <p:spPr/>
        <p:txBody>
          <a:bodyPr/>
          <a:lstStyle/>
          <a:p>
            <a:pPr>
              <a:defRPr/>
            </a:pPr>
            <a:fld id="{34A84676-C444-4AC5-8B4E-405A7C81C0FB}" type="slidenum">
              <a:rPr lang="en-US" altLang="en-US" smtClean="0"/>
              <a:pPr>
                <a:defRPr/>
              </a:pPr>
              <a:t>5</a:t>
            </a:fld>
            <a:endParaRPr lang="en-US" altLang="en-US"/>
          </a:p>
        </p:txBody>
      </p:sp>
      <p:sp>
        <p:nvSpPr>
          <p:cNvPr id="5" name="Footer Placeholder 4">
            <a:extLst>
              <a:ext uri="{FF2B5EF4-FFF2-40B4-BE49-F238E27FC236}">
                <a16:creationId xmlns:a16="http://schemas.microsoft.com/office/drawing/2014/main" id="{2F114A75-39F1-711F-D87A-75AAF47F99E5}"/>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87B4339E-A383-73A3-554F-0AD3B2FAD746}"/>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3795756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F72773-CFC5-99D6-0057-95E99050AE07}"/>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FDC074ED-7C48-3017-1520-5C7155E0CD24}"/>
              </a:ext>
            </a:extLst>
          </p:cNvPr>
          <p:cNvSpPr>
            <a:spLocks noGrp="1"/>
          </p:cNvSpPr>
          <p:nvPr>
            <p:ph type="sldNum" sz="quarter" idx="11"/>
          </p:nvPr>
        </p:nvSpPr>
        <p:spPr/>
        <p:txBody>
          <a:bodyPr/>
          <a:lstStyle/>
          <a:p>
            <a:pPr>
              <a:defRPr/>
            </a:pPr>
            <a:fld id="{D1AD3536-327C-4937-83AF-A64971CFA6D9}" type="slidenum">
              <a:rPr lang="en-US" smtClean="0"/>
              <a:pPr>
                <a:defRPr/>
              </a:pPr>
              <a:t>6</a:t>
            </a:fld>
            <a:endParaRPr lang="en-US"/>
          </a:p>
        </p:txBody>
      </p:sp>
      <p:sp>
        <p:nvSpPr>
          <p:cNvPr id="4" name="Footer Placeholder 3">
            <a:extLst>
              <a:ext uri="{FF2B5EF4-FFF2-40B4-BE49-F238E27FC236}">
                <a16:creationId xmlns:a16="http://schemas.microsoft.com/office/drawing/2014/main" id="{1C3049C9-88C9-241B-9FBB-5EAC118DD309}"/>
              </a:ext>
            </a:extLst>
          </p:cNvPr>
          <p:cNvSpPr>
            <a:spLocks noGrp="1"/>
          </p:cNvSpPr>
          <p:nvPr>
            <p:ph type="ftr" sz="quarter" idx="12"/>
          </p:nvPr>
        </p:nvSpPr>
        <p:spPr/>
        <p:txBody>
          <a:bodyPr/>
          <a:lstStyle/>
          <a:p>
            <a:pPr>
              <a:defRPr/>
            </a:pPr>
            <a:r>
              <a:rPr lang="en-US"/>
              <a:t>Database System Design, Implementation And Management </a:t>
            </a:r>
          </a:p>
        </p:txBody>
      </p:sp>
      <p:pic>
        <p:nvPicPr>
          <p:cNvPr id="8" name="Picture 7">
            <a:extLst>
              <a:ext uri="{FF2B5EF4-FFF2-40B4-BE49-F238E27FC236}">
                <a16:creationId xmlns:a16="http://schemas.microsoft.com/office/drawing/2014/main" id="{26CDB0B8-2267-E108-563C-EA37C0862A3A}"/>
              </a:ext>
            </a:extLst>
          </p:cNvPr>
          <p:cNvPicPr>
            <a:picLocks noChangeAspect="1"/>
          </p:cNvPicPr>
          <p:nvPr/>
        </p:nvPicPr>
        <p:blipFill>
          <a:blip r:embed="rId2"/>
          <a:stretch>
            <a:fillRect/>
          </a:stretch>
        </p:blipFill>
        <p:spPr>
          <a:xfrm>
            <a:off x="0" y="417576"/>
            <a:ext cx="12192000" cy="6022848"/>
          </a:xfrm>
          <a:prstGeom prst="rect">
            <a:avLst/>
          </a:prstGeom>
        </p:spPr>
      </p:pic>
    </p:spTree>
    <p:extLst>
      <p:ext uri="{BB962C8B-B14F-4D97-AF65-F5344CB8AC3E}">
        <p14:creationId xmlns:p14="http://schemas.microsoft.com/office/powerpoint/2010/main" val="1121725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CB2129-4682-7CB1-5D58-101B414015CD}"/>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295970CA-FD43-B887-6E4B-019860667AF5}"/>
              </a:ext>
            </a:extLst>
          </p:cNvPr>
          <p:cNvSpPr>
            <a:spLocks noGrp="1"/>
          </p:cNvSpPr>
          <p:nvPr>
            <p:ph type="sldNum" sz="quarter" idx="11"/>
          </p:nvPr>
        </p:nvSpPr>
        <p:spPr/>
        <p:txBody>
          <a:bodyPr/>
          <a:lstStyle/>
          <a:p>
            <a:pPr>
              <a:defRPr/>
            </a:pPr>
            <a:fld id="{D1AD3536-327C-4937-83AF-A64971CFA6D9}" type="slidenum">
              <a:rPr lang="en-US" smtClean="0"/>
              <a:pPr>
                <a:defRPr/>
              </a:pPr>
              <a:t>7</a:t>
            </a:fld>
            <a:endParaRPr lang="en-US"/>
          </a:p>
        </p:txBody>
      </p:sp>
      <p:sp>
        <p:nvSpPr>
          <p:cNvPr id="4" name="Footer Placeholder 3">
            <a:extLst>
              <a:ext uri="{FF2B5EF4-FFF2-40B4-BE49-F238E27FC236}">
                <a16:creationId xmlns:a16="http://schemas.microsoft.com/office/drawing/2014/main" id="{1AFC057D-FCAB-D61A-142E-F0E6E61F1D0F}"/>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0F4BB1AE-CB98-F474-C2A1-EA5E7F4B675D}"/>
              </a:ext>
            </a:extLst>
          </p:cNvPr>
          <p:cNvPicPr>
            <a:picLocks noChangeAspect="1"/>
          </p:cNvPicPr>
          <p:nvPr/>
        </p:nvPicPr>
        <p:blipFill>
          <a:blip r:embed="rId2"/>
          <a:stretch>
            <a:fillRect/>
          </a:stretch>
        </p:blipFill>
        <p:spPr>
          <a:xfrm>
            <a:off x="0" y="972646"/>
            <a:ext cx="12192000" cy="4912707"/>
          </a:xfrm>
          <a:prstGeom prst="rect">
            <a:avLst/>
          </a:prstGeom>
        </p:spPr>
      </p:pic>
    </p:spTree>
    <p:extLst>
      <p:ext uri="{BB962C8B-B14F-4D97-AF65-F5344CB8AC3E}">
        <p14:creationId xmlns:p14="http://schemas.microsoft.com/office/powerpoint/2010/main" val="2353791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61CB62-47D2-B0A7-176E-FC82DCA0A53A}"/>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75FBFCA2-D0C3-F0AA-5D92-3674D5F092C8}"/>
              </a:ext>
            </a:extLst>
          </p:cNvPr>
          <p:cNvSpPr>
            <a:spLocks noGrp="1"/>
          </p:cNvSpPr>
          <p:nvPr>
            <p:ph type="sldNum" sz="quarter" idx="11"/>
          </p:nvPr>
        </p:nvSpPr>
        <p:spPr/>
        <p:txBody>
          <a:bodyPr/>
          <a:lstStyle/>
          <a:p>
            <a:pPr>
              <a:defRPr/>
            </a:pPr>
            <a:fld id="{D1AD3536-327C-4937-83AF-A64971CFA6D9}" type="slidenum">
              <a:rPr lang="en-US" smtClean="0"/>
              <a:pPr>
                <a:defRPr/>
              </a:pPr>
              <a:t>8</a:t>
            </a:fld>
            <a:endParaRPr lang="en-US"/>
          </a:p>
        </p:txBody>
      </p:sp>
      <p:sp>
        <p:nvSpPr>
          <p:cNvPr id="4" name="Footer Placeholder 3">
            <a:extLst>
              <a:ext uri="{FF2B5EF4-FFF2-40B4-BE49-F238E27FC236}">
                <a16:creationId xmlns:a16="http://schemas.microsoft.com/office/drawing/2014/main" id="{FF799564-088D-4E7D-7599-FF4D3CAC77CE}"/>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6CAF0B4B-D57A-B895-5E20-B1CEEAE2E451}"/>
              </a:ext>
            </a:extLst>
          </p:cNvPr>
          <p:cNvPicPr>
            <a:picLocks noChangeAspect="1"/>
          </p:cNvPicPr>
          <p:nvPr/>
        </p:nvPicPr>
        <p:blipFill>
          <a:blip r:embed="rId2"/>
          <a:stretch>
            <a:fillRect/>
          </a:stretch>
        </p:blipFill>
        <p:spPr>
          <a:xfrm>
            <a:off x="30552" y="0"/>
            <a:ext cx="12130896" cy="6858000"/>
          </a:xfrm>
          <a:prstGeom prst="rect">
            <a:avLst/>
          </a:prstGeom>
        </p:spPr>
      </p:pic>
    </p:spTree>
    <p:extLst>
      <p:ext uri="{BB962C8B-B14F-4D97-AF65-F5344CB8AC3E}">
        <p14:creationId xmlns:p14="http://schemas.microsoft.com/office/powerpoint/2010/main" val="3294193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E52913-1020-33D1-CF0C-FDFE8811804B}"/>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F338BC15-6213-8D73-0D91-27E630599BA5}"/>
              </a:ext>
            </a:extLst>
          </p:cNvPr>
          <p:cNvSpPr>
            <a:spLocks noGrp="1"/>
          </p:cNvSpPr>
          <p:nvPr>
            <p:ph type="sldNum" sz="quarter" idx="11"/>
          </p:nvPr>
        </p:nvSpPr>
        <p:spPr/>
        <p:txBody>
          <a:bodyPr/>
          <a:lstStyle/>
          <a:p>
            <a:pPr>
              <a:defRPr/>
            </a:pPr>
            <a:fld id="{D1AD3536-327C-4937-83AF-A64971CFA6D9}" type="slidenum">
              <a:rPr lang="en-US" smtClean="0"/>
              <a:pPr>
                <a:defRPr/>
              </a:pPr>
              <a:t>9</a:t>
            </a:fld>
            <a:endParaRPr lang="en-US"/>
          </a:p>
        </p:txBody>
      </p:sp>
      <p:sp>
        <p:nvSpPr>
          <p:cNvPr id="4" name="Footer Placeholder 3">
            <a:extLst>
              <a:ext uri="{FF2B5EF4-FFF2-40B4-BE49-F238E27FC236}">
                <a16:creationId xmlns:a16="http://schemas.microsoft.com/office/drawing/2014/main" id="{1B75D992-F121-5460-A918-0E7702141B0B}"/>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EE4E5027-09BD-A4F4-2DAF-2FC31CD31F74}"/>
              </a:ext>
            </a:extLst>
          </p:cNvPr>
          <p:cNvPicPr>
            <a:picLocks noChangeAspect="1"/>
          </p:cNvPicPr>
          <p:nvPr/>
        </p:nvPicPr>
        <p:blipFill>
          <a:blip r:embed="rId2"/>
          <a:stretch>
            <a:fillRect/>
          </a:stretch>
        </p:blipFill>
        <p:spPr>
          <a:xfrm>
            <a:off x="0" y="1619313"/>
            <a:ext cx="12192000" cy="3619373"/>
          </a:xfrm>
          <a:prstGeom prst="rect">
            <a:avLst/>
          </a:prstGeom>
        </p:spPr>
      </p:pic>
    </p:spTree>
    <p:extLst>
      <p:ext uri="{BB962C8B-B14F-4D97-AF65-F5344CB8AC3E}">
        <p14:creationId xmlns:p14="http://schemas.microsoft.com/office/powerpoint/2010/main" val="41956684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00236-931A-168C-D4F5-FCAA931A1049}"/>
              </a:ext>
            </a:extLst>
          </p:cNvPr>
          <p:cNvSpPr>
            <a:spLocks noGrp="1"/>
          </p:cNvSpPr>
          <p:nvPr>
            <p:ph type="title"/>
          </p:nvPr>
        </p:nvSpPr>
        <p:spPr/>
        <p:txBody>
          <a:bodyPr/>
          <a:lstStyle/>
          <a:p>
            <a:r>
              <a:rPr lang="en-US" dirty="0"/>
              <a:t>7-1a Data Types</a:t>
            </a:r>
          </a:p>
        </p:txBody>
      </p:sp>
      <p:sp>
        <p:nvSpPr>
          <p:cNvPr id="3" name="Content Placeholder 2">
            <a:extLst>
              <a:ext uri="{FF2B5EF4-FFF2-40B4-BE49-F238E27FC236}">
                <a16:creationId xmlns:a16="http://schemas.microsoft.com/office/drawing/2014/main" id="{C11D199C-91C3-D77D-479C-C98F165C0C2C}"/>
              </a:ext>
            </a:extLst>
          </p:cNvPr>
          <p:cNvSpPr>
            <a:spLocks noGrp="1"/>
          </p:cNvSpPr>
          <p:nvPr>
            <p:ph idx="1"/>
          </p:nvPr>
        </p:nvSpPr>
        <p:spPr/>
        <p:txBody>
          <a:bodyPr/>
          <a:lstStyle/>
          <a:p>
            <a:r>
              <a:rPr lang="en-US" sz="1800" b="0" i="0" dirty="0">
                <a:solidFill>
                  <a:srgbClr val="242021"/>
                </a:solidFill>
                <a:effectLst/>
                <a:latin typeface="NewCaledoniaLTStd"/>
              </a:rPr>
              <a:t>The ANSI/ISO SQL standard defines many data types. </a:t>
            </a:r>
          </a:p>
          <a:p>
            <a:r>
              <a:rPr lang="en-US" sz="1800" b="0" i="0" dirty="0">
                <a:solidFill>
                  <a:srgbClr val="242021"/>
                </a:solidFill>
                <a:effectLst/>
                <a:latin typeface="NewCaledoniaLTStd"/>
              </a:rPr>
              <a:t>A data type is a specification about the kinds of data that can be stored in an attribute. </a:t>
            </a:r>
          </a:p>
          <a:p>
            <a:r>
              <a:rPr lang="en-US" sz="1800" b="0" i="1" dirty="0">
                <a:solidFill>
                  <a:srgbClr val="242021"/>
                </a:solidFill>
                <a:effectLst/>
                <a:latin typeface="NewCaledoniaLTStd-It"/>
              </a:rPr>
              <a:t>Character data </a:t>
            </a:r>
            <a:r>
              <a:rPr lang="en-US" sz="1800" b="0" i="0" dirty="0">
                <a:solidFill>
                  <a:srgbClr val="242021"/>
                </a:solidFill>
                <a:effectLst/>
                <a:latin typeface="NewCaledoniaLTStd"/>
              </a:rPr>
              <a:t>is composed of any printable characters such as alphabetic values, digits, punctuation, and special characters.</a:t>
            </a:r>
          </a:p>
          <a:p>
            <a:r>
              <a:rPr lang="en-US" sz="1800" b="0" i="1" dirty="0">
                <a:solidFill>
                  <a:srgbClr val="242021"/>
                </a:solidFill>
                <a:effectLst/>
                <a:latin typeface="NewCaledoniaLTStd-It"/>
              </a:rPr>
              <a:t>Numeric data </a:t>
            </a:r>
            <a:r>
              <a:rPr lang="en-US" sz="1800" b="0" i="0" dirty="0">
                <a:solidFill>
                  <a:srgbClr val="242021"/>
                </a:solidFill>
                <a:effectLst/>
                <a:latin typeface="NewCaledoniaLTStd"/>
              </a:rPr>
              <a:t>is composed of digits, such that the data has a specific numeric value. </a:t>
            </a:r>
          </a:p>
          <a:p>
            <a:r>
              <a:rPr lang="en-US" sz="1800" b="0" i="1" dirty="0">
                <a:solidFill>
                  <a:srgbClr val="242021"/>
                </a:solidFill>
                <a:effectLst/>
                <a:latin typeface="NewCaledoniaLTStd-It"/>
              </a:rPr>
              <a:t>Date data </a:t>
            </a:r>
            <a:r>
              <a:rPr lang="en-US" sz="1800" b="0" i="0" dirty="0">
                <a:solidFill>
                  <a:srgbClr val="242021"/>
                </a:solidFill>
                <a:effectLst/>
                <a:latin typeface="NewCaledoniaLTStd"/>
              </a:rPr>
              <a:t>is composed of date and, occasionally, time values.</a:t>
            </a:r>
            <a:br>
              <a:rPr lang="en-US" dirty="0"/>
            </a:br>
            <a:br>
              <a:rPr lang="en-US" dirty="0"/>
            </a:br>
            <a:br>
              <a:rPr lang="en-US" dirty="0"/>
            </a:br>
            <a:endParaRPr lang="en-US" dirty="0"/>
          </a:p>
        </p:txBody>
      </p:sp>
      <p:sp>
        <p:nvSpPr>
          <p:cNvPr id="4" name="Slide Number Placeholder 3">
            <a:extLst>
              <a:ext uri="{FF2B5EF4-FFF2-40B4-BE49-F238E27FC236}">
                <a16:creationId xmlns:a16="http://schemas.microsoft.com/office/drawing/2014/main" id="{9B912F05-0995-645C-67CC-91AD96C7B59B}"/>
              </a:ext>
            </a:extLst>
          </p:cNvPr>
          <p:cNvSpPr>
            <a:spLocks noGrp="1"/>
          </p:cNvSpPr>
          <p:nvPr>
            <p:ph type="sldNum" sz="quarter" idx="10"/>
          </p:nvPr>
        </p:nvSpPr>
        <p:spPr/>
        <p:txBody>
          <a:bodyPr/>
          <a:lstStyle/>
          <a:p>
            <a:pPr>
              <a:defRPr/>
            </a:pPr>
            <a:fld id="{34A84676-C444-4AC5-8B4E-405A7C81C0FB}" type="slidenum">
              <a:rPr lang="en-US" altLang="en-US" smtClean="0"/>
              <a:pPr>
                <a:defRPr/>
              </a:pPr>
              <a:t>10</a:t>
            </a:fld>
            <a:endParaRPr lang="en-US" altLang="en-US"/>
          </a:p>
        </p:txBody>
      </p:sp>
      <p:sp>
        <p:nvSpPr>
          <p:cNvPr id="5" name="Footer Placeholder 4">
            <a:extLst>
              <a:ext uri="{FF2B5EF4-FFF2-40B4-BE49-F238E27FC236}">
                <a16:creationId xmlns:a16="http://schemas.microsoft.com/office/drawing/2014/main" id="{4A39CAAA-D000-C47A-C603-62FB8B570368}"/>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E3AC864C-74EB-76B4-607C-25490F62854C}"/>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812495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79A40-98B6-F372-B52F-E36E9FC56F82}"/>
              </a:ext>
            </a:extLst>
          </p:cNvPr>
          <p:cNvSpPr>
            <a:spLocks noGrp="1"/>
          </p:cNvSpPr>
          <p:nvPr>
            <p:ph type="title"/>
          </p:nvPr>
        </p:nvSpPr>
        <p:spPr/>
        <p:txBody>
          <a:bodyPr/>
          <a:lstStyle/>
          <a:p>
            <a:r>
              <a:rPr lang="en-US" dirty="0"/>
              <a:t>7-1b SQL Queries</a:t>
            </a:r>
          </a:p>
        </p:txBody>
      </p:sp>
      <p:sp>
        <p:nvSpPr>
          <p:cNvPr id="3" name="Content Placeholder 2">
            <a:extLst>
              <a:ext uri="{FF2B5EF4-FFF2-40B4-BE49-F238E27FC236}">
                <a16:creationId xmlns:a16="http://schemas.microsoft.com/office/drawing/2014/main" id="{B637D2F4-C5E6-BECD-2FA6-1D86DAE3BEAA}"/>
              </a:ext>
            </a:extLst>
          </p:cNvPr>
          <p:cNvSpPr>
            <a:spLocks noGrp="1"/>
          </p:cNvSpPr>
          <p:nvPr>
            <p:ph idx="1"/>
          </p:nvPr>
        </p:nvSpPr>
        <p:spPr/>
        <p:txBody>
          <a:bodyPr/>
          <a:lstStyle/>
          <a:p>
            <a:r>
              <a:rPr lang="en-US" sz="1800" b="0" i="0" dirty="0">
                <a:solidFill>
                  <a:srgbClr val="242021"/>
                </a:solidFill>
                <a:effectLst/>
                <a:latin typeface="NewCaledoniaLTStd"/>
              </a:rPr>
              <a:t>in the SQL environment, the word </a:t>
            </a:r>
            <a:r>
              <a:rPr lang="en-US" sz="1800" b="0" i="1" dirty="0">
                <a:solidFill>
                  <a:srgbClr val="242021"/>
                </a:solidFill>
                <a:effectLst/>
                <a:latin typeface="NewCaledoniaLTStd-It"/>
              </a:rPr>
              <a:t>query </a:t>
            </a:r>
            <a:r>
              <a:rPr lang="en-US" sz="1800" b="0" i="0" dirty="0">
                <a:solidFill>
                  <a:srgbClr val="242021"/>
                </a:solidFill>
                <a:effectLst/>
                <a:latin typeface="NewCaledoniaLTStd"/>
              </a:rPr>
              <a:t>covers both questions and actions.</a:t>
            </a:r>
          </a:p>
          <a:p>
            <a:r>
              <a:rPr lang="en-US" sz="1800" b="0" i="0" dirty="0">
                <a:solidFill>
                  <a:srgbClr val="242021"/>
                </a:solidFill>
                <a:effectLst/>
                <a:latin typeface="NewCaledoniaLTStd"/>
              </a:rPr>
              <a:t>SQL queries are used to answer questions such as these: “What products currently held in inventory are priced over $100, and what is the quantity on hand for each of those products?”</a:t>
            </a:r>
            <a:r>
              <a:rPr lang="en-US" dirty="0"/>
              <a:t> </a:t>
            </a:r>
          </a:p>
          <a:p>
            <a:r>
              <a:rPr lang="en-US" sz="1800" b="0" i="0" dirty="0">
                <a:solidFill>
                  <a:srgbClr val="242021"/>
                </a:solidFill>
                <a:effectLst/>
                <a:latin typeface="NewCaledoniaLTStd"/>
              </a:rPr>
              <a:t>SQL queries are used to perform actions such as adding or deleting table rows or changing attribute values within tables</a:t>
            </a:r>
            <a:r>
              <a:rPr lang="en-US" sz="1800" dirty="0">
                <a:solidFill>
                  <a:srgbClr val="242021"/>
                </a:solidFill>
              </a:rPr>
              <a:t>.</a:t>
            </a:r>
          </a:p>
          <a:p>
            <a:r>
              <a:rPr lang="en-US" sz="1800" b="0" i="0" dirty="0">
                <a:solidFill>
                  <a:srgbClr val="242021"/>
                </a:solidFill>
                <a:effectLst/>
                <a:latin typeface="NewCaledoniaLTStd"/>
              </a:rPr>
              <a:t>Data retrieval is done in SQL using a SELECT query.</a:t>
            </a:r>
          </a:p>
          <a:p>
            <a:pPr lvl="1"/>
            <a:r>
              <a:rPr lang="en-US" sz="1800" b="0" i="0" dirty="0">
                <a:solidFill>
                  <a:srgbClr val="242021"/>
                </a:solidFill>
                <a:effectLst/>
                <a:latin typeface="NewCaledoniaLTStd"/>
              </a:rPr>
              <a:t>RDBMS returns a set of one or more rows that have the same characteristics as a relational table</a:t>
            </a:r>
          </a:p>
          <a:p>
            <a:pPr lvl="1"/>
            <a:r>
              <a:rPr lang="en-US" sz="1800" b="0" i="1" dirty="0">
                <a:solidFill>
                  <a:srgbClr val="242021"/>
                </a:solidFill>
                <a:effectLst/>
                <a:latin typeface="NewCaledoniaLTStd-It"/>
              </a:rPr>
              <a:t>set-oriented </a:t>
            </a:r>
            <a:r>
              <a:rPr lang="en-US" sz="1800" b="0" i="0" dirty="0">
                <a:solidFill>
                  <a:srgbClr val="242021"/>
                </a:solidFill>
                <a:effectLst/>
                <a:latin typeface="NewCaledoniaLTStd"/>
              </a:rPr>
              <a:t>commands</a:t>
            </a:r>
            <a:r>
              <a:rPr lang="en-US" sz="1600" dirty="0"/>
              <a:t> </a:t>
            </a:r>
            <a:br>
              <a:rPr lang="en-US" sz="1600" dirty="0"/>
            </a:br>
            <a:endParaRPr lang="en-US" sz="1500" b="0" i="0" dirty="0">
              <a:solidFill>
                <a:srgbClr val="242021"/>
              </a:solidFill>
              <a:effectLst/>
              <a:latin typeface="NewCaledoniaLTStd"/>
            </a:endParaRPr>
          </a:p>
          <a:p>
            <a:br>
              <a:rPr lang="en-US" dirty="0"/>
            </a:br>
            <a:br>
              <a:rPr lang="en-US" dirty="0"/>
            </a:br>
            <a:br>
              <a:rPr lang="en-US" dirty="0"/>
            </a:br>
            <a:br>
              <a:rPr lang="en-US" dirty="0"/>
            </a:br>
            <a:endParaRPr lang="en-US" dirty="0"/>
          </a:p>
        </p:txBody>
      </p:sp>
      <p:sp>
        <p:nvSpPr>
          <p:cNvPr id="4" name="Slide Number Placeholder 3">
            <a:extLst>
              <a:ext uri="{FF2B5EF4-FFF2-40B4-BE49-F238E27FC236}">
                <a16:creationId xmlns:a16="http://schemas.microsoft.com/office/drawing/2014/main" id="{F9099B01-C61F-FCC6-F9B5-3A93E9D538A9}"/>
              </a:ext>
            </a:extLst>
          </p:cNvPr>
          <p:cNvSpPr>
            <a:spLocks noGrp="1"/>
          </p:cNvSpPr>
          <p:nvPr>
            <p:ph type="sldNum" sz="quarter" idx="10"/>
          </p:nvPr>
        </p:nvSpPr>
        <p:spPr/>
        <p:txBody>
          <a:bodyPr/>
          <a:lstStyle/>
          <a:p>
            <a:pPr>
              <a:defRPr/>
            </a:pPr>
            <a:fld id="{34A84676-C444-4AC5-8B4E-405A7C81C0FB}" type="slidenum">
              <a:rPr lang="en-US" altLang="en-US" smtClean="0"/>
              <a:pPr>
                <a:defRPr/>
              </a:pPr>
              <a:t>11</a:t>
            </a:fld>
            <a:endParaRPr lang="en-US" altLang="en-US"/>
          </a:p>
        </p:txBody>
      </p:sp>
      <p:sp>
        <p:nvSpPr>
          <p:cNvPr id="5" name="Footer Placeholder 4">
            <a:extLst>
              <a:ext uri="{FF2B5EF4-FFF2-40B4-BE49-F238E27FC236}">
                <a16:creationId xmlns:a16="http://schemas.microsoft.com/office/drawing/2014/main" id="{8666E1B9-84A0-7DE4-9E0F-708C3B90B89D}"/>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E7D46E17-8660-E5B1-226F-0012872A8F27}"/>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13326454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621F0-33E7-2000-9F1A-89BF3FCF3D84}"/>
              </a:ext>
            </a:extLst>
          </p:cNvPr>
          <p:cNvSpPr>
            <a:spLocks noGrp="1"/>
          </p:cNvSpPr>
          <p:nvPr>
            <p:ph type="title"/>
          </p:nvPr>
        </p:nvSpPr>
        <p:spPr/>
        <p:txBody>
          <a:bodyPr/>
          <a:lstStyle/>
          <a:p>
            <a:r>
              <a:rPr lang="en-US" dirty="0"/>
              <a:t>7-1c The Database Model</a:t>
            </a:r>
          </a:p>
        </p:txBody>
      </p:sp>
      <p:sp>
        <p:nvSpPr>
          <p:cNvPr id="3" name="Content Placeholder 2">
            <a:extLst>
              <a:ext uri="{FF2B5EF4-FFF2-40B4-BE49-F238E27FC236}">
                <a16:creationId xmlns:a16="http://schemas.microsoft.com/office/drawing/2014/main" id="{983E7CD8-D872-E460-5BBF-2E0C4F2335A4}"/>
              </a:ext>
            </a:extLst>
          </p:cNvPr>
          <p:cNvSpPr>
            <a:spLocks noGrp="1"/>
          </p:cNvSpPr>
          <p:nvPr>
            <p:ph idx="1"/>
          </p:nvPr>
        </p:nvSpPr>
        <p:spPr/>
        <p:txBody>
          <a:bodyPr/>
          <a:lstStyle/>
          <a:p>
            <a:r>
              <a:rPr lang="en-US" sz="1800" b="0" i="0" dirty="0">
                <a:solidFill>
                  <a:srgbClr val="242021"/>
                </a:solidFill>
                <a:effectLst/>
                <a:latin typeface="NewCaledoniaLTStd"/>
              </a:rPr>
              <a:t>CUSTOMER, INVOICE, LINE, PRODUCT, and VENDOR</a:t>
            </a:r>
            <a:r>
              <a:rPr lang="en-US" dirty="0"/>
              <a:t> </a:t>
            </a:r>
          </a:p>
          <a:p>
            <a:r>
              <a:rPr lang="en-US" sz="1800" b="0" i="0" dirty="0">
                <a:solidFill>
                  <a:srgbClr val="242021"/>
                </a:solidFill>
                <a:effectLst/>
                <a:latin typeface="NewCaledoniaLTStd"/>
              </a:rPr>
              <a:t>A customer may generate many invoices. Each invoice is generated by one customer.</a:t>
            </a:r>
            <a:endParaRPr lang="en-US" sz="1800" dirty="0">
              <a:solidFill>
                <a:srgbClr val="242021"/>
              </a:solidFill>
            </a:endParaRPr>
          </a:p>
          <a:p>
            <a:r>
              <a:rPr lang="en-US" sz="1800" b="0" i="0" dirty="0">
                <a:solidFill>
                  <a:srgbClr val="242021"/>
                </a:solidFill>
                <a:effectLst/>
                <a:latin typeface="NewCaledoniaLTStd"/>
              </a:rPr>
              <a:t>An invoice contains one or more invoice lines. Each invoice line is associated with one invoice.</a:t>
            </a:r>
            <a:endParaRPr lang="en-US" sz="1800" dirty="0">
              <a:solidFill>
                <a:srgbClr val="242021"/>
              </a:solidFill>
            </a:endParaRPr>
          </a:p>
          <a:p>
            <a:r>
              <a:rPr lang="en-US" sz="1800" b="0" i="0" dirty="0">
                <a:solidFill>
                  <a:srgbClr val="242021"/>
                </a:solidFill>
                <a:effectLst/>
                <a:latin typeface="NewCaledoniaLTStd"/>
              </a:rPr>
              <a:t>Each invoice line references one product. A product may be found in many invoice lines. (You can sell more than one hammer to more than one customer.)</a:t>
            </a:r>
            <a:r>
              <a:rPr lang="en-US" dirty="0"/>
              <a:t> </a:t>
            </a:r>
          </a:p>
          <a:p>
            <a:r>
              <a:rPr lang="en-US" sz="1800" b="0" i="0" dirty="0">
                <a:solidFill>
                  <a:srgbClr val="242021"/>
                </a:solidFill>
                <a:effectLst/>
                <a:latin typeface="NewCaledoniaLTStd"/>
              </a:rPr>
              <a:t>A vendor may supply many products. Some vendors do not yet supply products. For example, a vendor list may include potential vendors.</a:t>
            </a:r>
          </a:p>
          <a:p>
            <a:r>
              <a:rPr lang="en-US" sz="1800" b="0" i="0" dirty="0">
                <a:solidFill>
                  <a:srgbClr val="242021"/>
                </a:solidFill>
                <a:effectLst/>
                <a:latin typeface="NewCaledoniaLTStd"/>
              </a:rPr>
              <a:t>If a product is vendor-supplied, it is supplied by only a single vendor.</a:t>
            </a:r>
            <a:r>
              <a:rPr lang="en-US" dirty="0"/>
              <a:t> </a:t>
            </a:r>
          </a:p>
          <a:p>
            <a:r>
              <a:rPr lang="en-US" sz="1800" b="0" i="0" dirty="0">
                <a:solidFill>
                  <a:srgbClr val="242021"/>
                </a:solidFill>
                <a:effectLst/>
                <a:latin typeface="NewCaledoniaLTStd"/>
              </a:rPr>
              <a:t>Some products are not supplied by a vendor. For example, some products may be produced</a:t>
            </a:r>
            <a:br>
              <a:rPr lang="en-US" sz="1800" b="0" i="0" dirty="0">
                <a:solidFill>
                  <a:srgbClr val="242021"/>
                </a:solidFill>
                <a:effectLst/>
                <a:latin typeface="NewCaledoniaLTStd"/>
              </a:rPr>
            </a:br>
            <a:r>
              <a:rPr lang="en-US" sz="1800" b="0" i="0" dirty="0">
                <a:solidFill>
                  <a:srgbClr val="242021"/>
                </a:solidFill>
                <a:effectLst/>
                <a:latin typeface="NewCaledoniaLTStd"/>
              </a:rPr>
              <a:t>in-house or bought on the open market.</a:t>
            </a:r>
            <a:r>
              <a:rPr lang="en-US" dirty="0"/>
              <a:t> </a:t>
            </a:r>
            <a:br>
              <a:rPr lang="en-US" dirty="0"/>
            </a:br>
            <a:br>
              <a:rPr lang="en-US" dirty="0"/>
            </a:br>
            <a:br>
              <a:rPr lang="en-US" dirty="0"/>
            </a:br>
            <a:br>
              <a:rPr lang="en-US" dirty="0"/>
            </a:br>
            <a:br>
              <a:rPr lang="en-US" dirty="0"/>
            </a:br>
            <a:endParaRPr lang="en-US" dirty="0"/>
          </a:p>
        </p:txBody>
      </p:sp>
      <p:sp>
        <p:nvSpPr>
          <p:cNvPr id="4" name="Slide Number Placeholder 3">
            <a:extLst>
              <a:ext uri="{FF2B5EF4-FFF2-40B4-BE49-F238E27FC236}">
                <a16:creationId xmlns:a16="http://schemas.microsoft.com/office/drawing/2014/main" id="{178246F0-FB9E-2956-8F08-00451DB0F2A1}"/>
              </a:ext>
            </a:extLst>
          </p:cNvPr>
          <p:cNvSpPr>
            <a:spLocks noGrp="1"/>
          </p:cNvSpPr>
          <p:nvPr>
            <p:ph type="sldNum" sz="quarter" idx="10"/>
          </p:nvPr>
        </p:nvSpPr>
        <p:spPr/>
        <p:txBody>
          <a:bodyPr/>
          <a:lstStyle/>
          <a:p>
            <a:pPr>
              <a:defRPr/>
            </a:pPr>
            <a:fld id="{34A84676-C444-4AC5-8B4E-405A7C81C0FB}" type="slidenum">
              <a:rPr lang="en-US" altLang="en-US" smtClean="0"/>
              <a:pPr>
                <a:defRPr/>
              </a:pPr>
              <a:t>12</a:t>
            </a:fld>
            <a:endParaRPr lang="en-US" altLang="en-US"/>
          </a:p>
        </p:txBody>
      </p:sp>
      <p:sp>
        <p:nvSpPr>
          <p:cNvPr id="5" name="Footer Placeholder 4">
            <a:extLst>
              <a:ext uri="{FF2B5EF4-FFF2-40B4-BE49-F238E27FC236}">
                <a16:creationId xmlns:a16="http://schemas.microsoft.com/office/drawing/2014/main" id="{83837DB9-D983-B634-2365-27B70217D02B}"/>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6492CC8C-012A-D6B5-3A0B-20A848448078}"/>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36889871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949AE3-2237-3ADC-651E-EBBB39939E80}"/>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4D59B63B-29CD-D6C5-3760-ABCE4822F3CE}"/>
              </a:ext>
            </a:extLst>
          </p:cNvPr>
          <p:cNvSpPr>
            <a:spLocks noGrp="1"/>
          </p:cNvSpPr>
          <p:nvPr>
            <p:ph type="sldNum" sz="quarter" idx="11"/>
          </p:nvPr>
        </p:nvSpPr>
        <p:spPr/>
        <p:txBody>
          <a:bodyPr/>
          <a:lstStyle/>
          <a:p>
            <a:pPr>
              <a:defRPr/>
            </a:pPr>
            <a:fld id="{D1AD3536-327C-4937-83AF-A64971CFA6D9}" type="slidenum">
              <a:rPr lang="en-US" smtClean="0"/>
              <a:pPr>
                <a:defRPr/>
              </a:pPr>
              <a:t>13</a:t>
            </a:fld>
            <a:endParaRPr lang="en-US"/>
          </a:p>
        </p:txBody>
      </p:sp>
      <p:sp>
        <p:nvSpPr>
          <p:cNvPr id="4" name="Footer Placeholder 3">
            <a:extLst>
              <a:ext uri="{FF2B5EF4-FFF2-40B4-BE49-F238E27FC236}">
                <a16:creationId xmlns:a16="http://schemas.microsoft.com/office/drawing/2014/main" id="{CE8422EA-D4B2-A61F-811B-597471A1D510}"/>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E0B3BA3C-9129-CE09-2BCC-9D650FFDCDBC}"/>
              </a:ext>
            </a:extLst>
          </p:cNvPr>
          <p:cNvPicPr>
            <a:picLocks noChangeAspect="1"/>
          </p:cNvPicPr>
          <p:nvPr/>
        </p:nvPicPr>
        <p:blipFill>
          <a:blip r:embed="rId2"/>
          <a:stretch>
            <a:fillRect/>
          </a:stretch>
        </p:blipFill>
        <p:spPr>
          <a:xfrm>
            <a:off x="140996" y="0"/>
            <a:ext cx="11910007" cy="6858000"/>
          </a:xfrm>
          <a:prstGeom prst="rect">
            <a:avLst/>
          </a:prstGeom>
        </p:spPr>
      </p:pic>
    </p:spTree>
    <p:extLst>
      <p:ext uri="{BB962C8B-B14F-4D97-AF65-F5344CB8AC3E}">
        <p14:creationId xmlns:p14="http://schemas.microsoft.com/office/powerpoint/2010/main" val="22296875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28BFF-E6FE-FC51-BA47-E2C252522D03}"/>
              </a:ext>
            </a:extLst>
          </p:cNvPr>
          <p:cNvSpPr>
            <a:spLocks noGrp="1"/>
          </p:cNvSpPr>
          <p:nvPr>
            <p:ph type="title"/>
          </p:nvPr>
        </p:nvSpPr>
        <p:spPr/>
        <p:txBody>
          <a:bodyPr/>
          <a:lstStyle/>
          <a:p>
            <a:r>
              <a:rPr lang="en-US" dirty="0"/>
              <a:t>7-2 Basic SELECT Queries</a:t>
            </a:r>
          </a:p>
        </p:txBody>
      </p:sp>
      <p:sp>
        <p:nvSpPr>
          <p:cNvPr id="3" name="Date Placeholder 2">
            <a:extLst>
              <a:ext uri="{FF2B5EF4-FFF2-40B4-BE49-F238E27FC236}">
                <a16:creationId xmlns:a16="http://schemas.microsoft.com/office/drawing/2014/main" id="{F6D8F76A-4F63-5C5C-F8F8-865BEA67234A}"/>
              </a:ext>
            </a:extLst>
          </p:cNvPr>
          <p:cNvSpPr>
            <a:spLocks noGrp="1"/>
          </p:cNvSpPr>
          <p:nvPr>
            <p:ph type="dt" sz="half" idx="10"/>
          </p:nvPr>
        </p:nvSpPr>
        <p:spPr/>
        <p:txBody>
          <a:bodyPr/>
          <a:lstStyle/>
          <a:p>
            <a:pPr>
              <a:defRPr/>
            </a:pPr>
            <a:fld id="{7F53EECD-5EF2-4F97-996E-6CBAC1BF3011}" type="datetime1">
              <a:rPr lang="en-US" smtClean="0"/>
              <a:pPr>
                <a:defRPr/>
              </a:pPr>
              <a:t>12/19/2024</a:t>
            </a:fld>
            <a:endParaRPr lang="en-US"/>
          </a:p>
        </p:txBody>
      </p:sp>
      <p:sp>
        <p:nvSpPr>
          <p:cNvPr id="4" name="Slide Number Placeholder 3">
            <a:extLst>
              <a:ext uri="{FF2B5EF4-FFF2-40B4-BE49-F238E27FC236}">
                <a16:creationId xmlns:a16="http://schemas.microsoft.com/office/drawing/2014/main" id="{1F7AFAC9-8CAE-02BB-C245-021357A06158}"/>
              </a:ext>
            </a:extLst>
          </p:cNvPr>
          <p:cNvSpPr>
            <a:spLocks noGrp="1"/>
          </p:cNvSpPr>
          <p:nvPr>
            <p:ph type="sldNum" sz="quarter" idx="11"/>
          </p:nvPr>
        </p:nvSpPr>
        <p:spPr/>
        <p:txBody>
          <a:bodyPr/>
          <a:lstStyle/>
          <a:p>
            <a:pPr>
              <a:defRPr/>
            </a:pPr>
            <a:fld id="{F9126DDB-45DE-4D72-94FB-1E2D565E80AF}" type="slidenum">
              <a:rPr lang="en-US" smtClean="0"/>
              <a:pPr>
                <a:defRPr/>
              </a:pPr>
              <a:t>14</a:t>
            </a:fld>
            <a:endParaRPr lang="en-US"/>
          </a:p>
        </p:txBody>
      </p:sp>
      <p:sp>
        <p:nvSpPr>
          <p:cNvPr id="5" name="Footer Placeholder 4">
            <a:extLst>
              <a:ext uri="{FF2B5EF4-FFF2-40B4-BE49-F238E27FC236}">
                <a16:creationId xmlns:a16="http://schemas.microsoft.com/office/drawing/2014/main" id="{FC423C63-8721-63B1-6FC4-52EA2941E844}"/>
              </a:ext>
            </a:extLst>
          </p:cNvPr>
          <p:cNvSpPr>
            <a:spLocks noGrp="1"/>
          </p:cNvSpPr>
          <p:nvPr>
            <p:ph type="ftr" sz="quarter" idx="12"/>
          </p:nvPr>
        </p:nvSpPr>
        <p:spPr/>
        <p:txBody>
          <a:bodyPr/>
          <a:lstStyle/>
          <a:p>
            <a:pPr>
              <a:defRPr/>
            </a:pPr>
            <a:r>
              <a:rPr lang="en-US"/>
              <a:t>Database System Design, Implementation And Management </a:t>
            </a:r>
          </a:p>
        </p:txBody>
      </p:sp>
    </p:spTree>
    <p:extLst>
      <p:ext uri="{BB962C8B-B14F-4D97-AF65-F5344CB8AC3E}">
        <p14:creationId xmlns:p14="http://schemas.microsoft.com/office/powerpoint/2010/main" val="22782008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F7E1A7-89CE-3347-6876-6EC03541231C}"/>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93FB46F8-1D74-3984-7D84-B0E2F38BDD6E}"/>
              </a:ext>
            </a:extLst>
          </p:cNvPr>
          <p:cNvSpPr>
            <a:spLocks noGrp="1"/>
          </p:cNvSpPr>
          <p:nvPr>
            <p:ph type="sldNum" sz="quarter" idx="11"/>
          </p:nvPr>
        </p:nvSpPr>
        <p:spPr/>
        <p:txBody>
          <a:bodyPr/>
          <a:lstStyle/>
          <a:p>
            <a:pPr>
              <a:defRPr/>
            </a:pPr>
            <a:fld id="{D1AD3536-327C-4937-83AF-A64971CFA6D9}" type="slidenum">
              <a:rPr lang="en-US" smtClean="0"/>
              <a:pPr>
                <a:defRPr/>
              </a:pPr>
              <a:t>15</a:t>
            </a:fld>
            <a:endParaRPr lang="en-US"/>
          </a:p>
        </p:txBody>
      </p:sp>
      <p:sp>
        <p:nvSpPr>
          <p:cNvPr id="4" name="Footer Placeholder 3">
            <a:extLst>
              <a:ext uri="{FF2B5EF4-FFF2-40B4-BE49-F238E27FC236}">
                <a16:creationId xmlns:a16="http://schemas.microsoft.com/office/drawing/2014/main" id="{378E8372-06FE-B348-6DF1-898384C55F41}"/>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17594364-29C0-1D54-D794-6C77D404D0AE}"/>
              </a:ext>
            </a:extLst>
          </p:cNvPr>
          <p:cNvPicPr>
            <a:picLocks noChangeAspect="1"/>
          </p:cNvPicPr>
          <p:nvPr/>
        </p:nvPicPr>
        <p:blipFill>
          <a:blip r:embed="rId2"/>
          <a:stretch>
            <a:fillRect/>
          </a:stretch>
        </p:blipFill>
        <p:spPr>
          <a:xfrm>
            <a:off x="538162" y="1624012"/>
            <a:ext cx="11115675" cy="3609975"/>
          </a:xfrm>
          <a:prstGeom prst="rect">
            <a:avLst/>
          </a:prstGeom>
        </p:spPr>
      </p:pic>
    </p:spTree>
    <p:extLst>
      <p:ext uri="{BB962C8B-B14F-4D97-AF65-F5344CB8AC3E}">
        <p14:creationId xmlns:p14="http://schemas.microsoft.com/office/powerpoint/2010/main" val="2239449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5AFEB-81B2-2D9C-D1B5-606EA995DB75}"/>
              </a:ext>
            </a:extLst>
          </p:cNvPr>
          <p:cNvSpPr>
            <a:spLocks noGrp="1"/>
          </p:cNvSpPr>
          <p:nvPr>
            <p:ph type="title"/>
          </p:nvPr>
        </p:nvSpPr>
        <p:spPr/>
        <p:txBody>
          <a:bodyPr/>
          <a:lstStyle/>
          <a:p>
            <a:r>
              <a:rPr lang="en-US" dirty="0"/>
              <a:t>7-3 SELECT Statement Options</a:t>
            </a:r>
          </a:p>
        </p:txBody>
      </p:sp>
      <p:sp>
        <p:nvSpPr>
          <p:cNvPr id="3" name="Date Placeholder 2">
            <a:extLst>
              <a:ext uri="{FF2B5EF4-FFF2-40B4-BE49-F238E27FC236}">
                <a16:creationId xmlns:a16="http://schemas.microsoft.com/office/drawing/2014/main" id="{7783B9FD-C56A-7975-70E6-130F1826DD42}"/>
              </a:ext>
            </a:extLst>
          </p:cNvPr>
          <p:cNvSpPr>
            <a:spLocks noGrp="1"/>
          </p:cNvSpPr>
          <p:nvPr>
            <p:ph type="dt" sz="half" idx="10"/>
          </p:nvPr>
        </p:nvSpPr>
        <p:spPr/>
        <p:txBody>
          <a:bodyPr/>
          <a:lstStyle/>
          <a:p>
            <a:pPr>
              <a:defRPr/>
            </a:pPr>
            <a:fld id="{7F53EECD-5EF2-4F97-996E-6CBAC1BF3011}" type="datetime1">
              <a:rPr lang="en-US" smtClean="0"/>
              <a:pPr>
                <a:defRPr/>
              </a:pPr>
              <a:t>12/19/2024</a:t>
            </a:fld>
            <a:endParaRPr lang="en-US"/>
          </a:p>
        </p:txBody>
      </p:sp>
      <p:sp>
        <p:nvSpPr>
          <p:cNvPr id="4" name="Slide Number Placeholder 3">
            <a:extLst>
              <a:ext uri="{FF2B5EF4-FFF2-40B4-BE49-F238E27FC236}">
                <a16:creationId xmlns:a16="http://schemas.microsoft.com/office/drawing/2014/main" id="{0B3CA4C3-3CBB-684D-B284-7C91D046A75A}"/>
              </a:ext>
            </a:extLst>
          </p:cNvPr>
          <p:cNvSpPr>
            <a:spLocks noGrp="1"/>
          </p:cNvSpPr>
          <p:nvPr>
            <p:ph type="sldNum" sz="quarter" idx="11"/>
          </p:nvPr>
        </p:nvSpPr>
        <p:spPr/>
        <p:txBody>
          <a:bodyPr/>
          <a:lstStyle/>
          <a:p>
            <a:pPr>
              <a:defRPr/>
            </a:pPr>
            <a:fld id="{F9126DDB-45DE-4D72-94FB-1E2D565E80AF}" type="slidenum">
              <a:rPr lang="en-US" smtClean="0"/>
              <a:pPr>
                <a:defRPr/>
              </a:pPr>
              <a:t>16</a:t>
            </a:fld>
            <a:endParaRPr lang="en-US"/>
          </a:p>
        </p:txBody>
      </p:sp>
      <p:sp>
        <p:nvSpPr>
          <p:cNvPr id="5" name="Footer Placeholder 4">
            <a:extLst>
              <a:ext uri="{FF2B5EF4-FFF2-40B4-BE49-F238E27FC236}">
                <a16:creationId xmlns:a16="http://schemas.microsoft.com/office/drawing/2014/main" id="{8FE2698A-5901-83A7-58D8-2F92748F9500}"/>
              </a:ext>
            </a:extLst>
          </p:cNvPr>
          <p:cNvSpPr>
            <a:spLocks noGrp="1"/>
          </p:cNvSpPr>
          <p:nvPr>
            <p:ph type="ftr" sz="quarter" idx="12"/>
          </p:nvPr>
        </p:nvSpPr>
        <p:spPr/>
        <p:txBody>
          <a:bodyPr/>
          <a:lstStyle/>
          <a:p>
            <a:pPr>
              <a:defRPr/>
            </a:pPr>
            <a:r>
              <a:rPr lang="en-US"/>
              <a:t>Database System Design, Implementation And Management </a:t>
            </a:r>
          </a:p>
        </p:txBody>
      </p:sp>
    </p:spTree>
    <p:extLst>
      <p:ext uri="{BB962C8B-B14F-4D97-AF65-F5344CB8AC3E}">
        <p14:creationId xmlns:p14="http://schemas.microsoft.com/office/powerpoint/2010/main" val="13035512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A120E-B790-EC69-01C8-25C6C22C3EB1}"/>
              </a:ext>
            </a:extLst>
          </p:cNvPr>
          <p:cNvSpPr>
            <a:spLocks noGrp="1"/>
          </p:cNvSpPr>
          <p:nvPr>
            <p:ph type="title"/>
          </p:nvPr>
        </p:nvSpPr>
        <p:spPr/>
        <p:txBody>
          <a:bodyPr/>
          <a:lstStyle/>
          <a:p>
            <a:r>
              <a:rPr lang="en-US" dirty="0"/>
              <a:t>7-3 SELECT Statement Options</a:t>
            </a:r>
          </a:p>
        </p:txBody>
      </p:sp>
      <p:sp>
        <p:nvSpPr>
          <p:cNvPr id="3" name="Content Placeholder 2">
            <a:extLst>
              <a:ext uri="{FF2B5EF4-FFF2-40B4-BE49-F238E27FC236}">
                <a16:creationId xmlns:a16="http://schemas.microsoft.com/office/drawing/2014/main" id="{53F73116-5974-3107-D298-86EC82DC632D}"/>
              </a:ext>
            </a:extLst>
          </p:cNvPr>
          <p:cNvSpPr>
            <a:spLocks noGrp="1"/>
          </p:cNvSpPr>
          <p:nvPr>
            <p:ph idx="1"/>
          </p:nvPr>
        </p:nvSpPr>
        <p:spPr>
          <a:xfrm>
            <a:off x="838200" y="1825625"/>
            <a:ext cx="7543800" cy="4351338"/>
          </a:xfrm>
        </p:spPr>
        <p:txBody>
          <a:bodyPr/>
          <a:lstStyle/>
          <a:p>
            <a:r>
              <a:rPr lang="en-US" sz="1800" b="0" i="0" dirty="0">
                <a:solidFill>
                  <a:srgbClr val="242021"/>
                </a:solidFill>
                <a:effectLst/>
                <a:latin typeface="NewCaledoniaLTStd"/>
              </a:rPr>
              <a:t>The SELECT query specifies the columns to be retrieved as a column list.</a:t>
            </a:r>
            <a:r>
              <a:rPr lang="en-US" dirty="0"/>
              <a:t> </a:t>
            </a:r>
          </a:p>
          <a:p>
            <a:r>
              <a:rPr lang="en-US" sz="1800" b="0" i="0" dirty="0">
                <a:solidFill>
                  <a:srgbClr val="242021"/>
                </a:solidFill>
                <a:effectLst/>
                <a:latin typeface="NewCaledoniaLTStd"/>
              </a:rPr>
              <a:t>The syntax for a basic SELECT query that retrieves data from a table is:</a:t>
            </a:r>
            <a:br>
              <a:rPr lang="en-US" sz="1800" b="0" i="0" dirty="0">
                <a:solidFill>
                  <a:srgbClr val="242021"/>
                </a:solidFill>
                <a:effectLst/>
                <a:latin typeface="NewCaledoniaLTStd"/>
              </a:rPr>
            </a:br>
            <a:r>
              <a:rPr lang="en-US" sz="1800" b="0" i="0" dirty="0">
                <a:solidFill>
                  <a:srgbClr val="242021"/>
                </a:solidFill>
                <a:effectLst/>
                <a:latin typeface="NewCaledoniaLTStd"/>
              </a:rPr>
              <a:t>SELECT </a:t>
            </a:r>
            <a:r>
              <a:rPr lang="en-US" sz="1800" b="0" i="1" dirty="0" err="1">
                <a:solidFill>
                  <a:srgbClr val="242021"/>
                </a:solidFill>
                <a:effectLst/>
                <a:latin typeface="NewCaledoniaLTStd-It"/>
              </a:rPr>
              <a:t>columnlist</a:t>
            </a:r>
            <a:br>
              <a:rPr lang="en-US" sz="1800" b="0" i="1" dirty="0">
                <a:solidFill>
                  <a:srgbClr val="242021"/>
                </a:solidFill>
                <a:effectLst/>
                <a:latin typeface="NewCaledoniaLTStd-It"/>
              </a:rPr>
            </a:br>
            <a:r>
              <a:rPr lang="en-US" sz="1800" b="0" i="0" dirty="0">
                <a:solidFill>
                  <a:srgbClr val="242021"/>
                </a:solidFill>
                <a:effectLst/>
                <a:latin typeface="NewCaledoniaLTStd"/>
              </a:rPr>
              <a:t>FROM </a:t>
            </a:r>
            <a:r>
              <a:rPr lang="en-US" sz="1800" b="0" i="1" dirty="0" err="1">
                <a:solidFill>
                  <a:srgbClr val="242021"/>
                </a:solidFill>
                <a:effectLst/>
                <a:latin typeface="NewCaledoniaLTStd-It"/>
              </a:rPr>
              <a:t>tablelist</a:t>
            </a:r>
            <a:r>
              <a:rPr lang="en-US" sz="1800" b="0" i="0" dirty="0">
                <a:solidFill>
                  <a:srgbClr val="242021"/>
                </a:solidFill>
                <a:effectLst/>
                <a:latin typeface="NewCaledoniaLTStd"/>
              </a:rPr>
              <a:t>;</a:t>
            </a:r>
            <a:r>
              <a:rPr lang="en-US" dirty="0"/>
              <a:t> </a:t>
            </a:r>
          </a:p>
          <a:p>
            <a:r>
              <a:rPr lang="en-US" sz="1800" b="0" i="0" dirty="0">
                <a:solidFill>
                  <a:srgbClr val="242021"/>
                </a:solidFill>
                <a:effectLst/>
                <a:latin typeface="NewCaledoniaLTStd"/>
              </a:rPr>
              <a:t>The </a:t>
            </a:r>
            <a:r>
              <a:rPr lang="en-US" sz="1800" b="0" i="1" dirty="0" err="1">
                <a:solidFill>
                  <a:srgbClr val="242021"/>
                </a:solidFill>
                <a:effectLst/>
                <a:latin typeface="NewCaledoniaLTStd-It"/>
              </a:rPr>
              <a:t>columnlist</a:t>
            </a:r>
            <a:r>
              <a:rPr lang="en-US" sz="1800" b="0" i="1" dirty="0">
                <a:solidFill>
                  <a:srgbClr val="242021"/>
                </a:solidFill>
                <a:effectLst/>
                <a:latin typeface="NewCaledoniaLTStd-It"/>
              </a:rPr>
              <a:t> </a:t>
            </a:r>
            <a:r>
              <a:rPr lang="en-US" sz="1800" b="0" i="0" dirty="0">
                <a:solidFill>
                  <a:srgbClr val="242021"/>
                </a:solidFill>
                <a:effectLst/>
                <a:latin typeface="NewCaledoniaLTStd"/>
              </a:rPr>
              <a:t>represents one or more attributes, separated by commas.</a:t>
            </a:r>
            <a:r>
              <a:rPr lang="en-US" dirty="0"/>
              <a:t> </a:t>
            </a:r>
          </a:p>
          <a:p>
            <a:r>
              <a:rPr lang="en-US" sz="1800" b="0" i="0" dirty="0">
                <a:solidFill>
                  <a:srgbClr val="242021"/>
                </a:solidFill>
                <a:effectLst/>
                <a:latin typeface="NewCaledoniaLTStd"/>
              </a:rPr>
              <a:t>If the programmer wants all of the columns to be returned, then the asterisk (</a:t>
            </a:r>
            <a:r>
              <a:rPr lang="en-US" sz="1800" b="0" i="0" dirty="0">
                <a:solidFill>
                  <a:srgbClr val="242021"/>
                </a:solidFill>
                <a:effectLst/>
                <a:latin typeface="Courier"/>
              </a:rPr>
              <a:t>*</a:t>
            </a:r>
            <a:r>
              <a:rPr lang="en-US" sz="1800" b="0" i="0" dirty="0">
                <a:solidFill>
                  <a:srgbClr val="242021"/>
                </a:solidFill>
                <a:effectLst/>
                <a:latin typeface="NewCaledoniaLTStd"/>
              </a:rPr>
              <a:t>) wildcard can be used.</a:t>
            </a:r>
            <a:r>
              <a:rPr lang="en-US" dirty="0"/>
              <a:t> </a:t>
            </a:r>
            <a:br>
              <a:rPr lang="en-US" dirty="0"/>
            </a:br>
            <a:r>
              <a:rPr lang="en-US" sz="1800" b="0" i="0" dirty="0">
                <a:solidFill>
                  <a:srgbClr val="242021"/>
                </a:solidFill>
                <a:effectLst/>
                <a:latin typeface="NewCaledoniaLTStd"/>
              </a:rPr>
              <a:t>SELECT </a:t>
            </a:r>
            <a:r>
              <a:rPr lang="en-US" sz="1800" b="0" i="0" dirty="0">
                <a:solidFill>
                  <a:srgbClr val="242021"/>
                </a:solidFill>
                <a:effectLst/>
                <a:latin typeface="Courier"/>
              </a:rPr>
              <a:t>*</a:t>
            </a:r>
            <a:br>
              <a:rPr lang="en-US" sz="1800" b="0" i="0" dirty="0">
                <a:solidFill>
                  <a:srgbClr val="242021"/>
                </a:solidFill>
                <a:effectLst/>
                <a:latin typeface="Courier"/>
              </a:rPr>
            </a:br>
            <a:r>
              <a:rPr lang="en-US" sz="1800" b="0" i="0" dirty="0">
                <a:solidFill>
                  <a:srgbClr val="242021"/>
                </a:solidFill>
                <a:effectLst/>
                <a:latin typeface="NewCaledoniaLTStd"/>
              </a:rPr>
              <a:t>FROM PRODUCT;</a:t>
            </a:r>
            <a:r>
              <a:rPr lang="en-US" dirty="0"/>
              <a:t> </a:t>
            </a:r>
            <a:br>
              <a:rPr lang="en-US" dirty="0"/>
            </a:br>
            <a:br>
              <a:rPr lang="en-US" dirty="0"/>
            </a:br>
            <a:br>
              <a:rPr lang="en-US" dirty="0"/>
            </a:br>
            <a:br>
              <a:rPr lang="en-US" dirty="0"/>
            </a:br>
            <a:endParaRPr lang="en-US" dirty="0"/>
          </a:p>
        </p:txBody>
      </p:sp>
      <p:sp>
        <p:nvSpPr>
          <p:cNvPr id="4" name="Slide Number Placeholder 3">
            <a:extLst>
              <a:ext uri="{FF2B5EF4-FFF2-40B4-BE49-F238E27FC236}">
                <a16:creationId xmlns:a16="http://schemas.microsoft.com/office/drawing/2014/main" id="{B0F4F796-C852-8A7E-17B0-1B653CA921CD}"/>
              </a:ext>
            </a:extLst>
          </p:cNvPr>
          <p:cNvSpPr>
            <a:spLocks noGrp="1"/>
          </p:cNvSpPr>
          <p:nvPr>
            <p:ph type="sldNum" sz="quarter" idx="10"/>
          </p:nvPr>
        </p:nvSpPr>
        <p:spPr/>
        <p:txBody>
          <a:bodyPr/>
          <a:lstStyle/>
          <a:p>
            <a:pPr>
              <a:defRPr/>
            </a:pPr>
            <a:fld id="{34A84676-C444-4AC5-8B4E-405A7C81C0FB}" type="slidenum">
              <a:rPr lang="en-US" altLang="en-US" smtClean="0"/>
              <a:pPr>
                <a:defRPr/>
              </a:pPr>
              <a:t>17</a:t>
            </a:fld>
            <a:endParaRPr lang="en-US" altLang="en-US"/>
          </a:p>
        </p:txBody>
      </p:sp>
      <p:sp>
        <p:nvSpPr>
          <p:cNvPr id="5" name="Footer Placeholder 4">
            <a:extLst>
              <a:ext uri="{FF2B5EF4-FFF2-40B4-BE49-F238E27FC236}">
                <a16:creationId xmlns:a16="http://schemas.microsoft.com/office/drawing/2014/main" id="{5D0F3194-9824-48B0-D482-F8F33600E788}"/>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970F364A-7F57-FA59-F1D9-9822CB8CE75D}"/>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6180EF8B-965D-C373-61C6-1B091FFB4772}"/>
              </a:ext>
            </a:extLst>
          </p:cNvPr>
          <p:cNvPicPr>
            <a:picLocks noChangeAspect="1"/>
          </p:cNvPicPr>
          <p:nvPr/>
        </p:nvPicPr>
        <p:blipFill>
          <a:blip r:embed="rId2"/>
          <a:stretch>
            <a:fillRect/>
          </a:stretch>
        </p:blipFill>
        <p:spPr>
          <a:xfrm>
            <a:off x="8534400" y="2209800"/>
            <a:ext cx="3028950" cy="3038475"/>
          </a:xfrm>
          <a:prstGeom prst="rect">
            <a:avLst/>
          </a:prstGeom>
        </p:spPr>
      </p:pic>
    </p:spTree>
    <p:extLst>
      <p:ext uri="{BB962C8B-B14F-4D97-AF65-F5344CB8AC3E}">
        <p14:creationId xmlns:p14="http://schemas.microsoft.com/office/powerpoint/2010/main" val="19656693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7D9DB3-C3D9-41F5-D223-A50FC29EB07D}"/>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7AA8B40B-DFAE-0039-E4F3-19D1AE783550}"/>
              </a:ext>
            </a:extLst>
          </p:cNvPr>
          <p:cNvSpPr>
            <a:spLocks noGrp="1"/>
          </p:cNvSpPr>
          <p:nvPr>
            <p:ph type="sldNum" sz="quarter" idx="11"/>
          </p:nvPr>
        </p:nvSpPr>
        <p:spPr/>
        <p:txBody>
          <a:bodyPr/>
          <a:lstStyle/>
          <a:p>
            <a:pPr>
              <a:defRPr/>
            </a:pPr>
            <a:fld id="{D1AD3536-327C-4937-83AF-A64971CFA6D9}" type="slidenum">
              <a:rPr lang="en-US" smtClean="0"/>
              <a:pPr>
                <a:defRPr/>
              </a:pPr>
              <a:t>18</a:t>
            </a:fld>
            <a:endParaRPr lang="en-US"/>
          </a:p>
        </p:txBody>
      </p:sp>
      <p:sp>
        <p:nvSpPr>
          <p:cNvPr id="4" name="Footer Placeholder 3">
            <a:extLst>
              <a:ext uri="{FF2B5EF4-FFF2-40B4-BE49-F238E27FC236}">
                <a16:creationId xmlns:a16="http://schemas.microsoft.com/office/drawing/2014/main" id="{BCEE70A2-D9EF-9ACA-540A-66693C60BD21}"/>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38FB74A2-2EB2-80F1-566F-9E5CB3505306}"/>
              </a:ext>
            </a:extLst>
          </p:cNvPr>
          <p:cNvPicPr>
            <a:picLocks noChangeAspect="1"/>
          </p:cNvPicPr>
          <p:nvPr/>
        </p:nvPicPr>
        <p:blipFill>
          <a:blip r:embed="rId2"/>
          <a:stretch>
            <a:fillRect/>
          </a:stretch>
        </p:blipFill>
        <p:spPr>
          <a:xfrm>
            <a:off x="0" y="322189"/>
            <a:ext cx="12192000" cy="6213621"/>
          </a:xfrm>
          <a:prstGeom prst="rect">
            <a:avLst/>
          </a:prstGeom>
        </p:spPr>
      </p:pic>
      <p:pic>
        <p:nvPicPr>
          <p:cNvPr id="8" name="Picture 7">
            <a:extLst>
              <a:ext uri="{FF2B5EF4-FFF2-40B4-BE49-F238E27FC236}">
                <a16:creationId xmlns:a16="http://schemas.microsoft.com/office/drawing/2014/main" id="{7B59B86A-2B3F-6BD5-9341-48F1E3841B35}"/>
              </a:ext>
            </a:extLst>
          </p:cNvPr>
          <p:cNvPicPr>
            <a:picLocks noChangeAspect="1"/>
          </p:cNvPicPr>
          <p:nvPr/>
        </p:nvPicPr>
        <p:blipFill>
          <a:blip r:embed="rId3"/>
          <a:stretch>
            <a:fillRect/>
          </a:stretch>
        </p:blipFill>
        <p:spPr>
          <a:xfrm>
            <a:off x="8001000" y="5486400"/>
            <a:ext cx="3952875" cy="942975"/>
          </a:xfrm>
          <a:prstGeom prst="rect">
            <a:avLst/>
          </a:prstGeom>
        </p:spPr>
      </p:pic>
    </p:spTree>
    <p:extLst>
      <p:ext uri="{BB962C8B-B14F-4D97-AF65-F5344CB8AC3E}">
        <p14:creationId xmlns:p14="http://schemas.microsoft.com/office/powerpoint/2010/main" val="29827349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A8308D-5CD9-482A-5F22-79F3AE1FCF34}"/>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92174B56-866B-F429-19B1-A26763715711}"/>
              </a:ext>
            </a:extLst>
          </p:cNvPr>
          <p:cNvSpPr>
            <a:spLocks noGrp="1"/>
          </p:cNvSpPr>
          <p:nvPr>
            <p:ph type="sldNum" sz="quarter" idx="11"/>
          </p:nvPr>
        </p:nvSpPr>
        <p:spPr/>
        <p:txBody>
          <a:bodyPr/>
          <a:lstStyle/>
          <a:p>
            <a:pPr>
              <a:defRPr/>
            </a:pPr>
            <a:fld id="{D1AD3536-327C-4937-83AF-A64971CFA6D9}" type="slidenum">
              <a:rPr lang="en-US" smtClean="0"/>
              <a:pPr>
                <a:defRPr/>
              </a:pPr>
              <a:t>19</a:t>
            </a:fld>
            <a:endParaRPr lang="en-US"/>
          </a:p>
        </p:txBody>
      </p:sp>
      <p:sp>
        <p:nvSpPr>
          <p:cNvPr id="4" name="Footer Placeholder 3">
            <a:extLst>
              <a:ext uri="{FF2B5EF4-FFF2-40B4-BE49-F238E27FC236}">
                <a16:creationId xmlns:a16="http://schemas.microsoft.com/office/drawing/2014/main" id="{DB3B20DA-9263-B23D-FF8B-6A82CE0C01BE}"/>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6417C6F8-B1D7-5CAF-7DD2-BFAF89190A25}"/>
              </a:ext>
            </a:extLst>
          </p:cNvPr>
          <p:cNvPicPr>
            <a:picLocks noChangeAspect="1"/>
          </p:cNvPicPr>
          <p:nvPr/>
        </p:nvPicPr>
        <p:blipFill>
          <a:blip r:embed="rId2"/>
          <a:stretch>
            <a:fillRect/>
          </a:stretch>
        </p:blipFill>
        <p:spPr>
          <a:xfrm>
            <a:off x="948035" y="0"/>
            <a:ext cx="10295930" cy="6858000"/>
          </a:xfrm>
          <a:prstGeom prst="rect">
            <a:avLst/>
          </a:prstGeom>
        </p:spPr>
      </p:pic>
      <p:pic>
        <p:nvPicPr>
          <p:cNvPr id="8" name="Picture 7">
            <a:extLst>
              <a:ext uri="{FF2B5EF4-FFF2-40B4-BE49-F238E27FC236}">
                <a16:creationId xmlns:a16="http://schemas.microsoft.com/office/drawing/2014/main" id="{486CC41C-CC0D-7FFC-27AD-5603B3DA89F6}"/>
              </a:ext>
            </a:extLst>
          </p:cNvPr>
          <p:cNvPicPr>
            <a:picLocks noChangeAspect="1"/>
          </p:cNvPicPr>
          <p:nvPr/>
        </p:nvPicPr>
        <p:blipFill>
          <a:blip r:embed="rId3"/>
          <a:stretch>
            <a:fillRect/>
          </a:stretch>
        </p:blipFill>
        <p:spPr>
          <a:xfrm>
            <a:off x="4343400" y="5566569"/>
            <a:ext cx="7658100" cy="866775"/>
          </a:xfrm>
          <a:prstGeom prst="rect">
            <a:avLst/>
          </a:prstGeom>
        </p:spPr>
      </p:pic>
    </p:spTree>
    <p:extLst>
      <p:ext uri="{BB962C8B-B14F-4D97-AF65-F5344CB8AC3E}">
        <p14:creationId xmlns:p14="http://schemas.microsoft.com/office/powerpoint/2010/main" val="39940637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EECA5-0C43-E12A-DD36-DBF2EA2D3A35}"/>
              </a:ext>
            </a:extLst>
          </p:cNvPr>
          <p:cNvSpPr>
            <a:spLocks noGrp="1"/>
          </p:cNvSpPr>
          <p:nvPr>
            <p:ph type="title"/>
          </p:nvPr>
        </p:nvSpPr>
        <p:spPr/>
        <p:txBody>
          <a:bodyPr/>
          <a:lstStyle/>
          <a:p>
            <a:r>
              <a:rPr lang="en-US" dirty="0"/>
              <a:t>7-3a Using Column Aliases</a:t>
            </a:r>
          </a:p>
        </p:txBody>
      </p:sp>
      <p:sp>
        <p:nvSpPr>
          <p:cNvPr id="3" name="Content Placeholder 2">
            <a:extLst>
              <a:ext uri="{FF2B5EF4-FFF2-40B4-BE49-F238E27FC236}">
                <a16:creationId xmlns:a16="http://schemas.microsoft.com/office/drawing/2014/main" id="{65C9B251-A4B9-382C-A787-53B200212867}"/>
              </a:ext>
            </a:extLst>
          </p:cNvPr>
          <p:cNvSpPr>
            <a:spLocks noGrp="1"/>
          </p:cNvSpPr>
          <p:nvPr>
            <p:ph idx="1"/>
          </p:nvPr>
        </p:nvSpPr>
        <p:spPr/>
        <p:txBody>
          <a:bodyPr/>
          <a:lstStyle/>
          <a:p>
            <a:r>
              <a:rPr lang="en-US" sz="1800" b="1" i="0" dirty="0">
                <a:solidFill>
                  <a:srgbClr val="007DAF"/>
                </a:solidFill>
                <a:effectLst/>
                <a:latin typeface="MyriadPro-BoldSemiCn"/>
              </a:rPr>
              <a:t>Alias </a:t>
            </a:r>
            <a:r>
              <a:rPr lang="en-US" sz="1800" b="0" i="0" dirty="0">
                <a:solidFill>
                  <a:srgbClr val="242021"/>
                </a:solidFill>
                <a:effectLst/>
                <a:latin typeface="MyriadPro-SemiCn"/>
              </a:rPr>
              <a:t>An alternative name for a column or table in a SQL statement.</a:t>
            </a:r>
            <a:r>
              <a:rPr lang="en-US" dirty="0"/>
              <a:t> </a:t>
            </a:r>
          </a:p>
          <a:p>
            <a:r>
              <a:rPr lang="en-US" sz="1800" b="0" i="0" dirty="0">
                <a:solidFill>
                  <a:srgbClr val="242021"/>
                </a:solidFill>
                <a:effectLst/>
                <a:latin typeface="NewCaledoniaLTStd"/>
              </a:rPr>
              <a:t>Not all columns in a query must use an alias</a:t>
            </a:r>
          </a:p>
          <a:p>
            <a:r>
              <a:rPr lang="en-US" sz="1800" b="0" i="0" dirty="0">
                <a:solidFill>
                  <a:srgbClr val="242021"/>
                </a:solidFill>
                <a:effectLst/>
                <a:latin typeface="NewCaledoniaLTStd"/>
              </a:rPr>
              <a:t>AS is optional, but recommended</a:t>
            </a:r>
            <a:endParaRPr lang="en-US" sz="1800" dirty="0">
              <a:solidFill>
                <a:srgbClr val="242021"/>
              </a:solidFill>
            </a:endParaRPr>
          </a:p>
          <a:p>
            <a:r>
              <a:rPr lang="en-US" sz="1800" b="0" i="0" dirty="0">
                <a:solidFill>
                  <a:srgbClr val="242021"/>
                </a:solidFill>
                <a:effectLst/>
                <a:latin typeface="NewCaledoniaLTStd"/>
              </a:rPr>
              <a:t>Aliases that contain a space must be inside a delimiter (quotes)</a:t>
            </a:r>
            <a:r>
              <a:rPr lang="en-US" dirty="0"/>
              <a:t> </a:t>
            </a:r>
          </a:p>
          <a:p>
            <a:pPr marL="0" indent="0">
              <a:buNone/>
            </a:pPr>
            <a:br>
              <a:rPr lang="en-US" dirty="0"/>
            </a:br>
            <a:br>
              <a:rPr lang="en-US" dirty="0"/>
            </a:br>
            <a:endParaRPr lang="en-US" dirty="0"/>
          </a:p>
        </p:txBody>
      </p:sp>
      <p:sp>
        <p:nvSpPr>
          <p:cNvPr id="4" name="Slide Number Placeholder 3">
            <a:extLst>
              <a:ext uri="{FF2B5EF4-FFF2-40B4-BE49-F238E27FC236}">
                <a16:creationId xmlns:a16="http://schemas.microsoft.com/office/drawing/2014/main" id="{8A9BCF8C-3C77-3FAF-CD53-7EA980CC1D64}"/>
              </a:ext>
            </a:extLst>
          </p:cNvPr>
          <p:cNvSpPr>
            <a:spLocks noGrp="1"/>
          </p:cNvSpPr>
          <p:nvPr>
            <p:ph type="sldNum" sz="quarter" idx="10"/>
          </p:nvPr>
        </p:nvSpPr>
        <p:spPr/>
        <p:txBody>
          <a:bodyPr/>
          <a:lstStyle/>
          <a:p>
            <a:pPr>
              <a:defRPr/>
            </a:pPr>
            <a:fld id="{34A84676-C444-4AC5-8B4E-405A7C81C0FB}" type="slidenum">
              <a:rPr lang="en-US" altLang="en-US" smtClean="0"/>
              <a:pPr>
                <a:defRPr/>
              </a:pPr>
              <a:t>20</a:t>
            </a:fld>
            <a:endParaRPr lang="en-US" altLang="en-US"/>
          </a:p>
        </p:txBody>
      </p:sp>
      <p:sp>
        <p:nvSpPr>
          <p:cNvPr id="5" name="Footer Placeholder 4">
            <a:extLst>
              <a:ext uri="{FF2B5EF4-FFF2-40B4-BE49-F238E27FC236}">
                <a16:creationId xmlns:a16="http://schemas.microsoft.com/office/drawing/2014/main" id="{FA7E4132-3B89-F5C0-8DD9-1C419FF43360}"/>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B6E5A9D3-66D3-82AC-C4CB-C0BFC5B25332}"/>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12" name="Picture 11">
            <a:extLst>
              <a:ext uri="{FF2B5EF4-FFF2-40B4-BE49-F238E27FC236}">
                <a16:creationId xmlns:a16="http://schemas.microsoft.com/office/drawing/2014/main" id="{33D91615-64BA-0944-B368-EFBE9DCFEE76}"/>
              </a:ext>
            </a:extLst>
          </p:cNvPr>
          <p:cNvPicPr>
            <a:picLocks noChangeAspect="1"/>
          </p:cNvPicPr>
          <p:nvPr/>
        </p:nvPicPr>
        <p:blipFill>
          <a:blip r:embed="rId2"/>
          <a:stretch>
            <a:fillRect/>
          </a:stretch>
        </p:blipFill>
        <p:spPr>
          <a:xfrm>
            <a:off x="581025" y="4419600"/>
            <a:ext cx="11029950" cy="1209675"/>
          </a:xfrm>
          <a:prstGeom prst="rect">
            <a:avLst/>
          </a:prstGeom>
        </p:spPr>
      </p:pic>
    </p:spTree>
    <p:extLst>
      <p:ext uri="{BB962C8B-B14F-4D97-AF65-F5344CB8AC3E}">
        <p14:creationId xmlns:p14="http://schemas.microsoft.com/office/powerpoint/2010/main" val="29083524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872863-FD9B-B6E8-67F1-F3876A25503A}"/>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78230E3A-7612-1E0F-ABAF-FEFB8E32F568}"/>
              </a:ext>
            </a:extLst>
          </p:cNvPr>
          <p:cNvSpPr>
            <a:spLocks noGrp="1"/>
          </p:cNvSpPr>
          <p:nvPr>
            <p:ph type="sldNum" sz="quarter" idx="11"/>
          </p:nvPr>
        </p:nvSpPr>
        <p:spPr/>
        <p:txBody>
          <a:bodyPr/>
          <a:lstStyle/>
          <a:p>
            <a:pPr>
              <a:defRPr/>
            </a:pPr>
            <a:fld id="{D1AD3536-327C-4937-83AF-A64971CFA6D9}" type="slidenum">
              <a:rPr lang="en-US" smtClean="0"/>
              <a:pPr>
                <a:defRPr/>
              </a:pPr>
              <a:t>21</a:t>
            </a:fld>
            <a:endParaRPr lang="en-US"/>
          </a:p>
        </p:txBody>
      </p:sp>
      <p:sp>
        <p:nvSpPr>
          <p:cNvPr id="4" name="Footer Placeholder 3">
            <a:extLst>
              <a:ext uri="{FF2B5EF4-FFF2-40B4-BE49-F238E27FC236}">
                <a16:creationId xmlns:a16="http://schemas.microsoft.com/office/drawing/2014/main" id="{0BD9D047-D5AD-61BD-FC77-00002C658139}"/>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17921E99-5BF7-CAF4-4E99-B868D677A322}"/>
              </a:ext>
            </a:extLst>
          </p:cNvPr>
          <p:cNvPicPr>
            <a:picLocks noChangeAspect="1"/>
          </p:cNvPicPr>
          <p:nvPr/>
        </p:nvPicPr>
        <p:blipFill>
          <a:blip r:embed="rId2"/>
          <a:stretch>
            <a:fillRect/>
          </a:stretch>
        </p:blipFill>
        <p:spPr>
          <a:xfrm>
            <a:off x="1001485" y="0"/>
            <a:ext cx="10189029" cy="6858000"/>
          </a:xfrm>
          <a:prstGeom prst="rect">
            <a:avLst/>
          </a:prstGeom>
        </p:spPr>
      </p:pic>
      <p:pic>
        <p:nvPicPr>
          <p:cNvPr id="7" name="Picture 6">
            <a:extLst>
              <a:ext uri="{FF2B5EF4-FFF2-40B4-BE49-F238E27FC236}">
                <a16:creationId xmlns:a16="http://schemas.microsoft.com/office/drawing/2014/main" id="{5861E061-A1F0-FDE3-E418-6289A6420701}"/>
              </a:ext>
            </a:extLst>
          </p:cNvPr>
          <p:cNvPicPr>
            <a:picLocks noChangeAspect="1"/>
          </p:cNvPicPr>
          <p:nvPr/>
        </p:nvPicPr>
        <p:blipFill>
          <a:blip r:embed="rId3"/>
          <a:stretch>
            <a:fillRect/>
          </a:stretch>
        </p:blipFill>
        <p:spPr>
          <a:xfrm>
            <a:off x="4772025" y="5920026"/>
            <a:ext cx="6048375" cy="663336"/>
          </a:xfrm>
          <a:prstGeom prst="rect">
            <a:avLst/>
          </a:prstGeom>
        </p:spPr>
      </p:pic>
    </p:spTree>
    <p:extLst>
      <p:ext uri="{BB962C8B-B14F-4D97-AF65-F5344CB8AC3E}">
        <p14:creationId xmlns:p14="http://schemas.microsoft.com/office/powerpoint/2010/main" val="18788966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F233ED-6CE9-3093-8D42-DDF7FC5EF064}"/>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DDFC3173-D68C-C482-EBEE-2252782E4ACC}"/>
              </a:ext>
            </a:extLst>
          </p:cNvPr>
          <p:cNvSpPr>
            <a:spLocks noGrp="1"/>
          </p:cNvSpPr>
          <p:nvPr>
            <p:ph type="sldNum" sz="quarter" idx="11"/>
          </p:nvPr>
        </p:nvSpPr>
        <p:spPr/>
        <p:txBody>
          <a:bodyPr/>
          <a:lstStyle/>
          <a:p>
            <a:pPr>
              <a:defRPr/>
            </a:pPr>
            <a:fld id="{D1AD3536-327C-4937-83AF-A64971CFA6D9}" type="slidenum">
              <a:rPr lang="en-US" smtClean="0"/>
              <a:pPr>
                <a:defRPr/>
              </a:pPr>
              <a:t>22</a:t>
            </a:fld>
            <a:endParaRPr lang="en-US"/>
          </a:p>
        </p:txBody>
      </p:sp>
      <p:sp>
        <p:nvSpPr>
          <p:cNvPr id="4" name="Footer Placeholder 3">
            <a:extLst>
              <a:ext uri="{FF2B5EF4-FFF2-40B4-BE49-F238E27FC236}">
                <a16:creationId xmlns:a16="http://schemas.microsoft.com/office/drawing/2014/main" id="{827B0639-F502-432D-5AFA-FF8FFCD7F145}"/>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82666735-A1E5-6E09-11F4-D50FC5EFD852}"/>
              </a:ext>
            </a:extLst>
          </p:cNvPr>
          <p:cNvPicPr>
            <a:picLocks noChangeAspect="1"/>
          </p:cNvPicPr>
          <p:nvPr/>
        </p:nvPicPr>
        <p:blipFill>
          <a:blip r:embed="rId2"/>
          <a:stretch>
            <a:fillRect/>
          </a:stretch>
        </p:blipFill>
        <p:spPr>
          <a:xfrm>
            <a:off x="638175" y="371475"/>
            <a:ext cx="10915650" cy="6115050"/>
          </a:xfrm>
          <a:prstGeom prst="rect">
            <a:avLst/>
          </a:prstGeom>
        </p:spPr>
      </p:pic>
    </p:spTree>
    <p:extLst>
      <p:ext uri="{BB962C8B-B14F-4D97-AF65-F5344CB8AC3E}">
        <p14:creationId xmlns:p14="http://schemas.microsoft.com/office/powerpoint/2010/main" val="18982353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477DB-1569-9BB8-E956-0A286A1DA303}"/>
              </a:ext>
            </a:extLst>
          </p:cNvPr>
          <p:cNvSpPr>
            <a:spLocks noGrp="1"/>
          </p:cNvSpPr>
          <p:nvPr>
            <p:ph type="title"/>
          </p:nvPr>
        </p:nvSpPr>
        <p:spPr/>
        <p:txBody>
          <a:bodyPr/>
          <a:lstStyle/>
          <a:p>
            <a:r>
              <a:rPr lang="en-US" dirty="0"/>
              <a:t>7-3b Using Computed Columns</a:t>
            </a:r>
          </a:p>
        </p:txBody>
      </p:sp>
      <p:sp>
        <p:nvSpPr>
          <p:cNvPr id="3" name="Content Placeholder 2">
            <a:extLst>
              <a:ext uri="{FF2B5EF4-FFF2-40B4-BE49-F238E27FC236}">
                <a16:creationId xmlns:a16="http://schemas.microsoft.com/office/drawing/2014/main" id="{CBDC2462-0E0F-DFC1-B7CB-8DE9A2F2B35C}"/>
              </a:ext>
            </a:extLst>
          </p:cNvPr>
          <p:cNvSpPr>
            <a:spLocks noGrp="1"/>
          </p:cNvSpPr>
          <p:nvPr>
            <p:ph idx="1"/>
          </p:nvPr>
        </p:nvSpPr>
        <p:spPr/>
        <p:txBody>
          <a:bodyPr/>
          <a:lstStyle/>
          <a:p>
            <a:r>
              <a:rPr lang="en-US" sz="1800" b="0" i="0" dirty="0">
                <a:solidFill>
                  <a:srgbClr val="242021"/>
                </a:solidFill>
                <a:effectLst/>
                <a:latin typeface="NewCaledoniaLTStd"/>
              </a:rPr>
              <a:t>A computed column (also called a calculated column) represents a derived attribute.</a:t>
            </a:r>
          </a:p>
          <a:p>
            <a:r>
              <a:rPr lang="en-US" sz="1800" b="0" i="0" dirty="0">
                <a:solidFill>
                  <a:srgbClr val="242021"/>
                </a:solidFill>
                <a:effectLst/>
                <a:latin typeface="NewCaledoniaLTStd"/>
              </a:rPr>
              <a:t>Suppose that you want to determine the total value of each product currently held in inventory</a:t>
            </a:r>
            <a:r>
              <a:rPr lang="en-US" dirty="0"/>
              <a:t> </a:t>
            </a:r>
          </a:p>
          <a:p>
            <a:r>
              <a:rPr lang="en-US" sz="1800" b="0" i="0" dirty="0">
                <a:solidFill>
                  <a:srgbClr val="242021"/>
                </a:solidFill>
                <a:effectLst/>
                <a:latin typeface="NewCaledoniaLTStd"/>
              </a:rPr>
              <a:t>Require multiplying each product’s quantity on hand by its current price</a:t>
            </a:r>
            <a:r>
              <a:rPr lang="en-US" dirty="0"/>
              <a:t> </a:t>
            </a:r>
            <a:br>
              <a:rPr lang="en-US" dirty="0"/>
            </a:br>
            <a:br>
              <a:rPr lang="en-US" dirty="0"/>
            </a:br>
            <a:br>
              <a:rPr lang="en-US" dirty="0"/>
            </a:br>
            <a:endParaRPr lang="en-US" dirty="0"/>
          </a:p>
        </p:txBody>
      </p:sp>
      <p:sp>
        <p:nvSpPr>
          <p:cNvPr id="4" name="Slide Number Placeholder 3">
            <a:extLst>
              <a:ext uri="{FF2B5EF4-FFF2-40B4-BE49-F238E27FC236}">
                <a16:creationId xmlns:a16="http://schemas.microsoft.com/office/drawing/2014/main" id="{C1D9EB24-A0C7-09C9-496D-067D24BD9B4A}"/>
              </a:ext>
            </a:extLst>
          </p:cNvPr>
          <p:cNvSpPr>
            <a:spLocks noGrp="1"/>
          </p:cNvSpPr>
          <p:nvPr>
            <p:ph type="sldNum" sz="quarter" idx="10"/>
          </p:nvPr>
        </p:nvSpPr>
        <p:spPr/>
        <p:txBody>
          <a:bodyPr/>
          <a:lstStyle/>
          <a:p>
            <a:pPr>
              <a:defRPr/>
            </a:pPr>
            <a:fld id="{34A84676-C444-4AC5-8B4E-405A7C81C0FB}" type="slidenum">
              <a:rPr lang="en-US" altLang="en-US" smtClean="0"/>
              <a:pPr>
                <a:defRPr/>
              </a:pPr>
              <a:t>23</a:t>
            </a:fld>
            <a:endParaRPr lang="en-US" altLang="en-US"/>
          </a:p>
        </p:txBody>
      </p:sp>
      <p:sp>
        <p:nvSpPr>
          <p:cNvPr id="5" name="Footer Placeholder 4">
            <a:extLst>
              <a:ext uri="{FF2B5EF4-FFF2-40B4-BE49-F238E27FC236}">
                <a16:creationId xmlns:a16="http://schemas.microsoft.com/office/drawing/2014/main" id="{0B9668AE-9DDB-F9E7-0399-2964D96B5B1E}"/>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2AED690B-29E3-7EAE-C611-38BB44C20E06}"/>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12" name="Picture 11">
            <a:extLst>
              <a:ext uri="{FF2B5EF4-FFF2-40B4-BE49-F238E27FC236}">
                <a16:creationId xmlns:a16="http://schemas.microsoft.com/office/drawing/2014/main" id="{80C25324-3B07-6694-31F9-A1CDC12EE3C2}"/>
              </a:ext>
            </a:extLst>
          </p:cNvPr>
          <p:cNvPicPr>
            <a:picLocks noChangeAspect="1"/>
          </p:cNvPicPr>
          <p:nvPr/>
        </p:nvPicPr>
        <p:blipFill>
          <a:blip r:embed="rId2"/>
          <a:stretch>
            <a:fillRect/>
          </a:stretch>
        </p:blipFill>
        <p:spPr>
          <a:xfrm>
            <a:off x="1371600" y="4001294"/>
            <a:ext cx="8810625" cy="838200"/>
          </a:xfrm>
          <a:prstGeom prst="rect">
            <a:avLst/>
          </a:prstGeom>
        </p:spPr>
      </p:pic>
    </p:spTree>
    <p:extLst>
      <p:ext uri="{BB962C8B-B14F-4D97-AF65-F5344CB8AC3E}">
        <p14:creationId xmlns:p14="http://schemas.microsoft.com/office/powerpoint/2010/main" val="16018878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081A54-AF3D-F840-0694-4B542C428144}"/>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4F0895AE-3D4D-5EB0-60A6-15EF65A0A437}"/>
              </a:ext>
            </a:extLst>
          </p:cNvPr>
          <p:cNvSpPr>
            <a:spLocks noGrp="1"/>
          </p:cNvSpPr>
          <p:nvPr>
            <p:ph type="sldNum" sz="quarter" idx="11"/>
          </p:nvPr>
        </p:nvSpPr>
        <p:spPr/>
        <p:txBody>
          <a:bodyPr/>
          <a:lstStyle/>
          <a:p>
            <a:pPr>
              <a:defRPr/>
            </a:pPr>
            <a:fld id="{D1AD3536-327C-4937-83AF-A64971CFA6D9}" type="slidenum">
              <a:rPr lang="en-US" smtClean="0"/>
              <a:pPr>
                <a:defRPr/>
              </a:pPr>
              <a:t>24</a:t>
            </a:fld>
            <a:endParaRPr lang="en-US"/>
          </a:p>
        </p:txBody>
      </p:sp>
      <p:sp>
        <p:nvSpPr>
          <p:cNvPr id="4" name="Footer Placeholder 3">
            <a:extLst>
              <a:ext uri="{FF2B5EF4-FFF2-40B4-BE49-F238E27FC236}">
                <a16:creationId xmlns:a16="http://schemas.microsoft.com/office/drawing/2014/main" id="{63DB8CD9-2902-98E6-EF02-3C28A614EB65}"/>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0495687A-DF08-C0D2-DFEB-4B131A449C3A}"/>
              </a:ext>
            </a:extLst>
          </p:cNvPr>
          <p:cNvPicPr>
            <a:picLocks noChangeAspect="1"/>
          </p:cNvPicPr>
          <p:nvPr/>
        </p:nvPicPr>
        <p:blipFill>
          <a:blip r:embed="rId2"/>
          <a:stretch>
            <a:fillRect/>
          </a:stretch>
        </p:blipFill>
        <p:spPr>
          <a:xfrm>
            <a:off x="950264" y="0"/>
            <a:ext cx="10291471" cy="6858000"/>
          </a:xfrm>
          <a:prstGeom prst="rect">
            <a:avLst/>
          </a:prstGeom>
        </p:spPr>
      </p:pic>
      <p:pic>
        <p:nvPicPr>
          <p:cNvPr id="8" name="Picture 7">
            <a:extLst>
              <a:ext uri="{FF2B5EF4-FFF2-40B4-BE49-F238E27FC236}">
                <a16:creationId xmlns:a16="http://schemas.microsoft.com/office/drawing/2014/main" id="{A6DDB862-138B-B9D6-A101-FF50FB7407C6}"/>
              </a:ext>
            </a:extLst>
          </p:cNvPr>
          <p:cNvPicPr>
            <a:picLocks noChangeAspect="1"/>
          </p:cNvPicPr>
          <p:nvPr/>
        </p:nvPicPr>
        <p:blipFill>
          <a:blip r:embed="rId3"/>
          <a:stretch>
            <a:fillRect/>
          </a:stretch>
        </p:blipFill>
        <p:spPr>
          <a:xfrm>
            <a:off x="2240610" y="5921878"/>
            <a:ext cx="9001125" cy="847725"/>
          </a:xfrm>
          <a:prstGeom prst="rect">
            <a:avLst/>
          </a:prstGeom>
        </p:spPr>
      </p:pic>
    </p:spTree>
    <p:extLst>
      <p:ext uri="{BB962C8B-B14F-4D97-AF65-F5344CB8AC3E}">
        <p14:creationId xmlns:p14="http://schemas.microsoft.com/office/powerpoint/2010/main" val="23365355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86275E-8180-962F-BFD3-3C97CAC54897}"/>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9C4EAE0F-D8F9-01A7-35EF-A9D912F498D8}"/>
              </a:ext>
            </a:extLst>
          </p:cNvPr>
          <p:cNvSpPr>
            <a:spLocks noGrp="1"/>
          </p:cNvSpPr>
          <p:nvPr>
            <p:ph type="sldNum" sz="quarter" idx="11"/>
          </p:nvPr>
        </p:nvSpPr>
        <p:spPr/>
        <p:txBody>
          <a:bodyPr/>
          <a:lstStyle/>
          <a:p>
            <a:pPr>
              <a:defRPr/>
            </a:pPr>
            <a:fld id="{D1AD3536-327C-4937-83AF-A64971CFA6D9}" type="slidenum">
              <a:rPr lang="en-US" smtClean="0"/>
              <a:pPr>
                <a:defRPr/>
              </a:pPr>
              <a:t>25</a:t>
            </a:fld>
            <a:endParaRPr lang="en-US"/>
          </a:p>
        </p:txBody>
      </p:sp>
      <p:sp>
        <p:nvSpPr>
          <p:cNvPr id="4" name="Footer Placeholder 3">
            <a:extLst>
              <a:ext uri="{FF2B5EF4-FFF2-40B4-BE49-F238E27FC236}">
                <a16:creationId xmlns:a16="http://schemas.microsoft.com/office/drawing/2014/main" id="{CBD4C425-994F-169F-BB4A-AC64DAC5A54E}"/>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91200E90-259A-10ED-93A3-EEAF86AE5E35}"/>
              </a:ext>
            </a:extLst>
          </p:cNvPr>
          <p:cNvPicPr>
            <a:picLocks noChangeAspect="1"/>
          </p:cNvPicPr>
          <p:nvPr/>
        </p:nvPicPr>
        <p:blipFill>
          <a:blip r:embed="rId2"/>
          <a:stretch>
            <a:fillRect/>
          </a:stretch>
        </p:blipFill>
        <p:spPr>
          <a:xfrm>
            <a:off x="996917" y="0"/>
            <a:ext cx="10198166" cy="6858000"/>
          </a:xfrm>
          <a:prstGeom prst="rect">
            <a:avLst/>
          </a:prstGeom>
        </p:spPr>
      </p:pic>
      <p:pic>
        <p:nvPicPr>
          <p:cNvPr id="8" name="Picture 7">
            <a:extLst>
              <a:ext uri="{FF2B5EF4-FFF2-40B4-BE49-F238E27FC236}">
                <a16:creationId xmlns:a16="http://schemas.microsoft.com/office/drawing/2014/main" id="{DCFED4B6-365D-8982-6925-56EBAE040BED}"/>
              </a:ext>
            </a:extLst>
          </p:cNvPr>
          <p:cNvPicPr>
            <a:picLocks noChangeAspect="1"/>
          </p:cNvPicPr>
          <p:nvPr/>
        </p:nvPicPr>
        <p:blipFill>
          <a:blip r:embed="rId3"/>
          <a:stretch>
            <a:fillRect/>
          </a:stretch>
        </p:blipFill>
        <p:spPr>
          <a:xfrm>
            <a:off x="666750" y="5520517"/>
            <a:ext cx="10858500" cy="885825"/>
          </a:xfrm>
          <a:prstGeom prst="rect">
            <a:avLst/>
          </a:prstGeom>
        </p:spPr>
      </p:pic>
    </p:spTree>
    <p:extLst>
      <p:ext uri="{BB962C8B-B14F-4D97-AF65-F5344CB8AC3E}">
        <p14:creationId xmlns:p14="http://schemas.microsoft.com/office/powerpoint/2010/main" val="4093699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502A-C2C4-3714-4597-6BD0E2212003}"/>
              </a:ext>
            </a:extLst>
          </p:cNvPr>
          <p:cNvSpPr>
            <a:spLocks noGrp="1"/>
          </p:cNvSpPr>
          <p:nvPr>
            <p:ph type="title"/>
          </p:nvPr>
        </p:nvSpPr>
        <p:spPr/>
        <p:txBody>
          <a:bodyPr/>
          <a:lstStyle/>
          <a:p>
            <a:r>
              <a:rPr lang="en-US" dirty="0"/>
              <a:t>7-3c Arithmetic Operators: The Rule of Precedence</a:t>
            </a:r>
          </a:p>
        </p:txBody>
      </p:sp>
      <p:sp>
        <p:nvSpPr>
          <p:cNvPr id="3" name="Content Placeholder 2">
            <a:extLst>
              <a:ext uri="{FF2B5EF4-FFF2-40B4-BE49-F238E27FC236}">
                <a16:creationId xmlns:a16="http://schemas.microsoft.com/office/drawing/2014/main" id="{8DEDA24E-E9C6-809C-3144-5BE72FD5CDA7}"/>
              </a:ext>
            </a:extLst>
          </p:cNvPr>
          <p:cNvSpPr>
            <a:spLocks noGrp="1"/>
          </p:cNvSpPr>
          <p:nvPr>
            <p:ph idx="1"/>
          </p:nvPr>
        </p:nvSpPr>
        <p:spPr/>
        <p:txBody>
          <a:bodyPr/>
          <a:lstStyle/>
          <a:p>
            <a:r>
              <a:rPr lang="en-US" sz="1800" b="1" i="0" dirty="0">
                <a:solidFill>
                  <a:srgbClr val="007DAF"/>
                </a:solidFill>
                <a:effectLst/>
                <a:latin typeface="MyriadPro-BoldSemiCn"/>
              </a:rPr>
              <a:t>rules of precedence </a:t>
            </a:r>
            <a:r>
              <a:rPr lang="en-US" sz="1800" b="0" i="0" dirty="0">
                <a:solidFill>
                  <a:srgbClr val="242021"/>
                </a:solidFill>
                <a:effectLst/>
                <a:latin typeface="MyriadPro-SemiCn"/>
              </a:rPr>
              <a:t>Basic algebraic rules that specify the order in which operations are performed</a:t>
            </a:r>
            <a:r>
              <a:rPr lang="en-US" dirty="0"/>
              <a:t> </a:t>
            </a:r>
            <a:br>
              <a:rPr lang="en-US" dirty="0"/>
            </a:br>
            <a:endParaRPr lang="en-US" dirty="0"/>
          </a:p>
        </p:txBody>
      </p:sp>
      <p:sp>
        <p:nvSpPr>
          <p:cNvPr id="4" name="Slide Number Placeholder 3">
            <a:extLst>
              <a:ext uri="{FF2B5EF4-FFF2-40B4-BE49-F238E27FC236}">
                <a16:creationId xmlns:a16="http://schemas.microsoft.com/office/drawing/2014/main" id="{DD93A915-9741-80A6-2B48-34FB3E1BD2E7}"/>
              </a:ext>
            </a:extLst>
          </p:cNvPr>
          <p:cNvSpPr>
            <a:spLocks noGrp="1"/>
          </p:cNvSpPr>
          <p:nvPr>
            <p:ph type="sldNum" sz="quarter" idx="10"/>
          </p:nvPr>
        </p:nvSpPr>
        <p:spPr/>
        <p:txBody>
          <a:bodyPr/>
          <a:lstStyle/>
          <a:p>
            <a:pPr>
              <a:defRPr/>
            </a:pPr>
            <a:fld id="{34A84676-C444-4AC5-8B4E-405A7C81C0FB}" type="slidenum">
              <a:rPr lang="en-US" altLang="en-US" smtClean="0"/>
              <a:pPr>
                <a:defRPr/>
              </a:pPr>
              <a:t>26</a:t>
            </a:fld>
            <a:endParaRPr lang="en-US" altLang="en-US"/>
          </a:p>
        </p:txBody>
      </p:sp>
      <p:sp>
        <p:nvSpPr>
          <p:cNvPr id="5" name="Footer Placeholder 4">
            <a:extLst>
              <a:ext uri="{FF2B5EF4-FFF2-40B4-BE49-F238E27FC236}">
                <a16:creationId xmlns:a16="http://schemas.microsoft.com/office/drawing/2014/main" id="{B104F9D4-0CEF-4545-93C2-78B249BA9610}"/>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CB38ECE1-5CEB-0833-9828-A76EE59EF4F0}"/>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DA9A7CEF-7109-3869-1A3E-DE0B1AE690AA}"/>
              </a:ext>
            </a:extLst>
          </p:cNvPr>
          <p:cNvPicPr>
            <a:picLocks noChangeAspect="1"/>
          </p:cNvPicPr>
          <p:nvPr/>
        </p:nvPicPr>
        <p:blipFill>
          <a:blip r:embed="rId2"/>
          <a:stretch>
            <a:fillRect/>
          </a:stretch>
        </p:blipFill>
        <p:spPr>
          <a:xfrm>
            <a:off x="633412" y="2738438"/>
            <a:ext cx="10925175" cy="3438525"/>
          </a:xfrm>
          <a:prstGeom prst="rect">
            <a:avLst/>
          </a:prstGeom>
        </p:spPr>
      </p:pic>
    </p:spTree>
    <p:extLst>
      <p:ext uri="{BB962C8B-B14F-4D97-AF65-F5344CB8AC3E}">
        <p14:creationId xmlns:p14="http://schemas.microsoft.com/office/powerpoint/2010/main" val="15714297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0ABA5-DA81-5140-FB1B-96AA10434C47}"/>
              </a:ext>
            </a:extLst>
          </p:cNvPr>
          <p:cNvSpPr>
            <a:spLocks noGrp="1"/>
          </p:cNvSpPr>
          <p:nvPr>
            <p:ph type="title"/>
          </p:nvPr>
        </p:nvSpPr>
        <p:spPr/>
        <p:txBody>
          <a:bodyPr/>
          <a:lstStyle/>
          <a:p>
            <a:r>
              <a:rPr lang="en-US" dirty="0"/>
              <a:t>7-3d Date Arithmetic</a:t>
            </a:r>
          </a:p>
        </p:txBody>
      </p:sp>
      <p:sp>
        <p:nvSpPr>
          <p:cNvPr id="3" name="Content Placeholder 2">
            <a:extLst>
              <a:ext uri="{FF2B5EF4-FFF2-40B4-BE49-F238E27FC236}">
                <a16:creationId xmlns:a16="http://schemas.microsoft.com/office/drawing/2014/main" id="{F631C01B-FC92-F538-4DC9-3CB16C56BA93}"/>
              </a:ext>
            </a:extLst>
          </p:cNvPr>
          <p:cNvSpPr>
            <a:spLocks noGrp="1"/>
          </p:cNvSpPr>
          <p:nvPr>
            <p:ph idx="1"/>
          </p:nvPr>
        </p:nvSpPr>
        <p:spPr/>
        <p:txBody>
          <a:bodyPr/>
          <a:lstStyle/>
          <a:p>
            <a:r>
              <a:rPr lang="en-US" sz="1800" b="0" i="0" dirty="0">
                <a:solidFill>
                  <a:srgbClr val="242021"/>
                </a:solidFill>
                <a:effectLst/>
                <a:latin typeface="NewCaledoniaLTStd"/>
              </a:rPr>
              <a:t>a date is stored as a day number, that is, the number of days that have passed since some defined point in history</a:t>
            </a:r>
            <a:r>
              <a:rPr lang="en-US" dirty="0"/>
              <a:t> </a:t>
            </a:r>
          </a:p>
          <a:p>
            <a:r>
              <a:rPr lang="en-US" sz="1800" b="0" i="0" dirty="0">
                <a:solidFill>
                  <a:srgbClr val="242021"/>
                </a:solidFill>
                <a:effectLst/>
                <a:latin typeface="NewCaledoniaLTStd"/>
              </a:rPr>
              <a:t>it is possible to perform date arithmetic in a query</a:t>
            </a:r>
            <a:r>
              <a:rPr lang="en-US" dirty="0"/>
              <a:t> </a:t>
            </a:r>
            <a:br>
              <a:rPr lang="en-US" dirty="0"/>
            </a:br>
            <a:br>
              <a:rPr lang="en-US" dirty="0"/>
            </a:br>
            <a:endParaRPr lang="en-US" dirty="0"/>
          </a:p>
        </p:txBody>
      </p:sp>
      <p:sp>
        <p:nvSpPr>
          <p:cNvPr id="4" name="Slide Number Placeholder 3">
            <a:extLst>
              <a:ext uri="{FF2B5EF4-FFF2-40B4-BE49-F238E27FC236}">
                <a16:creationId xmlns:a16="http://schemas.microsoft.com/office/drawing/2014/main" id="{9BC1616C-A203-365E-3C47-CD6DD39952A3}"/>
              </a:ext>
            </a:extLst>
          </p:cNvPr>
          <p:cNvSpPr>
            <a:spLocks noGrp="1"/>
          </p:cNvSpPr>
          <p:nvPr>
            <p:ph type="sldNum" sz="quarter" idx="10"/>
          </p:nvPr>
        </p:nvSpPr>
        <p:spPr/>
        <p:txBody>
          <a:bodyPr/>
          <a:lstStyle/>
          <a:p>
            <a:pPr>
              <a:defRPr/>
            </a:pPr>
            <a:fld id="{34A84676-C444-4AC5-8B4E-405A7C81C0FB}" type="slidenum">
              <a:rPr lang="en-US" altLang="en-US" smtClean="0"/>
              <a:pPr>
                <a:defRPr/>
              </a:pPr>
              <a:t>27</a:t>
            </a:fld>
            <a:endParaRPr lang="en-US" altLang="en-US"/>
          </a:p>
        </p:txBody>
      </p:sp>
      <p:sp>
        <p:nvSpPr>
          <p:cNvPr id="5" name="Footer Placeholder 4">
            <a:extLst>
              <a:ext uri="{FF2B5EF4-FFF2-40B4-BE49-F238E27FC236}">
                <a16:creationId xmlns:a16="http://schemas.microsoft.com/office/drawing/2014/main" id="{CF4AC5A5-30C7-479F-21DA-1704992B37E7}"/>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0E153F03-ADCC-D870-C0BB-AA07A914729C}"/>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63DE8FE0-7545-BC3B-D856-76733DECB896}"/>
              </a:ext>
            </a:extLst>
          </p:cNvPr>
          <p:cNvPicPr>
            <a:picLocks noChangeAspect="1"/>
          </p:cNvPicPr>
          <p:nvPr/>
        </p:nvPicPr>
        <p:blipFill>
          <a:blip r:embed="rId2"/>
          <a:stretch>
            <a:fillRect/>
          </a:stretch>
        </p:blipFill>
        <p:spPr>
          <a:xfrm>
            <a:off x="1447800" y="3429000"/>
            <a:ext cx="8839200" cy="904875"/>
          </a:xfrm>
          <a:prstGeom prst="rect">
            <a:avLst/>
          </a:prstGeom>
        </p:spPr>
      </p:pic>
      <p:pic>
        <p:nvPicPr>
          <p:cNvPr id="10" name="Picture 9">
            <a:extLst>
              <a:ext uri="{FF2B5EF4-FFF2-40B4-BE49-F238E27FC236}">
                <a16:creationId xmlns:a16="http://schemas.microsoft.com/office/drawing/2014/main" id="{512E44DB-32EF-84A6-AD04-C2C6877F7EC1}"/>
              </a:ext>
            </a:extLst>
          </p:cNvPr>
          <p:cNvPicPr>
            <a:picLocks noChangeAspect="1"/>
          </p:cNvPicPr>
          <p:nvPr/>
        </p:nvPicPr>
        <p:blipFill>
          <a:blip r:embed="rId3"/>
          <a:stretch>
            <a:fillRect/>
          </a:stretch>
        </p:blipFill>
        <p:spPr>
          <a:xfrm>
            <a:off x="1438013" y="4705306"/>
            <a:ext cx="8515350" cy="771525"/>
          </a:xfrm>
          <a:prstGeom prst="rect">
            <a:avLst/>
          </a:prstGeom>
        </p:spPr>
      </p:pic>
    </p:spTree>
    <p:extLst>
      <p:ext uri="{BB962C8B-B14F-4D97-AF65-F5344CB8AC3E}">
        <p14:creationId xmlns:p14="http://schemas.microsoft.com/office/powerpoint/2010/main" val="23294985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6A08E-F84B-AE50-1020-A70A9248E0BE}"/>
              </a:ext>
            </a:extLst>
          </p:cNvPr>
          <p:cNvSpPr>
            <a:spLocks noGrp="1"/>
          </p:cNvSpPr>
          <p:nvPr>
            <p:ph type="title"/>
          </p:nvPr>
        </p:nvSpPr>
        <p:spPr/>
        <p:txBody>
          <a:bodyPr/>
          <a:lstStyle/>
          <a:p>
            <a:r>
              <a:rPr lang="en-US" dirty="0"/>
              <a:t>7-3e Listing Unique Values</a:t>
            </a:r>
          </a:p>
        </p:txBody>
      </p:sp>
      <p:sp>
        <p:nvSpPr>
          <p:cNvPr id="3" name="Content Placeholder 2">
            <a:extLst>
              <a:ext uri="{FF2B5EF4-FFF2-40B4-BE49-F238E27FC236}">
                <a16:creationId xmlns:a16="http://schemas.microsoft.com/office/drawing/2014/main" id="{4266E3A3-D087-DD4E-5D76-522BCF072782}"/>
              </a:ext>
            </a:extLst>
          </p:cNvPr>
          <p:cNvSpPr>
            <a:spLocks noGrp="1"/>
          </p:cNvSpPr>
          <p:nvPr>
            <p:ph idx="1"/>
          </p:nvPr>
        </p:nvSpPr>
        <p:spPr/>
        <p:txBody>
          <a:bodyPr/>
          <a:lstStyle/>
          <a:p>
            <a:r>
              <a:rPr lang="en-US" sz="1800" b="0" i="0" dirty="0">
                <a:solidFill>
                  <a:srgbClr val="242021"/>
                </a:solidFill>
                <a:effectLst/>
                <a:latin typeface="NewCaledoniaLTStd"/>
              </a:rPr>
              <a:t>SQL’s </a:t>
            </a:r>
            <a:r>
              <a:rPr lang="en-US" sz="1800" b="1" i="0" dirty="0">
                <a:solidFill>
                  <a:srgbClr val="007DAF"/>
                </a:solidFill>
                <a:effectLst/>
                <a:latin typeface="MyriadPro-Bold"/>
              </a:rPr>
              <a:t>DISTINCT </a:t>
            </a:r>
            <a:r>
              <a:rPr lang="en-US" sz="1800" b="0" i="0" dirty="0">
                <a:solidFill>
                  <a:srgbClr val="242021"/>
                </a:solidFill>
                <a:effectLst/>
                <a:latin typeface="NewCaledoniaLTStd"/>
              </a:rPr>
              <a:t>clause produces a list of only those values that are different from one another.</a:t>
            </a:r>
            <a:r>
              <a:rPr lang="en-US" dirty="0"/>
              <a:t> </a:t>
            </a:r>
          </a:p>
          <a:p>
            <a:r>
              <a:rPr lang="en-US" sz="1800" b="1" i="0" dirty="0">
                <a:solidFill>
                  <a:srgbClr val="007DAF"/>
                </a:solidFill>
                <a:effectLst/>
                <a:latin typeface="MyriadPro-BoldSemiCn"/>
              </a:rPr>
              <a:t>DISTINCT </a:t>
            </a:r>
            <a:r>
              <a:rPr lang="en-US" sz="1800" b="0" i="0" dirty="0">
                <a:solidFill>
                  <a:srgbClr val="242021"/>
                </a:solidFill>
                <a:effectLst/>
                <a:latin typeface="MyriadPro-SemiCn"/>
              </a:rPr>
              <a:t>A SQL clause that produces a list of values that are different from one another.</a:t>
            </a:r>
            <a:r>
              <a:rPr lang="en-US" dirty="0"/>
              <a:t> </a:t>
            </a:r>
            <a:br>
              <a:rPr lang="en-US" dirty="0"/>
            </a:br>
            <a:br>
              <a:rPr lang="en-US" dirty="0"/>
            </a:br>
            <a:endParaRPr lang="en-US" dirty="0"/>
          </a:p>
        </p:txBody>
      </p:sp>
      <p:sp>
        <p:nvSpPr>
          <p:cNvPr id="4" name="Slide Number Placeholder 3">
            <a:extLst>
              <a:ext uri="{FF2B5EF4-FFF2-40B4-BE49-F238E27FC236}">
                <a16:creationId xmlns:a16="http://schemas.microsoft.com/office/drawing/2014/main" id="{91AF7829-C80B-9BB8-0B8F-3FB71C0BE63C}"/>
              </a:ext>
            </a:extLst>
          </p:cNvPr>
          <p:cNvSpPr>
            <a:spLocks noGrp="1"/>
          </p:cNvSpPr>
          <p:nvPr>
            <p:ph type="sldNum" sz="quarter" idx="10"/>
          </p:nvPr>
        </p:nvSpPr>
        <p:spPr/>
        <p:txBody>
          <a:bodyPr/>
          <a:lstStyle/>
          <a:p>
            <a:pPr>
              <a:defRPr/>
            </a:pPr>
            <a:fld id="{34A84676-C444-4AC5-8B4E-405A7C81C0FB}" type="slidenum">
              <a:rPr lang="en-US" altLang="en-US" smtClean="0"/>
              <a:pPr>
                <a:defRPr/>
              </a:pPr>
              <a:t>28</a:t>
            </a:fld>
            <a:endParaRPr lang="en-US" altLang="en-US"/>
          </a:p>
        </p:txBody>
      </p:sp>
      <p:sp>
        <p:nvSpPr>
          <p:cNvPr id="5" name="Footer Placeholder 4">
            <a:extLst>
              <a:ext uri="{FF2B5EF4-FFF2-40B4-BE49-F238E27FC236}">
                <a16:creationId xmlns:a16="http://schemas.microsoft.com/office/drawing/2014/main" id="{44EC7192-9638-E6BB-D6FF-3FE1B61828A8}"/>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25854C8B-CC42-E7D5-5655-467CB071F4B4}"/>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10" name="Picture 9">
            <a:extLst>
              <a:ext uri="{FF2B5EF4-FFF2-40B4-BE49-F238E27FC236}">
                <a16:creationId xmlns:a16="http://schemas.microsoft.com/office/drawing/2014/main" id="{673843CA-6A36-AB35-3A9F-D733326A497E}"/>
              </a:ext>
            </a:extLst>
          </p:cNvPr>
          <p:cNvPicPr>
            <a:picLocks noChangeAspect="1"/>
          </p:cNvPicPr>
          <p:nvPr/>
        </p:nvPicPr>
        <p:blipFill>
          <a:blip r:embed="rId2"/>
          <a:stretch>
            <a:fillRect/>
          </a:stretch>
        </p:blipFill>
        <p:spPr>
          <a:xfrm>
            <a:off x="866775" y="3310824"/>
            <a:ext cx="8582025" cy="3001076"/>
          </a:xfrm>
          <a:prstGeom prst="rect">
            <a:avLst/>
          </a:prstGeom>
        </p:spPr>
      </p:pic>
      <p:pic>
        <p:nvPicPr>
          <p:cNvPr id="11" name="Picture 10">
            <a:extLst>
              <a:ext uri="{FF2B5EF4-FFF2-40B4-BE49-F238E27FC236}">
                <a16:creationId xmlns:a16="http://schemas.microsoft.com/office/drawing/2014/main" id="{DF471D20-425E-E484-55F1-0F74262C5E66}"/>
              </a:ext>
            </a:extLst>
          </p:cNvPr>
          <p:cNvPicPr>
            <a:picLocks noChangeAspect="1"/>
          </p:cNvPicPr>
          <p:nvPr/>
        </p:nvPicPr>
        <p:blipFill>
          <a:blip r:embed="rId3"/>
          <a:stretch>
            <a:fillRect/>
          </a:stretch>
        </p:blipFill>
        <p:spPr>
          <a:xfrm>
            <a:off x="6248400" y="5166872"/>
            <a:ext cx="4810161" cy="847417"/>
          </a:xfrm>
          <a:prstGeom prst="rect">
            <a:avLst/>
          </a:prstGeom>
        </p:spPr>
      </p:pic>
    </p:spTree>
    <p:extLst>
      <p:ext uri="{BB962C8B-B14F-4D97-AF65-F5344CB8AC3E}">
        <p14:creationId xmlns:p14="http://schemas.microsoft.com/office/powerpoint/2010/main" val="6192093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52FA5-89A6-D8CB-A1F0-897323601CA4}"/>
              </a:ext>
            </a:extLst>
          </p:cNvPr>
          <p:cNvSpPr>
            <a:spLocks noGrp="1"/>
          </p:cNvSpPr>
          <p:nvPr>
            <p:ph type="title"/>
          </p:nvPr>
        </p:nvSpPr>
        <p:spPr/>
        <p:txBody>
          <a:bodyPr/>
          <a:lstStyle/>
          <a:p>
            <a:r>
              <a:rPr lang="en-US" dirty="0"/>
              <a:t>7-4 FROM Clause Options</a:t>
            </a:r>
          </a:p>
        </p:txBody>
      </p:sp>
      <p:sp>
        <p:nvSpPr>
          <p:cNvPr id="3" name="Date Placeholder 2">
            <a:extLst>
              <a:ext uri="{FF2B5EF4-FFF2-40B4-BE49-F238E27FC236}">
                <a16:creationId xmlns:a16="http://schemas.microsoft.com/office/drawing/2014/main" id="{BFDFFD20-CECB-755D-ED4D-41B17E927D8F}"/>
              </a:ext>
            </a:extLst>
          </p:cNvPr>
          <p:cNvSpPr>
            <a:spLocks noGrp="1"/>
          </p:cNvSpPr>
          <p:nvPr>
            <p:ph type="dt" sz="half" idx="10"/>
          </p:nvPr>
        </p:nvSpPr>
        <p:spPr/>
        <p:txBody>
          <a:bodyPr/>
          <a:lstStyle/>
          <a:p>
            <a:pPr>
              <a:defRPr/>
            </a:pPr>
            <a:fld id="{7F53EECD-5EF2-4F97-996E-6CBAC1BF3011}" type="datetime1">
              <a:rPr lang="en-US" smtClean="0"/>
              <a:pPr>
                <a:defRPr/>
              </a:pPr>
              <a:t>12/19/2024</a:t>
            </a:fld>
            <a:endParaRPr lang="en-US"/>
          </a:p>
        </p:txBody>
      </p:sp>
      <p:sp>
        <p:nvSpPr>
          <p:cNvPr id="4" name="Slide Number Placeholder 3">
            <a:extLst>
              <a:ext uri="{FF2B5EF4-FFF2-40B4-BE49-F238E27FC236}">
                <a16:creationId xmlns:a16="http://schemas.microsoft.com/office/drawing/2014/main" id="{75FD08CA-FAFF-0154-892C-FA2B01005482}"/>
              </a:ext>
            </a:extLst>
          </p:cNvPr>
          <p:cNvSpPr>
            <a:spLocks noGrp="1"/>
          </p:cNvSpPr>
          <p:nvPr>
            <p:ph type="sldNum" sz="quarter" idx="11"/>
          </p:nvPr>
        </p:nvSpPr>
        <p:spPr/>
        <p:txBody>
          <a:bodyPr/>
          <a:lstStyle/>
          <a:p>
            <a:pPr>
              <a:defRPr/>
            </a:pPr>
            <a:fld id="{F9126DDB-45DE-4D72-94FB-1E2D565E80AF}" type="slidenum">
              <a:rPr lang="en-US" smtClean="0"/>
              <a:pPr>
                <a:defRPr/>
              </a:pPr>
              <a:t>29</a:t>
            </a:fld>
            <a:endParaRPr lang="en-US"/>
          </a:p>
        </p:txBody>
      </p:sp>
      <p:sp>
        <p:nvSpPr>
          <p:cNvPr id="5" name="Footer Placeholder 4">
            <a:extLst>
              <a:ext uri="{FF2B5EF4-FFF2-40B4-BE49-F238E27FC236}">
                <a16:creationId xmlns:a16="http://schemas.microsoft.com/office/drawing/2014/main" id="{D941C783-6157-6879-3E0B-CED5279036D4}"/>
              </a:ext>
            </a:extLst>
          </p:cNvPr>
          <p:cNvSpPr>
            <a:spLocks noGrp="1"/>
          </p:cNvSpPr>
          <p:nvPr>
            <p:ph type="ftr" sz="quarter" idx="12"/>
          </p:nvPr>
        </p:nvSpPr>
        <p:spPr/>
        <p:txBody>
          <a:bodyPr/>
          <a:lstStyle/>
          <a:p>
            <a:pPr>
              <a:defRPr/>
            </a:pPr>
            <a:r>
              <a:rPr lang="en-US"/>
              <a:t>Database System Design, Implementation And Management </a:t>
            </a:r>
          </a:p>
        </p:txBody>
      </p:sp>
    </p:spTree>
    <p:extLst>
      <p:ext uri="{BB962C8B-B14F-4D97-AF65-F5344CB8AC3E}">
        <p14:creationId xmlns:p14="http://schemas.microsoft.com/office/powerpoint/2010/main" val="38600934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0A8EA-A2E4-1AC7-14B5-2357E46C1465}"/>
              </a:ext>
            </a:extLst>
          </p:cNvPr>
          <p:cNvSpPr>
            <a:spLocks noGrp="1"/>
          </p:cNvSpPr>
          <p:nvPr>
            <p:ph type="title"/>
          </p:nvPr>
        </p:nvSpPr>
        <p:spPr/>
        <p:txBody>
          <a:bodyPr/>
          <a:lstStyle/>
          <a:p>
            <a:r>
              <a:rPr lang="en-US" dirty="0"/>
              <a:t>7-4 FROM Clause Options</a:t>
            </a:r>
          </a:p>
        </p:txBody>
      </p:sp>
      <p:sp>
        <p:nvSpPr>
          <p:cNvPr id="3" name="Content Placeholder 2">
            <a:extLst>
              <a:ext uri="{FF2B5EF4-FFF2-40B4-BE49-F238E27FC236}">
                <a16:creationId xmlns:a16="http://schemas.microsoft.com/office/drawing/2014/main" id="{BDF70F33-135B-7DE9-665E-3F89BF29324C}"/>
              </a:ext>
            </a:extLst>
          </p:cNvPr>
          <p:cNvSpPr>
            <a:spLocks noGrp="1"/>
          </p:cNvSpPr>
          <p:nvPr>
            <p:ph idx="1"/>
          </p:nvPr>
        </p:nvSpPr>
        <p:spPr/>
        <p:txBody>
          <a:bodyPr/>
          <a:lstStyle/>
          <a:p>
            <a:r>
              <a:rPr lang="en-US" sz="1800" b="0" i="0" dirty="0">
                <a:solidFill>
                  <a:srgbClr val="242021"/>
                </a:solidFill>
                <a:effectLst/>
                <a:latin typeface="NewCaledoniaLTStd"/>
              </a:rPr>
              <a:t>The FROM clause of the query specifies the table or tables from which the data is to be retrieved</a:t>
            </a:r>
            <a:r>
              <a:rPr lang="en-US" dirty="0"/>
              <a:t> </a:t>
            </a:r>
            <a:br>
              <a:rPr lang="en-US" dirty="0"/>
            </a:br>
            <a:endParaRPr lang="en-US" dirty="0"/>
          </a:p>
        </p:txBody>
      </p:sp>
      <p:sp>
        <p:nvSpPr>
          <p:cNvPr id="4" name="Slide Number Placeholder 3">
            <a:extLst>
              <a:ext uri="{FF2B5EF4-FFF2-40B4-BE49-F238E27FC236}">
                <a16:creationId xmlns:a16="http://schemas.microsoft.com/office/drawing/2014/main" id="{3F47AC57-F77E-2F50-7A46-B97A9D7D5FAD}"/>
              </a:ext>
            </a:extLst>
          </p:cNvPr>
          <p:cNvSpPr>
            <a:spLocks noGrp="1"/>
          </p:cNvSpPr>
          <p:nvPr>
            <p:ph type="sldNum" sz="quarter" idx="10"/>
          </p:nvPr>
        </p:nvSpPr>
        <p:spPr/>
        <p:txBody>
          <a:bodyPr/>
          <a:lstStyle/>
          <a:p>
            <a:pPr>
              <a:defRPr/>
            </a:pPr>
            <a:fld id="{34A84676-C444-4AC5-8B4E-405A7C81C0FB}" type="slidenum">
              <a:rPr lang="en-US" altLang="en-US" smtClean="0"/>
              <a:pPr>
                <a:defRPr/>
              </a:pPr>
              <a:t>30</a:t>
            </a:fld>
            <a:endParaRPr lang="en-US" altLang="en-US"/>
          </a:p>
        </p:txBody>
      </p:sp>
      <p:sp>
        <p:nvSpPr>
          <p:cNvPr id="5" name="Footer Placeholder 4">
            <a:extLst>
              <a:ext uri="{FF2B5EF4-FFF2-40B4-BE49-F238E27FC236}">
                <a16:creationId xmlns:a16="http://schemas.microsoft.com/office/drawing/2014/main" id="{AAF44FED-B3FD-6794-0A84-778A2A663A27}"/>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A496D6CD-5F5D-6BBC-BC10-8818BA9E5A1C}"/>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4B197876-416F-29CD-D30B-C7CE7A93EEAD}"/>
              </a:ext>
            </a:extLst>
          </p:cNvPr>
          <p:cNvPicPr>
            <a:picLocks noChangeAspect="1"/>
          </p:cNvPicPr>
          <p:nvPr/>
        </p:nvPicPr>
        <p:blipFill>
          <a:blip r:embed="rId2"/>
          <a:stretch>
            <a:fillRect/>
          </a:stretch>
        </p:blipFill>
        <p:spPr>
          <a:xfrm>
            <a:off x="1023937" y="2876550"/>
            <a:ext cx="10144125" cy="1104900"/>
          </a:xfrm>
          <a:prstGeom prst="rect">
            <a:avLst/>
          </a:prstGeom>
        </p:spPr>
      </p:pic>
      <p:pic>
        <p:nvPicPr>
          <p:cNvPr id="10" name="Picture 9">
            <a:extLst>
              <a:ext uri="{FF2B5EF4-FFF2-40B4-BE49-F238E27FC236}">
                <a16:creationId xmlns:a16="http://schemas.microsoft.com/office/drawing/2014/main" id="{88B84160-6775-D7CF-C7C6-B4AB83CFB9AA}"/>
              </a:ext>
            </a:extLst>
          </p:cNvPr>
          <p:cNvPicPr>
            <a:picLocks noChangeAspect="1"/>
          </p:cNvPicPr>
          <p:nvPr/>
        </p:nvPicPr>
        <p:blipFill>
          <a:blip r:embed="rId3"/>
          <a:stretch>
            <a:fillRect/>
          </a:stretch>
        </p:blipFill>
        <p:spPr>
          <a:xfrm>
            <a:off x="1023937" y="4572000"/>
            <a:ext cx="6705600" cy="800100"/>
          </a:xfrm>
          <a:prstGeom prst="rect">
            <a:avLst/>
          </a:prstGeom>
        </p:spPr>
      </p:pic>
    </p:spTree>
    <p:extLst>
      <p:ext uri="{BB962C8B-B14F-4D97-AF65-F5344CB8AC3E}">
        <p14:creationId xmlns:p14="http://schemas.microsoft.com/office/powerpoint/2010/main" val="29190937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03BEA-E8E6-2E0B-9ED0-33C0C9390BA2}"/>
              </a:ext>
            </a:extLst>
          </p:cNvPr>
          <p:cNvSpPr>
            <a:spLocks noGrp="1"/>
          </p:cNvSpPr>
          <p:nvPr>
            <p:ph type="title"/>
          </p:nvPr>
        </p:nvSpPr>
        <p:spPr/>
        <p:txBody>
          <a:bodyPr/>
          <a:lstStyle/>
          <a:p>
            <a:r>
              <a:rPr lang="en-US" dirty="0"/>
              <a:t>7-5 ORDER BY Clause Options</a:t>
            </a:r>
          </a:p>
        </p:txBody>
      </p:sp>
      <p:sp>
        <p:nvSpPr>
          <p:cNvPr id="3" name="Date Placeholder 2">
            <a:extLst>
              <a:ext uri="{FF2B5EF4-FFF2-40B4-BE49-F238E27FC236}">
                <a16:creationId xmlns:a16="http://schemas.microsoft.com/office/drawing/2014/main" id="{4E185312-28EF-240E-E6F0-A9DA1D44F7BA}"/>
              </a:ext>
            </a:extLst>
          </p:cNvPr>
          <p:cNvSpPr>
            <a:spLocks noGrp="1"/>
          </p:cNvSpPr>
          <p:nvPr>
            <p:ph type="dt" sz="half" idx="10"/>
          </p:nvPr>
        </p:nvSpPr>
        <p:spPr/>
        <p:txBody>
          <a:bodyPr/>
          <a:lstStyle/>
          <a:p>
            <a:pPr>
              <a:defRPr/>
            </a:pPr>
            <a:fld id="{7F53EECD-5EF2-4F97-996E-6CBAC1BF3011}" type="datetime1">
              <a:rPr lang="en-US" smtClean="0"/>
              <a:pPr>
                <a:defRPr/>
              </a:pPr>
              <a:t>12/19/2024</a:t>
            </a:fld>
            <a:endParaRPr lang="en-US"/>
          </a:p>
        </p:txBody>
      </p:sp>
      <p:sp>
        <p:nvSpPr>
          <p:cNvPr id="4" name="Slide Number Placeholder 3">
            <a:extLst>
              <a:ext uri="{FF2B5EF4-FFF2-40B4-BE49-F238E27FC236}">
                <a16:creationId xmlns:a16="http://schemas.microsoft.com/office/drawing/2014/main" id="{37A512F6-7917-2F8D-C7F6-BE67EE23E9F8}"/>
              </a:ext>
            </a:extLst>
          </p:cNvPr>
          <p:cNvSpPr>
            <a:spLocks noGrp="1"/>
          </p:cNvSpPr>
          <p:nvPr>
            <p:ph type="sldNum" sz="quarter" idx="11"/>
          </p:nvPr>
        </p:nvSpPr>
        <p:spPr/>
        <p:txBody>
          <a:bodyPr/>
          <a:lstStyle/>
          <a:p>
            <a:pPr>
              <a:defRPr/>
            </a:pPr>
            <a:fld id="{F9126DDB-45DE-4D72-94FB-1E2D565E80AF}" type="slidenum">
              <a:rPr lang="en-US" smtClean="0"/>
              <a:pPr>
                <a:defRPr/>
              </a:pPr>
              <a:t>31</a:t>
            </a:fld>
            <a:endParaRPr lang="en-US"/>
          </a:p>
        </p:txBody>
      </p:sp>
      <p:sp>
        <p:nvSpPr>
          <p:cNvPr id="5" name="Footer Placeholder 4">
            <a:extLst>
              <a:ext uri="{FF2B5EF4-FFF2-40B4-BE49-F238E27FC236}">
                <a16:creationId xmlns:a16="http://schemas.microsoft.com/office/drawing/2014/main" id="{5DB6761A-C7FF-DF64-E1EB-26EFF4D220C4}"/>
              </a:ext>
            </a:extLst>
          </p:cNvPr>
          <p:cNvSpPr>
            <a:spLocks noGrp="1"/>
          </p:cNvSpPr>
          <p:nvPr>
            <p:ph type="ftr" sz="quarter" idx="12"/>
          </p:nvPr>
        </p:nvSpPr>
        <p:spPr/>
        <p:txBody>
          <a:bodyPr/>
          <a:lstStyle/>
          <a:p>
            <a:pPr>
              <a:defRPr/>
            </a:pPr>
            <a:r>
              <a:rPr lang="en-US"/>
              <a:t>Database System Design, Implementation And Management </a:t>
            </a:r>
          </a:p>
        </p:txBody>
      </p:sp>
    </p:spTree>
    <p:extLst>
      <p:ext uri="{BB962C8B-B14F-4D97-AF65-F5344CB8AC3E}">
        <p14:creationId xmlns:p14="http://schemas.microsoft.com/office/powerpoint/2010/main" val="19883119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4AD07-B58E-7204-6BC4-5E47E10AC4EE}"/>
              </a:ext>
            </a:extLst>
          </p:cNvPr>
          <p:cNvSpPr>
            <a:spLocks noGrp="1"/>
          </p:cNvSpPr>
          <p:nvPr>
            <p:ph type="title"/>
          </p:nvPr>
        </p:nvSpPr>
        <p:spPr/>
        <p:txBody>
          <a:bodyPr/>
          <a:lstStyle/>
          <a:p>
            <a:r>
              <a:rPr lang="en-US" dirty="0"/>
              <a:t>7-5 ORDER BY Clause Options</a:t>
            </a:r>
          </a:p>
        </p:txBody>
      </p:sp>
      <p:sp>
        <p:nvSpPr>
          <p:cNvPr id="3" name="Content Placeholder 2">
            <a:extLst>
              <a:ext uri="{FF2B5EF4-FFF2-40B4-BE49-F238E27FC236}">
                <a16:creationId xmlns:a16="http://schemas.microsoft.com/office/drawing/2014/main" id="{81513438-FCA2-A056-141C-47A89C91B1AF}"/>
              </a:ext>
            </a:extLst>
          </p:cNvPr>
          <p:cNvSpPr>
            <a:spLocks noGrp="1"/>
          </p:cNvSpPr>
          <p:nvPr>
            <p:ph idx="1"/>
          </p:nvPr>
        </p:nvSpPr>
        <p:spPr/>
        <p:txBody>
          <a:bodyPr/>
          <a:lstStyle/>
          <a:p>
            <a:r>
              <a:rPr lang="en-US" sz="1800" b="1" i="0" dirty="0">
                <a:solidFill>
                  <a:srgbClr val="007DAF"/>
                </a:solidFill>
                <a:effectLst/>
                <a:latin typeface="MyriadPro-BoldSemiCn"/>
              </a:rPr>
              <a:t>ORDER BY </a:t>
            </a:r>
            <a:r>
              <a:rPr lang="en-US" sz="1800" b="0" i="0" dirty="0">
                <a:solidFill>
                  <a:srgbClr val="242021"/>
                </a:solidFill>
                <a:effectLst/>
                <a:latin typeface="MyriadPro-SemiCn"/>
              </a:rPr>
              <a:t>A SQL clause that is useful for ordering the output of a SELECT query (e.g., in ascending or descending order).</a:t>
            </a:r>
          </a:p>
          <a:p>
            <a:pPr marL="0" indent="0">
              <a:buNone/>
            </a:pPr>
            <a:br>
              <a:rPr lang="en-US" dirty="0"/>
            </a:br>
            <a:endParaRPr lang="en-US" dirty="0"/>
          </a:p>
        </p:txBody>
      </p:sp>
      <p:sp>
        <p:nvSpPr>
          <p:cNvPr id="4" name="Slide Number Placeholder 3">
            <a:extLst>
              <a:ext uri="{FF2B5EF4-FFF2-40B4-BE49-F238E27FC236}">
                <a16:creationId xmlns:a16="http://schemas.microsoft.com/office/drawing/2014/main" id="{F3C58080-B182-B3C2-9748-B9DBFC4EAC85}"/>
              </a:ext>
            </a:extLst>
          </p:cNvPr>
          <p:cNvSpPr>
            <a:spLocks noGrp="1"/>
          </p:cNvSpPr>
          <p:nvPr>
            <p:ph type="sldNum" sz="quarter" idx="10"/>
          </p:nvPr>
        </p:nvSpPr>
        <p:spPr/>
        <p:txBody>
          <a:bodyPr/>
          <a:lstStyle/>
          <a:p>
            <a:pPr>
              <a:defRPr/>
            </a:pPr>
            <a:fld id="{34A84676-C444-4AC5-8B4E-405A7C81C0FB}" type="slidenum">
              <a:rPr lang="en-US" altLang="en-US" smtClean="0"/>
              <a:pPr>
                <a:defRPr/>
              </a:pPr>
              <a:t>32</a:t>
            </a:fld>
            <a:endParaRPr lang="en-US" altLang="en-US"/>
          </a:p>
        </p:txBody>
      </p:sp>
      <p:sp>
        <p:nvSpPr>
          <p:cNvPr id="5" name="Footer Placeholder 4">
            <a:extLst>
              <a:ext uri="{FF2B5EF4-FFF2-40B4-BE49-F238E27FC236}">
                <a16:creationId xmlns:a16="http://schemas.microsoft.com/office/drawing/2014/main" id="{A74F0D76-8886-FA40-52CE-B23223DAB4BC}"/>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FB043656-969D-8C6C-2F9A-0272151AF681}"/>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10" name="Picture 9">
            <a:extLst>
              <a:ext uri="{FF2B5EF4-FFF2-40B4-BE49-F238E27FC236}">
                <a16:creationId xmlns:a16="http://schemas.microsoft.com/office/drawing/2014/main" id="{363D1B99-6C7E-50B0-85EE-66A1335B98FC}"/>
              </a:ext>
            </a:extLst>
          </p:cNvPr>
          <p:cNvPicPr>
            <a:picLocks noChangeAspect="1"/>
          </p:cNvPicPr>
          <p:nvPr/>
        </p:nvPicPr>
        <p:blipFill>
          <a:blip r:embed="rId2"/>
          <a:stretch>
            <a:fillRect/>
          </a:stretch>
        </p:blipFill>
        <p:spPr>
          <a:xfrm>
            <a:off x="2590800" y="2929732"/>
            <a:ext cx="5200650" cy="1200150"/>
          </a:xfrm>
          <a:prstGeom prst="rect">
            <a:avLst/>
          </a:prstGeom>
        </p:spPr>
      </p:pic>
      <p:pic>
        <p:nvPicPr>
          <p:cNvPr id="12" name="Picture 11">
            <a:extLst>
              <a:ext uri="{FF2B5EF4-FFF2-40B4-BE49-F238E27FC236}">
                <a16:creationId xmlns:a16="http://schemas.microsoft.com/office/drawing/2014/main" id="{A16A0C6A-2A11-CBFC-1A17-F833779D988A}"/>
              </a:ext>
            </a:extLst>
          </p:cNvPr>
          <p:cNvPicPr>
            <a:picLocks noChangeAspect="1"/>
          </p:cNvPicPr>
          <p:nvPr/>
        </p:nvPicPr>
        <p:blipFill>
          <a:blip r:embed="rId3"/>
          <a:stretch>
            <a:fillRect/>
          </a:stretch>
        </p:blipFill>
        <p:spPr>
          <a:xfrm>
            <a:off x="2590800" y="4343400"/>
            <a:ext cx="7591425" cy="1200150"/>
          </a:xfrm>
          <a:prstGeom prst="rect">
            <a:avLst/>
          </a:prstGeom>
        </p:spPr>
      </p:pic>
    </p:spTree>
    <p:extLst>
      <p:ext uri="{BB962C8B-B14F-4D97-AF65-F5344CB8AC3E}">
        <p14:creationId xmlns:p14="http://schemas.microsoft.com/office/powerpoint/2010/main" val="3674284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F491AA-DCE9-461F-3154-E2BAE2524708}"/>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17FFC035-42D6-CA5A-C4EA-AB7CC3754CCC}"/>
              </a:ext>
            </a:extLst>
          </p:cNvPr>
          <p:cNvSpPr>
            <a:spLocks noGrp="1"/>
          </p:cNvSpPr>
          <p:nvPr>
            <p:ph type="sldNum" sz="quarter" idx="11"/>
          </p:nvPr>
        </p:nvSpPr>
        <p:spPr/>
        <p:txBody>
          <a:bodyPr/>
          <a:lstStyle/>
          <a:p>
            <a:pPr>
              <a:defRPr/>
            </a:pPr>
            <a:fld id="{D1AD3536-327C-4937-83AF-A64971CFA6D9}" type="slidenum">
              <a:rPr lang="en-US" smtClean="0"/>
              <a:pPr>
                <a:defRPr/>
              </a:pPr>
              <a:t>33</a:t>
            </a:fld>
            <a:endParaRPr lang="en-US"/>
          </a:p>
        </p:txBody>
      </p:sp>
      <p:sp>
        <p:nvSpPr>
          <p:cNvPr id="4" name="Footer Placeholder 3">
            <a:extLst>
              <a:ext uri="{FF2B5EF4-FFF2-40B4-BE49-F238E27FC236}">
                <a16:creationId xmlns:a16="http://schemas.microsoft.com/office/drawing/2014/main" id="{8F4C1D51-EC17-7A26-084F-7A3FB8F06889}"/>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DC60C6A6-4DCF-B101-5161-8EAFD4EF0594}"/>
              </a:ext>
            </a:extLst>
          </p:cNvPr>
          <p:cNvPicPr>
            <a:picLocks noChangeAspect="1"/>
          </p:cNvPicPr>
          <p:nvPr/>
        </p:nvPicPr>
        <p:blipFill>
          <a:blip r:embed="rId2"/>
          <a:stretch>
            <a:fillRect/>
          </a:stretch>
        </p:blipFill>
        <p:spPr>
          <a:xfrm>
            <a:off x="1007949" y="0"/>
            <a:ext cx="10176101" cy="6858000"/>
          </a:xfrm>
          <a:prstGeom prst="rect">
            <a:avLst/>
          </a:prstGeom>
        </p:spPr>
      </p:pic>
      <p:pic>
        <p:nvPicPr>
          <p:cNvPr id="7" name="Picture 6">
            <a:extLst>
              <a:ext uri="{FF2B5EF4-FFF2-40B4-BE49-F238E27FC236}">
                <a16:creationId xmlns:a16="http://schemas.microsoft.com/office/drawing/2014/main" id="{6785DD62-8F37-54C9-4618-E84E59529B49}"/>
              </a:ext>
            </a:extLst>
          </p:cNvPr>
          <p:cNvPicPr>
            <a:picLocks noChangeAspect="1"/>
          </p:cNvPicPr>
          <p:nvPr/>
        </p:nvPicPr>
        <p:blipFill>
          <a:blip r:embed="rId3"/>
          <a:stretch>
            <a:fillRect/>
          </a:stretch>
        </p:blipFill>
        <p:spPr>
          <a:xfrm>
            <a:off x="2300286" y="5383212"/>
            <a:ext cx="7591425" cy="1200150"/>
          </a:xfrm>
          <a:prstGeom prst="rect">
            <a:avLst/>
          </a:prstGeom>
        </p:spPr>
      </p:pic>
    </p:spTree>
    <p:extLst>
      <p:ext uri="{BB962C8B-B14F-4D97-AF65-F5344CB8AC3E}">
        <p14:creationId xmlns:p14="http://schemas.microsoft.com/office/powerpoint/2010/main" val="5646669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5668F5-5D8B-E017-2B8F-2EAB62F7FC7B}"/>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C91ED869-282F-B035-CB72-756E6E053975}"/>
              </a:ext>
            </a:extLst>
          </p:cNvPr>
          <p:cNvSpPr>
            <a:spLocks noGrp="1"/>
          </p:cNvSpPr>
          <p:nvPr>
            <p:ph type="sldNum" sz="quarter" idx="11"/>
          </p:nvPr>
        </p:nvSpPr>
        <p:spPr/>
        <p:txBody>
          <a:bodyPr/>
          <a:lstStyle/>
          <a:p>
            <a:pPr>
              <a:defRPr/>
            </a:pPr>
            <a:fld id="{D1AD3536-327C-4937-83AF-A64971CFA6D9}" type="slidenum">
              <a:rPr lang="en-US" smtClean="0"/>
              <a:pPr>
                <a:defRPr/>
              </a:pPr>
              <a:t>34</a:t>
            </a:fld>
            <a:endParaRPr lang="en-US"/>
          </a:p>
        </p:txBody>
      </p:sp>
      <p:sp>
        <p:nvSpPr>
          <p:cNvPr id="4" name="Footer Placeholder 3">
            <a:extLst>
              <a:ext uri="{FF2B5EF4-FFF2-40B4-BE49-F238E27FC236}">
                <a16:creationId xmlns:a16="http://schemas.microsoft.com/office/drawing/2014/main" id="{26B7B7DE-25B0-1630-899B-9F94BC2D4E4D}"/>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7D140760-72D2-C6AD-1EEE-5BCE33A54DCD}"/>
              </a:ext>
            </a:extLst>
          </p:cNvPr>
          <p:cNvPicPr>
            <a:picLocks noChangeAspect="1"/>
          </p:cNvPicPr>
          <p:nvPr/>
        </p:nvPicPr>
        <p:blipFill>
          <a:blip r:embed="rId2"/>
          <a:stretch>
            <a:fillRect/>
          </a:stretch>
        </p:blipFill>
        <p:spPr>
          <a:xfrm>
            <a:off x="738187" y="0"/>
            <a:ext cx="10715625" cy="6858000"/>
          </a:xfrm>
          <a:prstGeom prst="rect">
            <a:avLst/>
          </a:prstGeom>
        </p:spPr>
      </p:pic>
      <p:pic>
        <p:nvPicPr>
          <p:cNvPr id="8" name="Picture 7">
            <a:extLst>
              <a:ext uri="{FF2B5EF4-FFF2-40B4-BE49-F238E27FC236}">
                <a16:creationId xmlns:a16="http://schemas.microsoft.com/office/drawing/2014/main" id="{C4B709CE-9097-85E9-500C-BBD7E30A10D6}"/>
              </a:ext>
            </a:extLst>
          </p:cNvPr>
          <p:cNvPicPr>
            <a:picLocks noChangeAspect="1"/>
          </p:cNvPicPr>
          <p:nvPr/>
        </p:nvPicPr>
        <p:blipFill>
          <a:blip r:embed="rId3"/>
          <a:stretch>
            <a:fillRect/>
          </a:stretch>
        </p:blipFill>
        <p:spPr>
          <a:xfrm>
            <a:off x="738187" y="5223669"/>
            <a:ext cx="10477500" cy="1514475"/>
          </a:xfrm>
          <a:prstGeom prst="rect">
            <a:avLst/>
          </a:prstGeom>
        </p:spPr>
      </p:pic>
    </p:spTree>
    <p:extLst>
      <p:ext uri="{BB962C8B-B14F-4D97-AF65-F5344CB8AC3E}">
        <p14:creationId xmlns:p14="http://schemas.microsoft.com/office/powerpoint/2010/main" val="37467030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20C540-48C7-3522-1BC1-9D08B3C0799D}"/>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39D7F13C-2A6D-695E-C464-72461AA1A11F}"/>
              </a:ext>
            </a:extLst>
          </p:cNvPr>
          <p:cNvSpPr>
            <a:spLocks noGrp="1"/>
          </p:cNvSpPr>
          <p:nvPr>
            <p:ph type="sldNum" sz="quarter" idx="11"/>
          </p:nvPr>
        </p:nvSpPr>
        <p:spPr/>
        <p:txBody>
          <a:bodyPr/>
          <a:lstStyle/>
          <a:p>
            <a:pPr>
              <a:defRPr/>
            </a:pPr>
            <a:fld id="{D1AD3536-327C-4937-83AF-A64971CFA6D9}" type="slidenum">
              <a:rPr lang="en-US" smtClean="0"/>
              <a:pPr>
                <a:defRPr/>
              </a:pPr>
              <a:t>35</a:t>
            </a:fld>
            <a:endParaRPr lang="en-US"/>
          </a:p>
        </p:txBody>
      </p:sp>
      <p:sp>
        <p:nvSpPr>
          <p:cNvPr id="4" name="Footer Placeholder 3">
            <a:extLst>
              <a:ext uri="{FF2B5EF4-FFF2-40B4-BE49-F238E27FC236}">
                <a16:creationId xmlns:a16="http://schemas.microsoft.com/office/drawing/2014/main" id="{0E75E0D8-C4A8-1D5A-9EF8-FE0C3C995222}"/>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B32E29D4-E7A8-9D27-C408-16E185986965}"/>
              </a:ext>
            </a:extLst>
          </p:cNvPr>
          <p:cNvPicPr>
            <a:picLocks noChangeAspect="1"/>
          </p:cNvPicPr>
          <p:nvPr/>
        </p:nvPicPr>
        <p:blipFill>
          <a:blip r:embed="rId2"/>
          <a:stretch>
            <a:fillRect/>
          </a:stretch>
        </p:blipFill>
        <p:spPr>
          <a:xfrm>
            <a:off x="952500" y="0"/>
            <a:ext cx="10287000" cy="6858000"/>
          </a:xfrm>
          <a:prstGeom prst="rect">
            <a:avLst/>
          </a:prstGeom>
        </p:spPr>
      </p:pic>
      <p:pic>
        <p:nvPicPr>
          <p:cNvPr id="8" name="Picture 7">
            <a:extLst>
              <a:ext uri="{FF2B5EF4-FFF2-40B4-BE49-F238E27FC236}">
                <a16:creationId xmlns:a16="http://schemas.microsoft.com/office/drawing/2014/main" id="{3B2207A2-983B-A2BC-40E9-C8D6994C8363}"/>
              </a:ext>
            </a:extLst>
          </p:cNvPr>
          <p:cNvPicPr>
            <a:picLocks noChangeAspect="1"/>
          </p:cNvPicPr>
          <p:nvPr/>
        </p:nvPicPr>
        <p:blipFill>
          <a:blip r:embed="rId3"/>
          <a:stretch>
            <a:fillRect/>
          </a:stretch>
        </p:blipFill>
        <p:spPr>
          <a:xfrm>
            <a:off x="1066800" y="5624512"/>
            <a:ext cx="10334625" cy="1104900"/>
          </a:xfrm>
          <a:prstGeom prst="rect">
            <a:avLst/>
          </a:prstGeom>
        </p:spPr>
      </p:pic>
    </p:spTree>
    <p:extLst>
      <p:ext uri="{BB962C8B-B14F-4D97-AF65-F5344CB8AC3E}">
        <p14:creationId xmlns:p14="http://schemas.microsoft.com/office/powerpoint/2010/main" val="13572045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0309C3-C318-CA69-50B9-4A13DA64A883}"/>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B11AFD68-46ED-3FDC-378D-B2BEC63D050D}"/>
              </a:ext>
            </a:extLst>
          </p:cNvPr>
          <p:cNvSpPr>
            <a:spLocks noGrp="1"/>
          </p:cNvSpPr>
          <p:nvPr>
            <p:ph type="sldNum" sz="quarter" idx="11"/>
          </p:nvPr>
        </p:nvSpPr>
        <p:spPr/>
        <p:txBody>
          <a:bodyPr/>
          <a:lstStyle/>
          <a:p>
            <a:pPr>
              <a:defRPr/>
            </a:pPr>
            <a:fld id="{D1AD3536-327C-4937-83AF-A64971CFA6D9}" type="slidenum">
              <a:rPr lang="en-US" smtClean="0"/>
              <a:pPr>
                <a:defRPr/>
              </a:pPr>
              <a:t>36</a:t>
            </a:fld>
            <a:endParaRPr lang="en-US"/>
          </a:p>
        </p:txBody>
      </p:sp>
      <p:sp>
        <p:nvSpPr>
          <p:cNvPr id="4" name="Footer Placeholder 3">
            <a:extLst>
              <a:ext uri="{FF2B5EF4-FFF2-40B4-BE49-F238E27FC236}">
                <a16:creationId xmlns:a16="http://schemas.microsoft.com/office/drawing/2014/main" id="{4C7EE96B-508E-00D6-9649-E527FC02B9F5}"/>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9E8242D9-5FC9-486F-A90D-4BA199691555}"/>
              </a:ext>
            </a:extLst>
          </p:cNvPr>
          <p:cNvPicPr>
            <a:picLocks noChangeAspect="1"/>
          </p:cNvPicPr>
          <p:nvPr/>
        </p:nvPicPr>
        <p:blipFill>
          <a:blip r:embed="rId2"/>
          <a:stretch>
            <a:fillRect/>
          </a:stretch>
        </p:blipFill>
        <p:spPr>
          <a:xfrm>
            <a:off x="638175" y="1300162"/>
            <a:ext cx="10915650" cy="4257675"/>
          </a:xfrm>
          <a:prstGeom prst="rect">
            <a:avLst/>
          </a:prstGeom>
        </p:spPr>
      </p:pic>
    </p:spTree>
    <p:extLst>
      <p:ext uri="{BB962C8B-B14F-4D97-AF65-F5344CB8AC3E}">
        <p14:creationId xmlns:p14="http://schemas.microsoft.com/office/powerpoint/2010/main" val="11725264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FC064-1701-4BD3-4480-EBF6921D5610}"/>
              </a:ext>
            </a:extLst>
          </p:cNvPr>
          <p:cNvSpPr>
            <a:spLocks noGrp="1"/>
          </p:cNvSpPr>
          <p:nvPr>
            <p:ph type="title"/>
          </p:nvPr>
        </p:nvSpPr>
        <p:spPr/>
        <p:txBody>
          <a:bodyPr/>
          <a:lstStyle/>
          <a:p>
            <a:r>
              <a:rPr lang="en-US" dirty="0"/>
              <a:t>7-6 WHERE Clause Options</a:t>
            </a:r>
          </a:p>
        </p:txBody>
      </p:sp>
      <p:sp>
        <p:nvSpPr>
          <p:cNvPr id="3" name="Date Placeholder 2">
            <a:extLst>
              <a:ext uri="{FF2B5EF4-FFF2-40B4-BE49-F238E27FC236}">
                <a16:creationId xmlns:a16="http://schemas.microsoft.com/office/drawing/2014/main" id="{714D2FEF-3E9A-5DF9-090C-5E6692F6B3D5}"/>
              </a:ext>
            </a:extLst>
          </p:cNvPr>
          <p:cNvSpPr>
            <a:spLocks noGrp="1"/>
          </p:cNvSpPr>
          <p:nvPr>
            <p:ph type="dt" sz="half" idx="10"/>
          </p:nvPr>
        </p:nvSpPr>
        <p:spPr/>
        <p:txBody>
          <a:bodyPr/>
          <a:lstStyle/>
          <a:p>
            <a:pPr>
              <a:defRPr/>
            </a:pPr>
            <a:fld id="{7F53EECD-5EF2-4F97-996E-6CBAC1BF3011}" type="datetime1">
              <a:rPr lang="en-US" smtClean="0"/>
              <a:pPr>
                <a:defRPr/>
              </a:pPr>
              <a:t>12/19/2024</a:t>
            </a:fld>
            <a:endParaRPr lang="en-US"/>
          </a:p>
        </p:txBody>
      </p:sp>
      <p:sp>
        <p:nvSpPr>
          <p:cNvPr id="4" name="Slide Number Placeholder 3">
            <a:extLst>
              <a:ext uri="{FF2B5EF4-FFF2-40B4-BE49-F238E27FC236}">
                <a16:creationId xmlns:a16="http://schemas.microsoft.com/office/drawing/2014/main" id="{4A82AC63-9707-2D4B-6D4E-DBA2CC456D92}"/>
              </a:ext>
            </a:extLst>
          </p:cNvPr>
          <p:cNvSpPr>
            <a:spLocks noGrp="1"/>
          </p:cNvSpPr>
          <p:nvPr>
            <p:ph type="sldNum" sz="quarter" idx="11"/>
          </p:nvPr>
        </p:nvSpPr>
        <p:spPr/>
        <p:txBody>
          <a:bodyPr/>
          <a:lstStyle/>
          <a:p>
            <a:pPr>
              <a:defRPr/>
            </a:pPr>
            <a:fld id="{F9126DDB-45DE-4D72-94FB-1E2D565E80AF}" type="slidenum">
              <a:rPr lang="en-US" smtClean="0"/>
              <a:pPr>
                <a:defRPr/>
              </a:pPr>
              <a:t>37</a:t>
            </a:fld>
            <a:endParaRPr lang="en-US"/>
          </a:p>
        </p:txBody>
      </p:sp>
      <p:sp>
        <p:nvSpPr>
          <p:cNvPr id="5" name="Footer Placeholder 4">
            <a:extLst>
              <a:ext uri="{FF2B5EF4-FFF2-40B4-BE49-F238E27FC236}">
                <a16:creationId xmlns:a16="http://schemas.microsoft.com/office/drawing/2014/main" id="{8DD2EB28-FBFA-B92C-2195-3CA5C5F645EC}"/>
              </a:ext>
            </a:extLst>
          </p:cNvPr>
          <p:cNvSpPr>
            <a:spLocks noGrp="1"/>
          </p:cNvSpPr>
          <p:nvPr>
            <p:ph type="ftr" sz="quarter" idx="12"/>
          </p:nvPr>
        </p:nvSpPr>
        <p:spPr/>
        <p:txBody>
          <a:bodyPr/>
          <a:lstStyle/>
          <a:p>
            <a:pPr>
              <a:defRPr/>
            </a:pPr>
            <a:r>
              <a:rPr lang="en-US"/>
              <a:t>Database System Design, Implementation And Management </a:t>
            </a:r>
          </a:p>
        </p:txBody>
      </p:sp>
    </p:spTree>
    <p:extLst>
      <p:ext uri="{BB962C8B-B14F-4D97-AF65-F5344CB8AC3E}">
        <p14:creationId xmlns:p14="http://schemas.microsoft.com/office/powerpoint/2010/main" val="7831751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009B5-0451-96D7-D199-39976B075F07}"/>
              </a:ext>
            </a:extLst>
          </p:cNvPr>
          <p:cNvSpPr>
            <a:spLocks noGrp="1"/>
          </p:cNvSpPr>
          <p:nvPr>
            <p:ph type="title"/>
          </p:nvPr>
        </p:nvSpPr>
        <p:spPr/>
        <p:txBody>
          <a:bodyPr/>
          <a:lstStyle/>
          <a:p>
            <a:r>
              <a:rPr lang="en-US" dirty="0"/>
              <a:t>7-6a Selecting Rows with Conditional Restrictions</a:t>
            </a:r>
          </a:p>
        </p:txBody>
      </p:sp>
      <p:sp>
        <p:nvSpPr>
          <p:cNvPr id="3" name="Content Placeholder 2">
            <a:extLst>
              <a:ext uri="{FF2B5EF4-FFF2-40B4-BE49-F238E27FC236}">
                <a16:creationId xmlns:a16="http://schemas.microsoft.com/office/drawing/2014/main" id="{57040E82-5D95-5C50-BEC7-9B270727199D}"/>
              </a:ext>
            </a:extLst>
          </p:cNvPr>
          <p:cNvSpPr>
            <a:spLocks noGrp="1"/>
          </p:cNvSpPr>
          <p:nvPr>
            <p:ph idx="1"/>
          </p:nvPr>
        </p:nvSpPr>
        <p:spPr/>
        <p:txBody>
          <a:bodyPr/>
          <a:lstStyle/>
          <a:p>
            <a:r>
              <a:rPr lang="en-US" sz="2400" b="1" i="0" dirty="0">
                <a:solidFill>
                  <a:srgbClr val="007DAF"/>
                </a:solidFill>
                <a:effectLst/>
                <a:latin typeface="MyriadPro-BoldSemiCn"/>
              </a:rPr>
              <a:t>WHERE </a:t>
            </a:r>
            <a:r>
              <a:rPr lang="en-US" sz="2400" b="0" i="0" dirty="0">
                <a:solidFill>
                  <a:srgbClr val="242021"/>
                </a:solidFill>
                <a:effectLst/>
                <a:latin typeface="MyriadPro-SemiCn"/>
              </a:rPr>
              <a:t>A SQL clause that adds conditional restrictions to a SELECT statement to limit the rows returned by the query.</a:t>
            </a:r>
            <a:r>
              <a:rPr lang="en-US" sz="2800" dirty="0"/>
              <a:t> </a:t>
            </a:r>
          </a:p>
          <a:p>
            <a:pPr marL="0" indent="0">
              <a:buNone/>
            </a:pPr>
            <a:br>
              <a:rPr lang="en-US" sz="2800" dirty="0"/>
            </a:br>
            <a:endParaRPr lang="en-US" sz="2800" dirty="0"/>
          </a:p>
        </p:txBody>
      </p:sp>
      <p:sp>
        <p:nvSpPr>
          <p:cNvPr id="4" name="Slide Number Placeholder 3">
            <a:extLst>
              <a:ext uri="{FF2B5EF4-FFF2-40B4-BE49-F238E27FC236}">
                <a16:creationId xmlns:a16="http://schemas.microsoft.com/office/drawing/2014/main" id="{0FB698F4-DE16-761D-13B9-8F6590E89221}"/>
              </a:ext>
            </a:extLst>
          </p:cNvPr>
          <p:cNvSpPr>
            <a:spLocks noGrp="1"/>
          </p:cNvSpPr>
          <p:nvPr>
            <p:ph type="sldNum" sz="quarter" idx="10"/>
          </p:nvPr>
        </p:nvSpPr>
        <p:spPr/>
        <p:txBody>
          <a:bodyPr/>
          <a:lstStyle/>
          <a:p>
            <a:pPr>
              <a:defRPr/>
            </a:pPr>
            <a:fld id="{34A84676-C444-4AC5-8B4E-405A7C81C0FB}" type="slidenum">
              <a:rPr lang="en-US" altLang="en-US" smtClean="0"/>
              <a:pPr>
                <a:defRPr/>
              </a:pPr>
              <a:t>38</a:t>
            </a:fld>
            <a:endParaRPr lang="en-US" altLang="en-US"/>
          </a:p>
        </p:txBody>
      </p:sp>
      <p:sp>
        <p:nvSpPr>
          <p:cNvPr id="5" name="Footer Placeholder 4">
            <a:extLst>
              <a:ext uri="{FF2B5EF4-FFF2-40B4-BE49-F238E27FC236}">
                <a16:creationId xmlns:a16="http://schemas.microsoft.com/office/drawing/2014/main" id="{72C93A4D-46A5-37E8-BD67-A418D4CA58E1}"/>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7CC985F5-EB23-EC03-4257-FC853B3CF8A7}"/>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EA5053AB-6F8E-EB7B-7359-C8AD386B5B56}"/>
              </a:ext>
            </a:extLst>
          </p:cNvPr>
          <p:cNvPicPr>
            <a:picLocks noChangeAspect="1"/>
          </p:cNvPicPr>
          <p:nvPr/>
        </p:nvPicPr>
        <p:blipFill>
          <a:blip r:embed="rId2"/>
          <a:stretch>
            <a:fillRect/>
          </a:stretch>
        </p:blipFill>
        <p:spPr>
          <a:xfrm>
            <a:off x="3500437" y="3657600"/>
            <a:ext cx="5191125" cy="1514475"/>
          </a:xfrm>
          <a:prstGeom prst="rect">
            <a:avLst/>
          </a:prstGeom>
        </p:spPr>
      </p:pic>
    </p:spTree>
    <p:extLst>
      <p:ext uri="{BB962C8B-B14F-4D97-AF65-F5344CB8AC3E}">
        <p14:creationId xmlns:p14="http://schemas.microsoft.com/office/powerpoint/2010/main" val="27166760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3AC8680-2F0C-9858-3B4B-C2CE960E40C7}"/>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A9F5F585-A725-C539-00DC-6E33EFE65C43}"/>
              </a:ext>
            </a:extLst>
          </p:cNvPr>
          <p:cNvSpPr>
            <a:spLocks noGrp="1"/>
          </p:cNvSpPr>
          <p:nvPr>
            <p:ph type="sldNum" sz="quarter" idx="11"/>
          </p:nvPr>
        </p:nvSpPr>
        <p:spPr/>
        <p:txBody>
          <a:bodyPr/>
          <a:lstStyle/>
          <a:p>
            <a:pPr>
              <a:defRPr/>
            </a:pPr>
            <a:fld id="{D1AD3536-327C-4937-83AF-A64971CFA6D9}" type="slidenum">
              <a:rPr lang="en-US" smtClean="0"/>
              <a:pPr>
                <a:defRPr/>
              </a:pPr>
              <a:t>39</a:t>
            </a:fld>
            <a:endParaRPr lang="en-US"/>
          </a:p>
        </p:txBody>
      </p:sp>
      <p:sp>
        <p:nvSpPr>
          <p:cNvPr id="4" name="Footer Placeholder 3">
            <a:extLst>
              <a:ext uri="{FF2B5EF4-FFF2-40B4-BE49-F238E27FC236}">
                <a16:creationId xmlns:a16="http://schemas.microsoft.com/office/drawing/2014/main" id="{B1C8C96D-EA04-8B2E-4747-AC3BF63B058D}"/>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4B91E998-CD31-4AB1-F583-E2F85F19D299}"/>
              </a:ext>
            </a:extLst>
          </p:cNvPr>
          <p:cNvPicPr>
            <a:picLocks noChangeAspect="1"/>
          </p:cNvPicPr>
          <p:nvPr/>
        </p:nvPicPr>
        <p:blipFill>
          <a:blip r:embed="rId2"/>
          <a:stretch>
            <a:fillRect/>
          </a:stretch>
        </p:blipFill>
        <p:spPr>
          <a:xfrm>
            <a:off x="623887" y="1962150"/>
            <a:ext cx="10944225" cy="2933700"/>
          </a:xfrm>
          <a:prstGeom prst="rect">
            <a:avLst/>
          </a:prstGeom>
        </p:spPr>
      </p:pic>
      <p:pic>
        <p:nvPicPr>
          <p:cNvPr id="8" name="Picture 7">
            <a:extLst>
              <a:ext uri="{FF2B5EF4-FFF2-40B4-BE49-F238E27FC236}">
                <a16:creationId xmlns:a16="http://schemas.microsoft.com/office/drawing/2014/main" id="{9678EC2B-FC7B-8ED7-D758-FDD3DC6E38B1}"/>
              </a:ext>
            </a:extLst>
          </p:cNvPr>
          <p:cNvPicPr>
            <a:picLocks noChangeAspect="1"/>
          </p:cNvPicPr>
          <p:nvPr/>
        </p:nvPicPr>
        <p:blipFill>
          <a:blip r:embed="rId3"/>
          <a:stretch>
            <a:fillRect/>
          </a:stretch>
        </p:blipFill>
        <p:spPr>
          <a:xfrm>
            <a:off x="3581400" y="5105400"/>
            <a:ext cx="7553325" cy="1057275"/>
          </a:xfrm>
          <a:prstGeom prst="rect">
            <a:avLst/>
          </a:prstGeom>
        </p:spPr>
      </p:pic>
    </p:spTree>
    <p:extLst>
      <p:ext uri="{BB962C8B-B14F-4D97-AF65-F5344CB8AC3E}">
        <p14:creationId xmlns:p14="http://schemas.microsoft.com/office/powerpoint/2010/main" val="9625845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18DAFD-6CEA-B196-0A44-BC91F8428A90}"/>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8549177C-7B7B-5328-4357-9CCC710C446C}"/>
              </a:ext>
            </a:extLst>
          </p:cNvPr>
          <p:cNvSpPr>
            <a:spLocks noGrp="1"/>
          </p:cNvSpPr>
          <p:nvPr>
            <p:ph type="sldNum" sz="quarter" idx="11"/>
          </p:nvPr>
        </p:nvSpPr>
        <p:spPr/>
        <p:txBody>
          <a:bodyPr/>
          <a:lstStyle/>
          <a:p>
            <a:pPr>
              <a:defRPr/>
            </a:pPr>
            <a:fld id="{D1AD3536-327C-4937-83AF-A64971CFA6D9}" type="slidenum">
              <a:rPr lang="en-US" smtClean="0"/>
              <a:pPr>
                <a:defRPr/>
              </a:pPr>
              <a:t>40</a:t>
            </a:fld>
            <a:endParaRPr lang="en-US"/>
          </a:p>
        </p:txBody>
      </p:sp>
      <p:sp>
        <p:nvSpPr>
          <p:cNvPr id="4" name="Footer Placeholder 3">
            <a:extLst>
              <a:ext uri="{FF2B5EF4-FFF2-40B4-BE49-F238E27FC236}">
                <a16:creationId xmlns:a16="http://schemas.microsoft.com/office/drawing/2014/main" id="{E7B90299-3B8E-AF52-8FB2-625BBC0582E7}"/>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AAE34EAD-6B39-069A-D5DA-81FE52B214B0}"/>
              </a:ext>
            </a:extLst>
          </p:cNvPr>
          <p:cNvPicPr>
            <a:picLocks noChangeAspect="1"/>
          </p:cNvPicPr>
          <p:nvPr/>
        </p:nvPicPr>
        <p:blipFill>
          <a:blip r:embed="rId2"/>
          <a:stretch>
            <a:fillRect/>
          </a:stretch>
        </p:blipFill>
        <p:spPr>
          <a:xfrm>
            <a:off x="628650" y="1528762"/>
            <a:ext cx="10934700" cy="3800475"/>
          </a:xfrm>
          <a:prstGeom prst="rect">
            <a:avLst/>
          </a:prstGeom>
        </p:spPr>
      </p:pic>
    </p:spTree>
    <p:extLst>
      <p:ext uri="{BB962C8B-B14F-4D97-AF65-F5344CB8AC3E}">
        <p14:creationId xmlns:p14="http://schemas.microsoft.com/office/powerpoint/2010/main" val="14558908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44CE72-5AB7-40C8-FFDC-A84CFDDE4177}"/>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6B5F179F-9343-1489-BAC0-409B9E2EEA43}"/>
              </a:ext>
            </a:extLst>
          </p:cNvPr>
          <p:cNvSpPr>
            <a:spLocks noGrp="1"/>
          </p:cNvSpPr>
          <p:nvPr>
            <p:ph type="sldNum" sz="quarter" idx="11"/>
          </p:nvPr>
        </p:nvSpPr>
        <p:spPr/>
        <p:txBody>
          <a:bodyPr/>
          <a:lstStyle/>
          <a:p>
            <a:pPr>
              <a:defRPr/>
            </a:pPr>
            <a:fld id="{D1AD3536-327C-4937-83AF-A64971CFA6D9}" type="slidenum">
              <a:rPr lang="en-US" smtClean="0"/>
              <a:pPr>
                <a:defRPr/>
              </a:pPr>
              <a:t>41</a:t>
            </a:fld>
            <a:endParaRPr lang="en-US"/>
          </a:p>
        </p:txBody>
      </p:sp>
      <p:sp>
        <p:nvSpPr>
          <p:cNvPr id="4" name="Footer Placeholder 3">
            <a:extLst>
              <a:ext uri="{FF2B5EF4-FFF2-40B4-BE49-F238E27FC236}">
                <a16:creationId xmlns:a16="http://schemas.microsoft.com/office/drawing/2014/main" id="{F53E1D70-5590-1DCD-FC2E-D9ACF3D323E8}"/>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B71D364A-C655-1D1B-9AC1-DC31476452C9}"/>
              </a:ext>
            </a:extLst>
          </p:cNvPr>
          <p:cNvPicPr>
            <a:picLocks noChangeAspect="1"/>
          </p:cNvPicPr>
          <p:nvPr/>
        </p:nvPicPr>
        <p:blipFill>
          <a:blip r:embed="rId2"/>
          <a:stretch>
            <a:fillRect/>
          </a:stretch>
        </p:blipFill>
        <p:spPr>
          <a:xfrm>
            <a:off x="633412" y="600075"/>
            <a:ext cx="10925175" cy="5657850"/>
          </a:xfrm>
          <a:prstGeom prst="rect">
            <a:avLst/>
          </a:prstGeom>
        </p:spPr>
      </p:pic>
      <p:pic>
        <p:nvPicPr>
          <p:cNvPr id="8" name="Picture 7">
            <a:extLst>
              <a:ext uri="{FF2B5EF4-FFF2-40B4-BE49-F238E27FC236}">
                <a16:creationId xmlns:a16="http://schemas.microsoft.com/office/drawing/2014/main" id="{1B229FA1-BC6B-BA61-F84E-BF0CD999C5D3}"/>
              </a:ext>
            </a:extLst>
          </p:cNvPr>
          <p:cNvPicPr>
            <a:picLocks noChangeAspect="1"/>
          </p:cNvPicPr>
          <p:nvPr/>
        </p:nvPicPr>
        <p:blipFill>
          <a:blip r:embed="rId3"/>
          <a:stretch>
            <a:fillRect/>
          </a:stretch>
        </p:blipFill>
        <p:spPr>
          <a:xfrm>
            <a:off x="3733800" y="5119227"/>
            <a:ext cx="7705725" cy="1123950"/>
          </a:xfrm>
          <a:prstGeom prst="rect">
            <a:avLst/>
          </a:prstGeom>
        </p:spPr>
      </p:pic>
    </p:spTree>
    <p:extLst>
      <p:ext uri="{BB962C8B-B14F-4D97-AF65-F5344CB8AC3E}">
        <p14:creationId xmlns:p14="http://schemas.microsoft.com/office/powerpoint/2010/main" val="24392000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234528-1373-213B-3263-396A1E36784A}"/>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8B5ACCB6-37C0-8EC4-3FCD-66333FD76278}"/>
              </a:ext>
            </a:extLst>
          </p:cNvPr>
          <p:cNvSpPr>
            <a:spLocks noGrp="1"/>
          </p:cNvSpPr>
          <p:nvPr>
            <p:ph type="sldNum" sz="quarter" idx="11"/>
          </p:nvPr>
        </p:nvSpPr>
        <p:spPr/>
        <p:txBody>
          <a:bodyPr/>
          <a:lstStyle/>
          <a:p>
            <a:pPr>
              <a:defRPr/>
            </a:pPr>
            <a:fld id="{D1AD3536-327C-4937-83AF-A64971CFA6D9}" type="slidenum">
              <a:rPr lang="en-US" smtClean="0"/>
              <a:pPr>
                <a:defRPr/>
              </a:pPr>
              <a:t>42</a:t>
            </a:fld>
            <a:endParaRPr lang="en-US"/>
          </a:p>
        </p:txBody>
      </p:sp>
      <p:sp>
        <p:nvSpPr>
          <p:cNvPr id="4" name="Footer Placeholder 3">
            <a:extLst>
              <a:ext uri="{FF2B5EF4-FFF2-40B4-BE49-F238E27FC236}">
                <a16:creationId xmlns:a16="http://schemas.microsoft.com/office/drawing/2014/main" id="{F60A2625-9D53-45CB-C478-CC0D71EF9E30}"/>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ECEC307E-A442-27FF-38AA-0D437C219CD2}"/>
              </a:ext>
            </a:extLst>
          </p:cNvPr>
          <p:cNvPicPr>
            <a:picLocks noChangeAspect="1"/>
          </p:cNvPicPr>
          <p:nvPr/>
        </p:nvPicPr>
        <p:blipFill>
          <a:blip r:embed="rId2"/>
          <a:stretch>
            <a:fillRect/>
          </a:stretch>
        </p:blipFill>
        <p:spPr>
          <a:xfrm>
            <a:off x="628650" y="1585912"/>
            <a:ext cx="10934700" cy="3686175"/>
          </a:xfrm>
          <a:prstGeom prst="rect">
            <a:avLst/>
          </a:prstGeom>
        </p:spPr>
      </p:pic>
      <p:pic>
        <p:nvPicPr>
          <p:cNvPr id="8" name="Picture 7">
            <a:extLst>
              <a:ext uri="{FF2B5EF4-FFF2-40B4-BE49-F238E27FC236}">
                <a16:creationId xmlns:a16="http://schemas.microsoft.com/office/drawing/2014/main" id="{773D7D59-4207-4594-48D1-D8A1F1A615B6}"/>
              </a:ext>
            </a:extLst>
          </p:cNvPr>
          <p:cNvPicPr>
            <a:picLocks noChangeAspect="1"/>
          </p:cNvPicPr>
          <p:nvPr/>
        </p:nvPicPr>
        <p:blipFill>
          <a:blip r:embed="rId3"/>
          <a:stretch>
            <a:fillRect/>
          </a:stretch>
        </p:blipFill>
        <p:spPr>
          <a:xfrm>
            <a:off x="4114800" y="5181600"/>
            <a:ext cx="7277100" cy="1171575"/>
          </a:xfrm>
          <a:prstGeom prst="rect">
            <a:avLst/>
          </a:prstGeom>
        </p:spPr>
      </p:pic>
    </p:spTree>
    <p:extLst>
      <p:ext uri="{BB962C8B-B14F-4D97-AF65-F5344CB8AC3E}">
        <p14:creationId xmlns:p14="http://schemas.microsoft.com/office/powerpoint/2010/main" val="34330023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0263-147E-CED8-1CAA-91FDA29002F0}"/>
              </a:ext>
            </a:extLst>
          </p:cNvPr>
          <p:cNvSpPr>
            <a:spLocks noGrp="1"/>
          </p:cNvSpPr>
          <p:nvPr>
            <p:ph type="title"/>
          </p:nvPr>
        </p:nvSpPr>
        <p:spPr/>
        <p:txBody>
          <a:bodyPr/>
          <a:lstStyle/>
          <a:p>
            <a:r>
              <a:rPr lang="en-US" sz="2800" dirty="0"/>
              <a:t>7-6b Using Comparison Operators on Character Attributes</a:t>
            </a:r>
          </a:p>
        </p:txBody>
      </p:sp>
      <p:sp>
        <p:nvSpPr>
          <p:cNvPr id="3" name="Content Placeholder 2">
            <a:extLst>
              <a:ext uri="{FF2B5EF4-FFF2-40B4-BE49-F238E27FC236}">
                <a16:creationId xmlns:a16="http://schemas.microsoft.com/office/drawing/2014/main" id="{87956117-E9FA-2580-2220-238E81453ACB}"/>
              </a:ext>
            </a:extLst>
          </p:cNvPr>
          <p:cNvSpPr>
            <a:spLocks noGrp="1"/>
          </p:cNvSpPr>
          <p:nvPr>
            <p:ph idx="1"/>
          </p:nvPr>
        </p:nvSpPr>
        <p:spPr/>
        <p:txBody>
          <a:bodyPr/>
          <a:lstStyle/>
          <a:p>
            <a:r>
              <a:rPr lang="en-US" sz="1800" b="0" i="0" dirty="0">
                <a:solidFill>
                  <a:srgbClr val="242021"/>
                </a:solidFill>
                <a:effectLst/>
                <a:latin typeface="NewCaledoniaLTStd"/>
              </a:rPr>
              <a:t>Because computers identify all characters by their numeric American Standard Code for Information Interchange (ASCII) codes, comparison operators may even be used to place restrictions on character-based attributes.</a:t>
            </a:r>
            <a:br>
              <a:rPr lang="en-US" dirty="0"/>
            </a:br>
            <a:endParaRPr lang="en-US" dirty="0"/>
          </a:p>
        </p:txBody>
      </p:sp>
      <p:sp>
        <p:nvSpPr>
          <p:cNvPr id="4" name="Slide Number Placeholder 3">
            <a:extLst>
              <a:ext uri="{FF2B5EF4-FFF2-40B4-BE49-F238E27FC236}">
                <a16:creationId xmlns:a16="http://schemas.microsoft.com/office/drawing/2014/main" id="{29EA8D70-934A-789E-035C-503521C6F9CC}"/>
              </a:ext>
            </a:extLst>
          </p:cNvPr>
          <p:cNvSpPr>
            <a:spLocks noGrp="1"/>
          </p:cNvSpPr>
          <p:nvPr>
            <p:ph type="sldNum" sz="quarter" idx="10"/>
          </p:nvPr>
        </p:nvSpPr>
        <p:spPr/>
        <p:txBody>
          <a:bodyPr/>
          <a:lstStyle/>
          <a:p>
            <a:pPr>
              <a:defRPr/>
            </a:pPr>
            <a:fld id="{34A84676-C444-4AC5-8B4E-405A7C81C0FB}" type="slidenum">
              <a:rPr lang="en-US" altLang="en-US" smtClean="0"/>
              <a:pPr>
                <a:defRPr/>
              </a:pPr>
              <a:t>43</a:t>
            </a:fld>
            <a:endParaRPr lang="en-US" altLang="en-US"/>
          </a:p>
        </p:txBody>
      </p:sp>
      <p:sp>
        <p:nvSpPr>
          <p:cNvPr id="5" name="Footer Placeholder 4">
            <a:extLst>
              <a:ext uri="{FF2B5EF4-FFF2-40B4-BE49-F238E27FC236}">
                <a16:creationId xmlns:a16="http://schemas.microsoft.com/office/drawing/2014/main" id="{C3EAEF15-AFAE-9E7B-1A61-E23626D11AF0}"/>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9F7009F9-378F-D9F1-A25B-28E3DD8BD0D3}"/>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705D66AE-FCC4-DAD8-C04C-068A233A87FF}"/>
              </a:ext>
            </a:extLst>
          </p:cNvPr>
          <p:cNvPicPr>
            <a:picLocks noChangeAspect="1"/>
          </p:cNvPicPr>
          <p:nvPr/>
        </p:nvPicPr>
        <p:blipFill>
          <a:blip r:embed="rId2"/>
          <a:stretch>
            <a:fillRect/>
          </a:stretch>
        </p:blipFill>
        <p:spPr>
          <a:xfrm>
            <a:off x="633412" y="3063081"/>
            <a:ext cx="10925175" cy="3324225"/>
          </a:xfrm>
          <a:prstGeom prst="rect">
            <a:avLst/>
          </a:prstGeom>
        </p:spPr>
      </p:pic>
      <p:pic>
        <p:nvPicPr>
          <p:cNvPr id="10" name="Picture 9">
            <a:extLst>
              <a:ext uri="{FF2B5EF4-FFF2-40B4-BE49-F238E27FC236}">
                <a16:creationId xmlns:a16="http://schemas.microsoft.com/office/drawing/2014/main" id="{81933E2B-648B-192D-6CA3-ADE16C859762}"/>
              </a:ext>
            </a:extLst>
          </p:cNvPr>
          <p:cNvPicPr>
            <a:picLocks noChangeAspect="1"/>
          </p:cNvPicPr>
          <p:nvPr/>
        </p:nvPicPr>
        <p:blipFill>
          <a:blip r:embed="rId3"/>
          <a:stretch>
            <a:fillRect/>
          </a:stretch>
        </p:blipFill>
        <p:spPr>
          <a:xfrm>
            <a:off x="2718619" y="2846387"/>
            <a:ext cx="9144000" cy="1190625"/>
          </a:xfrm>
          <a:prstGeom prst="rect">
            <a:avLst/>
          </a:prstGeom>
        </p:spPr>
      </p:pic>
    </p:spTree>
    <p:extLst>
      <p:ext uri="{BB962C8B-B14F-4D97-AF65-F5344CB8AC3E}">
        <p14:creationId xmlns:p14="http://schemas.microsoft.com/office/powerpoint/2010/main" val="36055101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77B50-B18E-752A-4718-444A17914080}"/>
              </a:ext>
            </a:extLst>
          </p:cNvPr>
          <p:cNvSpPr>
            <a:spLocks noGrp="1"/>
          </p:cNvSpPr>
          <p:nvPr>
            <p:ph type="title"/>
          </p:nvPr>
        </p:nvSpPr>
        <p:spPr/>
        <p:txBody>
          <a:bodyPr/>
          <a:lstStyle/>
          <a:p>
            <a:r>
              <a:rPr lang="en-US" dirty="0"/>
              <a:t>7-6c Using Comparison Operators on Dates</a:t>
            </a:r>
          </a:p>
        </p:txBody>
      </p:sp>
      <p:sp>
        <p:nvSpPr>
          <p:cNvPr id="3" name="Content Placeholder 2">
            <a:extLst>
              <a:ext uri="{FF2B5EF4-FFF2-40B4-BE49-F238E27FC236}">
                <a16:creationId xmlns:a16="http://schemas.microsoft.com/office/drawing/2014/main" id="{2732C2CB-4FB4-E6B3-640B-AC4730D8A05C}"/>
              </a:ext>
            </a:extLst>
          </p:cNvPr>
          <p:cNvSpPr>
            <a:spLocks noGrp="1"/>
          </p:cNvSpPr>
          <p:nvPr>
            <p:ph idx="1"/>
          </p:nvPr>
        </p:nvSpPr>
        <p:spPr/>
        <p:txBody>
          <a:bodyPr/>
          <a:lstStyle/>
          <a:p>
            <a:r>
              <a:rPr lang="en-US" sz="1800" b="0" i="0" dirty="0">
                <a:solidFill>
                  <a:srgbClr val="242021"/>
                </a:solidFill>
                <a:effectLst/>
                <a:latin typeface="NewCaledoniaLTStd"/>
              </a:rPr>
              <a:t>Date procedures are often more software-specific (Access vs </a:t>
            </a:r>
            <a:r>
              <a:rPr lang="en-US" sz="1800" dirty="0">
                <a:solidFill>
                  <a:srgbClr val="242021"/>
                </a:solidFill>
              </a:rPr>
              <a:t>Oracle, etc.) </a:t>
            </a:r>
            <a:r>
              <a:rPr lang="en-US" sz="1800" b="0" i="0" dirty="0">
                <a:solidFill>
                  <a:srgbClr val="242021"/>
                </a:solidFill>
                <a:effectLst/>
                <a:latin typeface="NewCaledoniaLTStd"/>
              </a:rPr>
              <a:t>than other SQL procedures.</a:t>
            </a:r>
            <a:r>
              <a:rPr lang="en-US" dirty="0"/>
              <a:t> </a:t>
            </a:r>
            <a:br>
              <a:rPr lang="en-US" dirty="0"/>
            </a:br>
            <a:endParaRPr lang="en-US" dirty="0"/>
          </a:p>
        </p:txBody>
      </p:sp>
      <p:sp>
        <p:nvSpPr>
          <p:cNvPr id="4" name="Slide Number Placeholder 3">
            <a:extLst>
              <a:ext uri="{FF2B5EF4-FFF2-40B4-BE49-F238E27FC236}">
                <a16:creationId xmlns:a16="http://schemas.microsoft.com/office/drawing/2014/main" id="{7918EEB9-C124-0DC5-EEAF-B78CE615AAA5}"/>
              </a:ext>
            </a:extLst>
          </p:cNvPr>
          <p:cNvSpPr>
            <a:spLocks noGrp="1"/>
          </p:cNvSpPr>
          <p:nvPr>
            <p:ph type="sldNum" sz="quarter" idx="10"/>
          </p:nvPr>
        </p:nvSpPr>
        <p:spPr/>
        <p:txBody>
          <a:bodyPr/>
          <a:lstStyle/>
          <a:p>
            <a:pPr>
              <a:defRPr/>
            </a:pPr>
            <a:fld id="{34A84676-C444-4AC5-8B4E-405A7C81C0FB}" type="slidenum">
              <a:rPr lang="en-US" altLang="en-US" smtClean="0"/>
              <a:pPr>
                <a:defRPr/>
              </a:pPr>
              <a:t>44</a:t>
            </a:fld>
            <a:endParaRPr lang="en-US" altLang="en-US"/>
          </a:p>
        </p:txBody>
      </p:sp>
      <p:sp>
        <p:nvSpPr>
          <p:cNvPr id="5" name="Footer Placeholder 4">
            <a:extLst>
              <a:ext uri="{FF2B5EF4-FFF2-40B4-BE49-F238E27FC236}">
                <a16:creationId xmlns:a16="http://schemas.microsoft.com/office/drawing/2014/main" id="{E0D6EC31-436C-B8D1-7843-06B73938BDBF}"/>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74188ED3-127C-323E-3D87-F85929F0CFFF}"/>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4C487871-2AD5-914A-71FC-416C15E0CFF1}"/>
              </a:ext>
            </a:extLst>
          </p:cNvPr>
          <p:cNvPicPr>
            <a:picLocks noChangeAspect="1"/>
          </p:cNvPicPr>
          <p:nvPr/>
        </p:nvPicPr>
        <p:blipFill>
          <a:blip r:embed="rId2"/>
          <a:stretch>
            <a:fillRect/>
          </a:stretch>
        </p:blipFill>
        <p:spPr>
          <a:xfrm>
            <a:off x="633412" y="2443957"/>
            <a:ext cx="10925175" cy="3943350"/>
          </a:xfrm>
          <a:prstGeom prst="rect">
            <a:avLst/>
          </a:prstGeom>
        </p:spPr>
      </p:pic>
      <p:pic>
        <p:nvPicPr>
          <p:cNvPr id="10" name="Picture 9">
            <a:extLst>
              <a:ext uri="{FF2B5EF4-FFF2-40B4-BE49-F238E27FC236}">
                <a16:creationId xmlns:a16="http://schemas.microsoft.com/office/drawing/2014/main" id="{B236EF5A-27DC-CB74-03EF-B1A51A8E44EB}"/>
              </a:ext>
            </a:extLst>
          </p:cNvPr>
          <p:cNvPicPr>
            <a:picLocks noChangeAspect="1"/>
          </p:cNvPicPr>
          <p:nvPr/>
        </p:nvPicPr>
        <p:blipFill>
          <a:blip r:embed="rId3"/>
          <a:stretch>
            <a:fillRect/>
          </a:stretch>
        </p:blipFill>
        <p:spPr>
          <a:xfrm>
            <a:off x="2362200" y="5001394"/>
            <a:ext cx="8782050" cy="1200150"/>
          </a:xfrm>
          <a:prstGeom prst="rect">
            <a:avLst/>
          </a:prstGeom>
        </p:spPr>
      </p:pic>
    </p:spTree>
    <p:extLst>
      <p:ext uri="{BB962C8B-B14F-4D97-AF65-F5344CB8AC3E}">
        <p14:creationId xmlns:p14="http://schemas.microsoft.com/office/powerpoint/2010/main" val="39238532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0BE43-B578-61B8-3D8E-A5423A865311}"/>
              </a:ext>
            </a:extLst>
          </p:cNvPr>
          <p:cNvSpPr>
            <a:spLocks noGrp="1"/>
          </p:cNvSpPr>
          <p:nvPr>
            <p:ph type="title"/>
          </p:nvPr>
        </p:nvSpPr>
        <p:spPr/>
        <p:txBody>
          <a:bodyPr/>
          <a:lstStyle/>
          <a:p>
            <a:r>
              <a:rPr lang="en-US" dirty="0"/>
              <a:t>7-6d Logical Operators: AND, OR, and NOT</a:t>
            </a:r>
          </a:p>
        </p:txBody>
      </p:sp>
      <p:sp>
        <p:nvSpPr>
          <p:cNvPr id="3" name="Content Placeholder 2">
            <a:extLst>
              <a:ext uri="{FF2B5EF4-FFF2-40B4-BE49-F238E27FC236}">
                <a16:creationId xmlns:a16="http://schemas.microsoft.com/office/drawing/2014/main" id="{198C6A24-F417-9828-159D-7FCE3F43B22A}"/>
              </a:ext>
            </a:extLst>
          </p:cNvPr>
          <p:cNvSpPr>
            <a:spLocks noGrp="1"/>
          </p:cNvSpPr>
          <p:nvPr>
            <p:ph idx="1"/>
          </p:nvPr>
        </p:nvSpPr>
        <p:spPr/>
        <p:txBody>
          <a:bodyPr/>
          <a:lstStyle/>
          <a:p>
            <a:r>
              <a:rPr lang="en-US" sz="1800" b="1" i="0" dirty="0">
                <a:solidFill>
                  <a:srgbClr val="007DAF"/>
                </a:solidFill>
                <a:effectLst/>
                <a:latin typeface="MyriadPro-BoldSemiCn"/>
              </a:rPr>
              <a:t>AND, OR, NOT</a:t>
            </a:r>
            <a:br>
              <a:rPr lang="en-US" dirty="0"/>
            </a:br>
            <a:endParaRPr lang="en-US" dirty="0"/>
          </a:p>
        </p:txBody>
      </p:sp>
      <p:sp>
        <p:nvSpPr>
          <p:cNvPr id="4" name="Slide Number Placeholder 3">
            <a:extLst>
              <a:ext uri="{FF2B5EF4-FFF2-40B4-BE49-F238E27FC236}">
                <a16:creationId xmlns:a16="http://schemas.microsoft.com/office/drawing/2014/main" id="{6D3024B1-986E-8875-AAF4-A504A7C0B124}"/>
              </a:ext>
            </a:extLst>
          </p:cNvPr>
          <p:cNvSpPr>
            <a:spLocks noGrp="1"/>
          </p:cNvSpPr>
          <p:nvPr>
            <p:ph type="sldNum" sz="quarter" idx="10"/>
          </p:nvPr>
        </p:nvSpPr>
        <p:spPr/>
        <p:txBody>
          <a:bodyPr/>
          <a:lstStyle/>
          <a:p>
            <a:pPr>
              <a:defRPr/>
            </a:pPr>
            <a:fld id="{34A84676-C444-4AC5-8B4E-405A7C81C0FB}" type="slidenum">
              <a:rPr lang="en-US" altLang="en-US" smtClean="0"/>
              <a:pPr>
                <a:defRPr/>
              </a:pPr>
              <a:t>45</a:t>
            </a:fld>
            <a:endParaRPr lang="en-US" altLang="en-US"/>
          </a:p>
        </p:txBody>
      </p:sp>
      <p:sp>
        <p:nvSpPr>
          <p:cNvPr id="5" name="Footer Placeholder 4">
            <a:extLst>
              <a:ext uri="{FF2B5EF4-FFF2-40B4-BE49-F238E27FC236}">
                <a16:creationId xmlns:a16="http://schemas.microsoft.com/office/drawing/2014/main" id="{F0B22A3E-06E6-61A7-78F1-AB3FA024ACA3}"/>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6146C2B1-427B-476F-FD8D-F6F6DAD95112}"/>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B592B4CC-26F2-D341-F5E2-E13CF2C5ED34}"/>
              </a:ext>
            </a:extLst>
          </p:cNvPr>
          <p:cNvPicPr>
            <a:picLocks noChangeAspect="1"/>
          </p:cNvPicPr>
          <p:nvPr/>
        </p:nvPicPr>
        <p:blipFill>
          <a:blip r:embed="rId2"/>
          <a:stretch>
            <a:fillRect/>
          </a:stretch>
        </p:blipFill>
        <p:spPr>
          <a:xfrm>
            <a:off x="533400" y="2368550"/>
            <a:ext cx="10944225" cy="3943350"/>
          </a:xfrm>
          <a:prstGeom prst="rect">
            <a:avLst/>
          </a:prstGeom>
        </p:spPr>
      </p:pic>
      <p:pic>
        <p:nvPicPr>
          <p:cNvPr id="10" name="Picture 9">
            <a:extLst>
              <a:ext uri="{FF2B5EF4-FFF2-40B4-BE49-F238E27FC236}">
                <a16:creationId xmlns:a16="http://schemas.microsoft.com/office/drawing/2014/main" id="{A360A914-6526-05E6-9025-2548A86DD9E9}"/>
              </a:ext>
            </a:extLst>
          </p:cNvPr>
          <p:cNvPicPr>
            <a:picLocks noChangeAspect="1"/>
          </p:cNvPicPr>
          <p:nvPr/>
        </p:nvPicPr>
        <p:blipFill>
          <a:blip r:embed="rId3"/>
          <a:stretch>
            <a:fillRect/>
          </a:stretch>
        </p:blipFill>
        <p:spPr>
          <a:xfrm>
            <a:off x="3657600" y="1690688"/>
            <a:ext cx="7439025" cy="1228725"/>
          </a:xfrm>
          <a:prstGeom prst="rect">
            <a:avLst/>
          </a:prstGeom>
        </p:spPr>
      </p:pic>
    </p:spTree>
    <p:extLst>
      <p:ext uri="{BB962C8B-B14F-4D97-AF65-F5344CB8AC3E}">
        <p14:creationId xmlns:p14="http://schemas.microsoft.com/office/powerpoint/2010/main" val="32826232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7A4942-62CE-531B-85E8-B3E36A57EE87}"/>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6D9B0A04-83F1-E50E-E36B-C4ECBF096C1D}"/>
              </a:ext>
            </a:extLst>
          </p:cNvPr>
          <p:cNvSpPr>
            <a:spLocks noGrp="1"/>
          </p:cNvSpPr>
          <p:nvPr>
            <p:ph type="sldNum" sz="quarter" idx="11"/>
          </p:nvPr>
        </p:nvSpPr>
        <p:spPr/>
        <p:txBody>
          <a:bodyPr/>
          <a:lstStyle/>
          <a:p>
            <a:pPr>
              <a:defRPr/>
            </a:pPr>
            <a:fld id="{D1AD3536-327C-4937-83AF-A64971CFA6D9}" type="slidenum">
              <a:rPr lang="en-US" smtClean="0"/>
              <a:pPr>
                <a:defRPr/>
              </a:pPr>
              <a:t>46</a:t>
            </a:fld>
            <a:endParaRPr lang="en-US"/>
          </a:p>
        </p:txBody>
      </p:sp>
      <p:sp>
        <p:nvSpPr>
          <p:cNvPr id="4" name="Footer Placeholder 3">
            <a:extLst>
              <a:ext uri="{FF2B5EF4-FFF2-40B4-BE49-F238E27FC236}">
                <a16:creationId xmlns:a16="http://schemas.microsoft.com/office/drawing/2014/main" id="{3DD819BD-8C28-1876-9FAC-07D2EF5180FE}"/>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92EDB2B0-EFE5-F389-9DE3-C5C6365A647A}"/>
              </a:ext>
            </a:extLst>
          </p:cNvPr>
          <p:cNvPicPr>
            <a:picLocks noChangeAspect="1"/>
          </p:cNvPicPr>
          <p:nvPr/>
        </p:nvPicPr>
        <p:blipFill>
          <a:blip r:embed="rId2"/>
          <a:stretch>
            <a:fillRect/>
          </a:stretch>
        </p:blipFill>
        <p:spPr>
          <a:xfrm>
            <a:off x="619125" y="1771650"/>
            <a:ext cx="10953750" cy="3314700"/>
          </a:xfrm>
          <a:prstGeom prst="rect">
            <a:avLst/>
          </a:prstGeom>
        </p:spPr>
      </p:pic>
      <p:pic>
        <p:nvPicPr>
          <p:cNvPr id="8" name="Picture 7">
            <a:extLst>
              <a:ext uri="{FF2B5EF4-FFF2-40B4-BE49-F238E27FC236}">
                <a16:creationId xmlns:a16="http://schemas.microsoft.com/office/drawing/2014/main" id="{9E8986E8-B5E9-7125-1814-23A6FE7A3BD0}"/>
              </a:ext>
            </a:extLst>
          </p:cNvPr>
          <p:cNvPicPr>
            <a:picLocks noChangeAspect="1"/>
          </p:cNvPicPr>
          <p:nvPr/>
        </p:nvPicPr>
        <p:blipFill>
          <a:blip r:embed="rId3"/>
          <a:stretch>
            <a:fillRect/>
          </a:stretch>
        </p:blipFill>
        <p:spPr>
          <a:xfrm>
            <a:off x="3352800" y="4800600"/>
            <a:ext cx="7620000" cy="1619250"/>
          </a:xfrm>
          <a:prstGeom prst="rect">
            <a:avLst/>
          </a:prstGeom>
        </p:spPr>
      </p:pic>
    </p:spTree>
    <p:extLst>
      <p:ext uri="{BB962C8B-B14F-4D97-AF65-F5344CB8AC3E}">
        <p14:creationId xmlns:p14="http://schemas.microsoft.com/office/powerpoint/2010/main" val="27885115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F1362-7A7A-90F7-6CB1-970E7A7CF885}"/>
              </a:ext>
            </a:extLst>
          </p:cNvPr>
          <p:cNvSpPr>
            <a:spLocks noGrp="1"/>
          </p:cNvSpPr>
          <p:nvPr>
            <p:ph type="title"/>
          </p:nvPr>
        </p:nvSpPr>
        <p:spPr/>
        <p:txBody>
          <a:bodyPr/>
          <a:lstStyle/>
          <a:p>
            <a:r>
              <a:rPr lang="en-US" dirty="0"/>
              <a:t>7-6e Special Operators</a:t>
            </a:r>
          </a:p>
        </p:txBody>
      </p:sp>
      <p:sp>
        <p:nvSpPr>
          <p:cNvPr id="3" name="Content Placeholder 2">
            <a:extLst>
              <a:ext uri="{FF2B5EF4-FFF2-40B4-BE49-F238E27FC236}">
                <a16:creationId xmlns:a16="http://schemas.microsoft.com/office/drawing/2014/main" id="{E44A5579-6299-468F-6D11-A794429CF922}"/>
              </a:ext>
            </a:extLst>
          </p:cNvPr>
          <p:cNvSpPr>
            <a:spLocks noGrp="1"/>
          </p:cNvSpPr>
          <p:nvPr>
            <p:ph idx="1"/>
          </p:nvPr>
        </p:nvSpPr>
        <p:spPr/>
        <p:txBody>
          <a:bodyPr/>
          <a:lstStyle/>
          <a:p>
            <a:r>
              <a:rPr lang="en-US" sz="2000" b="0" i="0" dirty="0">
                <a:solidFill>
                  <a:srgbClr val="242021"/>
                </a:solidFill>
                <a:effectLst/>
                <a:latin typeface="NewCaledoniaLTStd"/>
              </a:rPr>
              <a:t>ANSI-standard SQL allows the use of special operators with the WHERE clause. These special</a:t>
            </a:r>
            <a:br>
              <a:rPr lang="en-US" sz="2000" b="0" i="0" dirty="0">
                <a:solidFill>
                  <a:srgbClr val="242021"/>
                </a:solidFill>
                <a:effectLst/>
                <a:latin typeface="NewCaledoniaLTStd"/>
              </a:rPr>
            </a:br>
            <a:r>
              <a:rPr lang="en-US" sz="2000" b="0" i="0" dirty="0">
                <a:solidFill>
                  <a:srgbClr val="242021"/>
                </a:solidFill>
                <a:effectLst/>
                <a:latin typeface="NewCaledoniaLTStd"/>
              </a:rPr>
              <a:t>operators include:</a:t>
            </a:r>
          </a:p>
          <a:p>
            <a:r>
              <a:rPr lang="en-US" sz="2000" b="1" i="1" dirty="0">
                <a:solidFill>
                  <a:srgbClr val="242021"/>
                </a:solidFill>
                <a:effectLst/>
                <a:latin typeface="NewCaledoniaLTStd-BoldIt"/>
              </a:rPr>
              <a:t>BETWEEN</a:t>
            </a:r>
            <a:r>
              <a:rPr lang="en-US" sz="2000" b="0" i="0" dirty="0">
                <a:solidFill>
                  <a:srgbClr val="242021"/>
                </a:solidFill>
                <a:effectLst/>
                <a:latin typeface="NewCaledoniaLTStd"/>
              </a:rPr>
              <a:t>: Used to check whether an attribute value is within a range</a:t>
            </a:r>
          </a:p>
          <a:p>
            <a:r>
              <a:rPr lang="en-US" sz="2000" b="1" i="1" dirty="0">
                <a:solidFill>
                  <a:srgbClr val="242021"/>
                </a:solidFill>
                <a:effectLst/>
                <a:latin typeface="NewCaledoniaLTStd-BoldIt"/>
              </a:rPr>
              <a:t>IN</a:t>
            </a:r>
            <a:r>
              <a:rPr lang="en-US" sz="2000" b="0" i="0" dirty="0">
                <a:solidFill>
                  <a:srgbClr val="242021"/>
                </a:solidFill>
                <a:effectLst/>
                <a:latin typeface="NewCaledoniaLTStd"/>
              </a:rPr>
              <a:t>: Used to check whether an attribute value matches any value within a value list</a:t>
            </a:r>
          </a:p>
          <a:p>
            <a:r>
              <a:rPr lang="en-US" sz="2000" b="1" i="1" dirty="0">
                <a:solidFill>
                  <a:srgbClr val="242021"/>
                </a:solidFill>
                <a:effectLst/>
                <a:latin typeface="NewCaledoniaLTStd-BoldIt"/>
              </a:rPr>
              <a:t>LIKE</a:t>
            </a:r>
            <a:r>
              <a:rPr lang="en-US" sz="2000" b="0" i="0" dirty="0">
                <a:solidFill>
                  <a:srgbClr val="242021"/>
                </a:solidFill>
                <a:effectLst/>
                <a:latin typeface="NewCaledoniaLTStd"/>
              </a:rPr>
              <a:t>: Used to check whether an attribute value matches a given string pattern</a:t>
            </a:r>
          </a:p>
          <a:p>
            <a:r>
              <a:rPr lang="en-US" sz="2000" b="1" i="1" dirty="0">
                <a:solidFill>
                  <a:srgbClr val="242021"/>
                </a:solidFill>
                <a:effectLst/>
                <a:latin typeface="NewCaledoniaLTStd-BoldIt"/>
              </a:rPr>
              <a:t>IS NULL</a:t>
            </a:r>
            <a:r>
              <a:rPr lang="en-US" sz="2000" b="0" i="0" dirty="0">
                <a:solidFill>
                  <a:srgbClr val="242021"/>
                </a:solidFill>
                <a:effectLst/>
                <a:latin typeface="NewCaledoniaLTStd"/>
              </a:rPr>
              <a:t>: Used to check whether an attribute value is null</a:t>
            </a:r>
            <a:r>
              <a:rPr lang="en-US" sz="2400" dirty="0"/>
              <a:t> </a:t>
            </a:r>
            <a:br>
              <a:rPr lang="en-US" sz="2400" dirty="0"/>
            </a:br>
            <a:endParaRPr lang="en-US" sz="2400" dirty="0"/>
          </a:p>
        </p:txBody>
      </p:sp>
      <p:sp>
        <p:nvSpPr>
          <p:cNvPr id="4" name="Slide Number Placeholder 3">
            <a:extLst>
              <a:ext uri="{FF2B5EF4-FFF2-40B4-BE49-F238E27FC236}">
                <a16:creationId xmlns:a16="http://schemas.microsoft.com/office/drawing/2014/main" id="{DA2E309A-0188-C374-750B-516B3BCED9E0}"/>
              </a:ext>
            </a:extLst>
          </p:cNvPr>
          <p:cNvSpPr>
            <a:spLocks noGrp="1"/>
          </p:cNvSpPr>
          <p:nvPr>
            <p:ph type="sldNum" sz="quarter" idx="10"/>
          </p:nvPr>
        </p:nvSpPr>
        <p:spPr/>
        <p:txBody>
          <a:bodyPr/>
          <a:lstStyle/>
          <a:p>
            <a:pPr>
              <a:defRPr/>
            </a:pPr>
            <a:fld id="{34A84676-C444-4AC5-8B4E-405A7C81C0FB}" type="slidenum">
              <a:rPr lang="en-US" altLang="en-US" smtClean="0"/>
              <a:pPr>
                <a:defRPr/>
              </a:pPr>
              <a:t>47</a:t>
            </a:fld>
            <a:endParaRPr lang="en-US" altLang="en-US"/>
          </a:p>
        </p:txBody>
      </p:sp>
      <p:sp>
        <p:nvSpPr>
          <p:cNvPr id="5" name="Footer Placeholder 4">
            <a:extLst>
              <a:ext uri="{FF2B5EF4-FFF2-40B4-BE49-F238E27FC236}">
                <a16:creationId xmlns:a16="http://schemas.microsoft.com/office/drawing/2014/main" id="{ACECEFA7-2BFC-8D3C-27D9-3CB4AD4C42B3}"/>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AC3A48F1-C61A-3DCF-04E9-C862815F8F2F}"/>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33410523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A9299-7BE0-F7AD-2805-A07172737E9A}"/>
              </a:ext>
            </a:extLst>
          </p:cNvPr>
          <p:cNvSpPr>
            <a:spLocks noGrp="1"/>
          </p:cNvSpPr>
          <p:nvPr>
            <p:ph type="title"/>
          </p:nvPr>
        </p:nvSpPr>
        <p:spPr/>
        <p:txBody>
          <a:bodyPr/>
          <a:lstStyle/>
          <a:p>
            <a:r>
              <a:rPr lang="en-US" dirty="0"/>
              <a:t>The BETWEEN Special Operator</a:t>
            </a:r>
          </a:p>
        </p:txBody>
      </p:sp>
      <p:sp>
        <p:nvSpPr>
          <p:cNvPr id="3" name="Content Placeholder 2">
            <a:extLst>
              <a:ext uri="{FF2B5EF4-FFF2-40B4-BE49-F238E27FC236}">
                <a16:creationId xmlns:a16="http://schemas.microsoft.com/office/drawing/2014/main" id="{6A9EA14A-889F-96C1-89CC-02971F979F2E}"/>
              </a:ext>
            </a:extLst>
          </p:cNvPr>
          <p:cNvSpPr>
            <a:spLocks noGrp="1"/>
          </p:cNvSpPr>
          <p:nvPr>
            <p:ph idx="1"/>
          </p:nvPr>
        </p:nvSpPr>
        <p:spPr/>
        <p:txBody>
          <a:bodyPr/>
          <a:lstStyle/>
          <a:p>
            <a:r>
              <a:rPr lang="en-US" sz="1800" b="1" i="0" dirty="0">
                <a:solidFill>
                  <a:srgbClr val="007DAF"/>
                </a:solidFill>
                <a:effectLst/>
                <a:latin typeface="MyriadPro-BoldSemiCn"/>
              </a:rPr>
              <a:t>BETWEEN </a:t>
            </a:r>
            <a:r>
              <a:rPr lang="en-US" sz="1800" b="0" i="0" dirty="0">
                <a:solidFill>
                  <a:srgbClr val="242021"/>
                </a:solidFill>
                <a:effectLst/>
                <a:latin typeface="MyriadPro-SemiCn"/>
              </a:rPr>
              <a:t>In SQL, a special comparison operator used to check whether a value is within a range of specified values.</a:t>
            </a:r>
            <a:r>
              <a:rPr lang="en-US" sz="1400" dirty="0"/>
              <a:t> </a:t>
            </a:r>
            <a:br>
              <a:rPr lang="en-US" sz="1400" dirty="0"/>
            </a:br>
            <a:endParaRPr lang="en-US" dirty="0"/>
          </a:p>
          <a:p>
            <a:endParaRPr lang="en-US" dirty="0"/>
          </a:p>
          <a:p>
            <a:r>
              <a:rPr lang="en-US" sz="1800" b="0" i="0" dirty="0">
                <a:solidFill>
                  <a:srgbClr val="242021"/>
                </a:solidFill>
                <a:effectLst/>
                <a:latin typeface="NewCaledoniaLTStd"/>
              </a:rPr>
              <a:t>If your DBMS does not support BETWEEN, you can use:</a:t>
            </a:r>
            <a:br>
              <a:rPr lang="en-US" sz="1800" b="0" i="0" dirty="0">
                <a:solidFill>
                  <a:srgbClr val="242021"/>
                </a:solidFill>
                <a:effectLst/>
                <a:latin typeface="NewCaledoniaLTStd"/>
              </a:rPr>
            </a:br>
            <a:br>
              <a:rPr lang="en-US" dirty="0"/>
            </a:br>
            <a:br>
              <a:rPr lang="en-US" dirty="0"/>
            </a:br>
            <a:endParaRPr lang="en-US" dirty="0"/>
          </a:p>
        </p:txBody>
      </p:sp>
      <p:sp>
        <p:nvSpPr>
          <p:cNvPr id="4" name="Slide Number Placeholder 3">
            <a:extLst>
              <a:ext uri="{FF2B5EF4-FFF2-40B4-BE49-F238E27FC236}">
                <a16:creationId xmlns:a16="http://schemas.microsoft.com/office/drawing/2014/main" id="{6821F4D3-6651-BACD-1675-65F03A0508BD}"/>
              </a:ext>
            </a:extLst>
          </p:cNvPr>
          <p:cNvSpPr>
            <a:spLocks noGrp="1"/>
          </p:cNvSpPr>
          <p:nvPr>
            <p:ph type="sldNum" sz="quarter" idx="10"/>
          </p:nvPr>
        </p:nvSpPr>
        <p:spPr/>
        <p:txBody>
          <a:bodyPr/>
          <a:lstStyle/>
          <a:p>
            <a:pPr>
              <a:defRPr/>
            </a:pPr>
            <a:fld id="{34A84676-C444-4AC5-8B4E-405A7C81C0FB}" type="slidenum">
              <a:rPr lang="en-US" altLang="en-US" smtClean="0"/>
              <a:pPr>
                <a:defRPr/>
              </a:pPr>
              <a:t>48</a:t>
            </a:fld>
            <a:endParaRPr lang="en-US" altLang="en-US"/>
          </a:p>
        </p:txBody>
      </p:sp>
      <p:sp>
        <p:nvSpPr>
          <p:cNvPr id="5" name="Footer Placeholder 4">
            <a:extLst>
              <a:ext uri="{FF2B5EF4-FFF2-40B4-BE49-F238E27FC236}">
                <a16:creationId xmlns:a16="http://schemas.microsoft.com/office/drawing/2014/main" id="{9D70D526-6DDA-B37E-3EA0-E7C00502E4DD}"/>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667BD76F-4E37-2EB5-7B13-0596B74BA7FB}"/>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47BFCBDE-7C11-BCD3-8754-2A991A40D43F}"/>
              </a:ext>
            </a:extLst>
          </p:cNvPr>
          <p:cNvPicPr>
            <a:picLocks noChangeAspect="1"/>
          </p:cNvPicPr>
          <p:nvPr/>
        </p:nvPicPr>
        <p:blipFill>
          <a:blip r:embed="rId2"/>
          <a:stretch>
            <a:fillRect/>
          </a:stretch>
        </p:blipFill>
        <p:spPr>
          <a:xfrm>
            <a:off x="2562225" y="2656374"/>
            <a:ext cx="7067550" cy="1209675"/>
          </a:xfrm>
          <a:prstGeom prst="rect">
            <a:avLst/>
          </a:prstGeom>
        </p:spPr>
      </p:pic>
      <p:pic>
        <p:nvPicPr>
          <p:cNvPr id="10" name="Picture 9">
            <a:extLst>
              <a:ext uri="{FF2B5EF4-FFF2-40B4-BE49-F238E27FC236}">
                <a16:creationId xmlns:a16="http://schemas.microsoft.com/office/drawing/2014/main" id="{2647C3FF-BFB5-1C63-74CF-BB0833F0E9AA}"/>
              </a:ext>
            </a:extLst>
          </p:cNvPr>
          <p:cNvPicPr>
            <a:picLocks noChangeAspect="1"/>
          </p:cNvPicPr>
          <p:nvPr/>
        </p:nvPicPr>
        <p:blipFill>
          <a:blip r:embed="rId3"/>
          <a:stretch>
            <a:fillRect/>
          </a:stretch>
        </p:blipFill>
        <p:spPr>
          <a:xfrm>
            <a:off x="2407443" y="4696798"/>
            <a:ext cx="7896225" cy="1143000"/>
          </a:xfrm>
          <a:prstGeom prst="rect">
            <a:avLst/>
          </a:prstGeom>
        </p:spPr>
      </p:pic>
    </p:spTree>
    <p:extLst>
      <p:ext uri="{BB962C8B-B14F-4D97-AF65-F5344CB8AC3E}">
        <p14:creationId xmlns:p14="http://schemas.microsoft.com/office/powerpoint/2010/main" val="33623742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7665D9-B1E7-2BD1-CFCA-5B372C1FD712}"/>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3917827D-3FE3-FEAD-20DD-2CE05F620CBB}"/>
              </a:ext>
            </a:extLst>
          </p:cNvPr>
          <p:cNvSpPr>
            <a:spLocks noGrp="1"/>
          </p:cNvSpPr>
          <p:nvPr>
            <p:ph type="sldNum" sz="quarter" idx="11"/>
          </p:nvPr>
        </p:nvSpPr>
        <p:spPr/>
        <p:txBody>
          <a:bodyPr/>
          <a:lstStyle/>
          <a:p>
            <a:pPr>
              <a:defRPr/>
            </a:pPr>
            <a:fld id="{D1AD3536-327C-4937-83AF-A64971CFA6D9}" type="slidenum">
              <a:rPr lang="en-US" smtClean="0"/>
              <a:pPr>
                <a:defRPr/>
              </a:pPr>
              <a:t>49</a:t>
            </a:fld>
            <a:endParaRPr lang="en-US"/>
          </a:p>
        </p:txBody>
      </p:sp>
      <p:sp>
        <p:nvSpPr>
          <p:cNvPr id="4" name="Footer Placeholder 3">
            <a:extLst>
              <a:ext uri="{FF2B5EF4-FFF2-40B4-BE49-F238E27FC236}">
                <a16:creationId xmlns:a16="http://schemas.microsoft.com/office/drawing/2014/main" id="{0CD9EAB2-4661-458A-7B98-DE27C682093A}"/>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0C5460BC-107B-7CE2-4739-F2CFF2EC70AA}"/>
              </a:ext>
            </a:extLst>
          </p:cNvPr>
          <p:cNvPicPr>
            <a:picLocks noChangeAspect="1"/>
          </p:cNvPicPr>
          <p:nvPr/>
        </p:nvPicPr>
        <p:blipFill>
          <a:blip r:embed="rId2"/>
          <a:stretch>
            <a:fillRect/>
          </a:stretch>
        </p:blipFill>
        <p:spPr>
          <a:xfrm>
            <a:off x="619125" y="1085850"/>
            <a:ext cx="10953750" cy="4686300"/>
          </a:xfrm>
          <a:prstGeom prst="rect">
            <a:avLst/>
          </a:prstGeom>
        </p:spPr>
      </p:pic>
    </p:spTree>
    <p:extLst>
      <p:ext uri="{BB962C8B-B14F-4D97-AF65-F5344CB8AC3E}">
        <p14:creationId xmlns:p14="http://schemas.microsoft.com/office/powerpoint/2010/main" val="8070360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88680-D844-8DFD-C364-260B3CEE9CF0}"/>
              </a:ext>
            </a:extLst>
          </p:cNvPr>
          <p:cNvSpPr>
            <a:spLocks noGrp="1"/>
          </p:cNvSpPr>
          <p:nvPr>
            <p:ph type="title"/>
          </p:nvPr>
        </p:nvSpPr>
        <p:spPr/>
        <p:txBody>
          <a:bodyPr/>
          <a:lstStyle/>
          <a:p>
            <a:r>
              <a:rPr lang="en-US" dirty="0"/>
              <a:t>The IN Special Operator</a:t>
            </a:r>
          </a:p>
        </p:txBody>
      </p:sp>
      <p:sp>
        <p:nvSpPr>
          <p:cNvPr id="3" name="Content Placeholder 2">
            <a:extLst>
              <a:ext uri="{FF2B5EF4-FFF2-40B4-BE49-F238E27FC236}">
                <a16:creationId xmlns:a16="http://schemas.microsoft.com/office/drawing/2014/main" id="{CFCFB47A-9B33-F66B-9E0B-D7B75CB9AFD0}"/>
              </a:ext>
            </a:extLst>
          </p:cNvPr>
          <p:cNvSpPr>
            <a:spLocks noGrp="1"/>
          </p:cNvSpPr>
          <p:nvPr>
            <p:ph idx="1"/>
          </p:nvPr>
        </p:nvSpPr>
        <p:spPr/>
        <p:txBody>
          <a:bodyPr/>
          <a:lstStyle/>
          <a:p>
            <a:r>
              <a:rPr lang="en-US" sz="1800" b="1" i="0" dirty="0">
                <a:solidFill>
                  <a:srgbClr val="007DAF"/>
                </a:solidFill>
                <a:effectLst/>
                <a:latin typeface="MyriadPro-BoldSemiCn"/>
              </a:rPr>
              <a:t>IN </a:t>
            </a:r>
            <a:r>
              <a:rPr lang="en-US" sz="1800" b="0" i="0" dirty="0">
                <a:solidFill>
                  <a:srgbClr val="242021"/>
                </a:solidFill>
                <a:effectLst/>
                <a:latin typeface="MyriadPro-SemiCn"/>
              </a:rPr>
              <a:t>In SQL, a comparison operator used to check whether a value is among a list of specified values</a:t>
            </a:r>
            <a:r>
              <a:rPr lang="en-US" dirty="0"/>
              <a:t> </a:t>
            </a:r>
            <a:br>
              <a:rPr lang="en-US" dirty="0"/>
            </a:br>
            <a:endParaRPr lang="en-US" dirty="0"/>
          </a:p>
        </p:txBody>
      </p:sp>
      <p:sp>
        <p:nvSpPr>
          <p:cNvPr id="4" name="Slide Number Placeholder 3">
            <a:extLst>
              <a:ext uri="{FF2B5EF4-FFF2-40B4-BE49-F238E27FC236}">
                <a16:creationId xmlns:a16="http://schemas.microsoft.com/office/drawing/2014/main" id="{7444AA1D-82BB-CD5A-E063-1C44DFEF6138}"/>
              </a:ext>
            </a:extLst>
          </p:cNvPr>
          <p:cNvSpPr>
            <a:spLocks noGrp="1"/>
          </p:cNvSpPr>
          <p:nvPr>
            <p:ph type="sldNum" sz="quarter" idx="10"/>
          </p:nvPr>
        </p:nvSpPr>
        <p:spPr/>
        <p:txBody>
          <a:bodyPr/>
          <a:lstStyle/>
          <a:p>
            <a:pPr>
              <a:defRPr/>
            </a:pPr>
            <a:fld id="{34A84676-C444-4AC5-8B4E-405A7C81C0FB}" type="slidenum">
              <a:rPr lang="en-US" altLang="en-US" smtClean="0"/>
              <a:pPr>
                <a:defRPr/>
              </a:pPr>
              <a:t>50</a:t>
            </a:fld>
            <a:endParaRPr lang="en-US" altLang="en-US"/>
          </a:p>
        </p:txBody>
      </p:sp>
      <p:sp>
        <p:nvSpPr>
          <p:cNvPr id="5" name="Footer Placeholder 4">
            <a:extLst>
              <a:ext uri="{FF2B5EF4-FFF2-40B4-BE49-F238E27FC236}">
                <a16:creationId xmlns:a16="http://schemas.microsoft.com/office/drawing/2014/main" id="{E4F235DB-0544-A496-6105-1C21B8F2D246}"/>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3B6FB7C6-574B-55E4-5021-106FE31CCF88}"/>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78BFB67A-29C8-A45F-5D95-20393CBBC80A}"/>
              </a:ext>
            </a:extLst>
          </p:cNvPr>
          <p:cNvPicPr>
            <a:picLocks noChangeAspect="1"/>
          </p:cNvPicPr>
          <p:nvPr/>
        </p:nvPicPr>
        <p:blipFill>
          <a:blip r:embed="rId2"/>
          <a:stretch>
            <a:fillRect/>
          </a:stretch>
        </p:blipFill>
        <p:spPr>
          <a:xfrm>
            <a:off x="2590800" y="2523127"/>
            <a:ext cx="7181850" cy="3181350"/>
          </a:xfrm>
          <a:prstGeom prst="rect">
            <a:avLst/>
          </a:prstGeom>
        </p:spPr>
      </p:pic>
    </p:spTree>
    <p:extLst>
      <p:ext uri="{BB962C8B-B14F-4D97-AF65-F5344CB8AC3E}">
        <p14:creationId xmlns:p14="http://schemas.microsoft.com/office/powerpoint/2010/main" val="33311072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A52-DCC3-6B6E-33F0-8FEF02C49653}"/>
              </a:ext>
            </a:extLst>
          </p:cNvPr>
          <p:cNvSpPr>
            <a:spLocks noGrp="1"/>
          </p:cNvSpPr>
          <p:nvPr>
            <p:ph type="title"/>
          </p:nvPr>
        </p:nvSpPr>
        <p:spPr/>
        <p:txBody>
          <a:bodyPr/>
          <a:lstStyle/>
          <a:p>
            <a:r>
              <a:rPr lang="en-US" dirty="0"/>
              <a:t>The LIKE Special Operator</a:t>
            </a:r>
          </a:p>
        </p:txBody>
      </p:sp>
      <p:sp>
        <p:nvSpPr>
          <p:cNvPr id="3" name="Content Placeholder 2">
            <a:extLst>
              <a:ext uri="{FF2B5EF4-FFF2-40B4-BE49-F238E27FC236}">
                <a16:creationId xmlns:a16="http://schemas.microsoft.com/office/drawing/2014/main" id="{C9691851-325A-AFA5-5F4E-8E1AE93F3663}"/>
              </a:ext>
            </a:extLst>
          </p:cNvPr>
          <p:cNvSpPr>
            <a:spLocks noGrp="1"/>
          </p:cNvSpPr>
          <p:nvPr>
            <p:ph idx="1"/>
          </p:nvPr>
        </p:nvSpPr>
        <p:spPr/>
        <p:txBody>
          <a:bodyPr/>
          <a:lstStyle/>
          <a:p>
            <a:r>
              <a:rPr lang="en-US" sz="2400" b="1" i="0" dirty="0">
                <a:solidFill>
                  <a:srgbClr val="007DAF"/>
                </a:solidFill>
                <a:effectLst/>
                <a:latin typeface="MyriadPro-BoldSemiCn"/>
              </a:rPr>
              <a:t>LIKE </a:t>
            </a:r>
            <a:r>
              <a:rPr lang="en-US" sz="2400" b="0" i="0" dirty="0">
                <a:solidFill>
                  <a:srgbClr val="242021"/>
                </a:solidFill>
                <a:effectLst/>
                <a:latin typeface="MyriadPro-SemiCn"/>
              </a:rPr>
              <a:t>In SQL, a comparison operator used to check whether an attribute’s text value matches a specified string pattern.</a:t>
            </a:r>
            <a:r>
              <a:rPr lang="en-US" sz="2800" dirty="0"/>
              <a:t> </a:t>
            </a:r>
          </a:p>
          <a:p>
            <a:r>
              <a:rPr lang="en-US" sz="2400" b="0" i="0" dirty="0">
                <a:solidFill>
                  <a:srgbClr val="242021"/>
                </a:solidFill>
                <a:effectLst/>
                <a:latin typeface="NewCaledoniaLTStd"/>
              </a:rPr>
              <a:t>Standard SQL allows you to use the percent sign (%) and underscore (_) wildcard characters to make matches when the entire string is not known:</a:t>
            </a:r>
            <a:r>
              <a:rPr lang="en-US" sz="2800" dirty="0"/>
              <a:t> </a:t>
            </a:r>
          </a:p>
          <a:p>
            <a:pPr marL="0" indent="0">
              <a:buNone/>
            </a:pPr>
            <a:br>
              <a:rPr lang="en-US" sz="2800" dirty="0"/>
            </a:br>
            <a:br>
              <a:rPr lang="en-US" sz="2800" dirty="0"/>
            </a:br>
            <a:endParaRPr lang="en-US" sz="2800" dirty="0"/>
          </a:p>
        </p:txBody>
      </p:sp>
      <p:sp>
        <p:nvSpPr>
          <p:cNvPr id="4" name="Slide Number Placeholder 3">
            <a:extLst>
              <a:ext uri="{FF2B5EF4-FFF2-40B4-BE49-F238E27FC236}">
                <a16:creationId xmlns:a16="http://schemas.microsoft.com/office/drawing/2014/main" id="{35F16072-8254-0B27-DE12-4CB22C25524E}"/>
              </a:ext>
            </a:extLst>
          </p:cNvPr>
          <p:cNvSpPr>
            <a:spLocks noGrp="1"/>
          </p:cNvSpPr>
          <p:nvPr>
            <p:ph type="sldNum" sz="quarter" idx="10"/>
          </p:nvPr>
        </p:nvSpPr>
        <p:spPr/>
        <p:txBody>
          <a:bodyPr/>
          <a:lstStyle/>
          <a:p>
            <a:pPr>
              <a:defRPr/>
            </a:pPr>
            <a:fld id="{34A84676-C444-4AC5-8B4E-405A7C81C0FB}" type="slidenum">
              <a:rPr lang="en-US" altLang="en-US" smtClean="0"/>
              <a:pPr>
                <a:defRPr/>
              </a:pPr>
              <a:t>51</a:t>
            </a:fld>
            <a:endParaRPr lang="en-US" altLang="en-US"/>
          </a:p>
        </p:txBody>
      </p:sp>
      <p:sp>
        <p:nvSpPr>
          <p:cNvPr id="5" name="Footer Placeholder 4">
            <a:extLst>
              <a:ext uri="{FF2B5EF4-FFF2-40B4-BE49-F238E27FC236}">
                <a16:creationId xmlns:a16="http://schemas.microsoft.com/office/drawing/2014/main" id="{61D70E3E-21CF-BDD9-86E3-EA0EF006F07A}"/>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A61B254B-1D8F-53D0-EB7D-CD407CA6FF33}"/>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41254746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467D4B-8D87-33A0-127C-9BBCAB16DA42}"/>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FC110F46-EE66-911C-5ED0-B0BA4A824CEA}"/>
              </a:ext>
            </a:extLst>
          </p:cNvPr>
          <p:cNvSpPr>
            <a:spLocks noGrp="1"/>
          </p:cNvSpPr>
          <p:nvPr>
            <p:ph type="sldNum" sz="quarter" idx="11"/>
          </p:nvPr>
        </p:nvSpPr>
        <p:spPr/>
        <p:txBody>
          <a:bodyPr/>
          <a:lstStyle/>
          <a:p>
            <a:pPr>
              <a:defRPr/>
            </a:pPr>
            <a:fld id="{D1AD3536-327C-4937-83AF-A64971CFA6D9}" type="slidenum">
              <a:rPr lang="en-US" smtClean="0"/>
              <a:pPr>
                <a:defRPr/>
              </a:pPr>
              <a:t>52</a:t>
            </a:fld>
            <a:endParaRPr lang="en-US"/>
          </a:p>
        </p:txBody>
      </p:sp>
      <p:sp>
        <p:nvSpPr>
          <p:cNvPr id="4" name="Footer Placeholder 3">
            <a:extLst>
              <a:ext uri="{FF2B5EF4-FFF2-40B4-BE49-F238E27FC236}">
                <a16:creationId xmlns:a16="http://schemas.microsoft.com/office/drawing/2014/main" id="{4343C627-C524-C4FC-C546-3A98642C2AA9}"/>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E52FFD75-AD08-D7A8-FCAD-4559B551033D}"/>
              </a:ext>
            </a:extLst>
          </p:cNvPr>
          <p:cNvPicPr>
            <a:picLocks noChangeAspect="1"/>
          </p:cNvPicPr>
          <p:nvPr/>
        </p:nvPicPr>
        <p:blipFill>
          <a:blip r:embed="rId2"/>
          <a:stretch>
            <a:fillRect/>
          </a:stretch>
        </p:blipFill>
        <p:spPr>
          <a:xfrm>
            <a:off x="1004887" y="1476375"/>
            <a:ext cx="10182225" cy="3905250"/>
          </a:xfrm>
          <a:prstGeom prst="rect">
            <a:avLst/>
          </a:prstGeom>
        </p:spPr>
      </p:pic>
    </p:spTree>
    <p:extLst>
      <p:ext uri="{BB962C8B-B14F-4D97-AF65-F5344CB8AC3E}">
        <p14:creationId xmlns:p14="http://schemas.microsoft.com/office/powerpoint/2010/main" val="14320599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72E05A-8DCB-555F-E18F-A43928CB81A7}"/>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1C3F085B-1660-6ACD-1C56-9BBA4FB0C675}"/>
              </a:ext>
            </a:extLst>
          </p:cNvPr>
          <p:cNvSpPr>
            <a:spLocks noGrp="1"/>
          </p:cNvSpPr>
          <p:nvPr>
            <p:ph type="sldNum" sz="quarter" idx="11"/>
          </p:nvPr>
        </p:nvSpPr>
        <p:spPr/>
        <p:txBody>
          <a:bodyPr/>
          <a:lstStyle/>
          <a:p>
            <a:pPr>
              <a:defRPr/>
            </a:pPr>
            <a:fld id="{D1AD3536-327C-4937-83AF-A64971CFA6D9}" type="slidenum">
              <a:rPr lang="en-US" smtClean="0"/>
              <a:pPr>
                <a:defRPr/>
              </a:pPr>
              <a:t>53</a:t>
            </a:fld>
            <a:endParaRPr lang="en-US"/>
          </a:p>
        </p:txBody>
      </p:sp>
      <p:sp>
        <p:nvSpPr>
          <p:cNvPr id="4" name="Footer Placeholder 3">
            <a:extLst>
              <a:ext uri="{FF2B5EF4-FFF2-40B4-BE49-F238E27FC236}">
                <a16:creationId xmlns:a16="http://schemas.microsoft.com/office/drawing/2014/main" id="{BB42C02F-B56C-95FD-92E0-518B557A8FED}"/>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9B4027D7-AFB1-6522-9FA4-DF0896DD9202}"/>
              </a:ext>
            </a:extLst>
          </p:cNvPr>
          <p:cNvPicPr>
            <a:picLocks noChangeAspect="1"/>
          </p:cNvPicPr>
          <p:nvPr/>
        </p:nvPicPr>
        <p:blipFill>
          <a:blip r:embed="rId2"/>
          <a:stretch>
            <a:fillRect/>
          </a:stretch>
        </p:blipFill>
        <p:spPr>
          <a:xfrm>
            <a:off x="614362" y="1952625"/>
            <a:ext cx="10963275" cy="2952750"/>
          </a:xfrm>
          <a:prstGeom prst="rect">
            <a:avLst/>
          </a:prstGeom>
        </p:spPr>
      </p:pic>
      <p:pic>
        <p:nvPicPr>
          <p:cNvPr id="8" name="Picture 7">
            <a:extLst>
              <a:ext uri="{FF2B5EF4-FFF2-40B4-BE49-F238E27FC236}">
                <a16:creationId xmlns:a16="http://schemas.microsoft.com/office/drawing/2014/main" id="{C600CB8F-0A96-0359-A4DD-B63F72967813}"/>
              </a:ext>
            </a:extLst>
          </p:cNvPr>
          <p:cNvPicPr>
            <a:picLocks noChangeAspect="1"/>
          </p:cNvPicPr>
          <p:nvPr/>
        </p:nvPicPr>
        <p:blipFill>
          <a:blip r:embed="rId3"/>
          <a:stretch>
            <a:fillRect/>
          </a:stretch>
        </p:blipFill>
        <p:spPr>
          <a:xfrm>
            <a:off x="2286000" y="5029200"/>
            <a:ext cx="8534400" cy="1200150"/>
          </a:xfrm>
          <a:prstGeom prst="rect">
            <a:avLst/>
          </a:prstGeom>
        </p:spPr>
      </p:pic>
    </p:spTree>
    <p:extLst>
      <p:ext uri="{BB962C8B-B14F-4D97-AF65-F5344CB8AC3E}">
        <p14:creationId xmlns:p14="http://schemas.microsoft.com/office/powerpoint/2010/main" val="546365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28F85-5D08-7A07-D3E5-13FC3EC8A85A}"/>
              </a:ext>
            </a:extLst>
          </p:cNvPr>
          <p:cNvSpPr>
            <a:spLocks noGrp="1"/>
          </p:cNvSpPr>
          <p:nvPr>
            <p:ph type="title"/>
          </p:nvPr>
        </p:nvSpPr>
        <p:spPr/>
        <p:txBody>
          <a:bodyPr/>
          <a:lstStyle/>
          <a:p>
            <a:r>
              <a:rPr lang="en-US" dirty="0"/>
              <a:t>The IS NULL Special Operator</a:t>
            </a:r>
          </a:p>
        </p:txBody>
      </p:sp>
      <p:sp>
        <p:nvSpPr>
          <p:cNvPr id="3" name="Content Placeholder 2">
            <a:extLst>
              <a:ext uri="{FF2B5EF4-FFF2-40B4-BE49-F238E27FC236}">
                <a16:creationId xmlns:a16="http://schemas.microsoft.com/office/drawing/2014/main" id="{F46DDDB7-9861-D89D-2FC1-7DDD7E8E1530}"/>
              </a:ext>
            </a:extLst>
          </p:cNvPr>
          <p:cNvSpPr>
            <a:spLocks noGrp="1"/>
          </p:cNvSpPr>
          <p:nvPr>
            <p:ph idx="1"/>
          </p:nvPr>
        </p:nvSpPr>
        <p:spPr/>
        <p:txBody>
          <a:bodyPr/>
          <a:lstStyle/>
          <a:p>
            <a:r>
              <a:rPr lang="en-US" sz="1800" b="1" i="0" dirty="0">
                <a:solidFill>
                  <a:srgbClr val="007DAF"/>
                </a:solidFill>
                <a:effectLst/>
                <a:latin typeface="MyriadPro-BoldSemiCn"/>
              </a:rPr>
              <a:t>IS NULL </a:t>
            </a:r>
            <a:r>
              <a:rPr lang="en-US" sz="1800" b="0" i="0" dirty="0">
                <a:solidFill>
                  <a:srgbClr val="242021"/>
                </a:solidFill>
                <a:effectLst/>
                <a:latin typeface="MyriadPro-SemiCn"/>
              </a:rPr>
              <a:t>In SQL, a comparison operator used to check whether an attribute has a value.</a:t>
            </a:r>
            <a:r>
              <a:rPr lang="en-US" dirty="0"/>
              <a:t> </a:t>
            </a:r>
            <a:br>
              <a:rPr lang="en-US" dirty="0"/>
            </a:br>
            <a:endParaRPr lang="en-US" dirty="0"/>
          </a:p>
        </p:txBody>
      </p:sp>
      <p:sp>
        <p:nvSpPr>
          <p:cNvPr id="4" name="Slide Number Placeholder 3">
            <a:extLst>
              <a:ext uri="{FF2B5EF4-FFF2-40B4-BE49-F238E27FC236}">
                <a16:creationId xmlns:a16="http://schemas.microsoft.com/office/drawing/2014/main" id="{99298A0C-9699-5F3B-A40E-DBECEA84A0E1}"/>
              </a:ext>
            </a:extLst>
          </p:cNvPr>
          <p:cNvSpPr>
            <a:spLocks noGrp="1"/>
          </p:cNvSpPr>
          <p:nvPr>
            <p:ph type="sldNum" sz="quarter" idx="10"/>
          </p:nvPr>
        </p:nvSpPr>
        <p:spPr/>
        <p:txBody>
          <a:bodyPr/>
          <a:lstStyle/>
          <a:p>
            <a:pPr>
              <a:defRPr/>
            </a:pPr>
            <a:fld id="{34A84676-C444-4AC5-8B4E-405A7C81C0FB}" type="slidenum">
              <a:rPr lang="en-US" altLang="en-US" smtClean="0"/>
              <a:pPr>
                <a:defRPr/>
              </a:pPr>
              <a:t>54</a:t>
            </a:fld>
            <a:endParaRPr lang="en-US" altLang="en-US"/>
          </a:p>
        </p:txBody>
      </p:sp>
      <p:sp>
        <p:nvSpPr>
          <p:cNvPr id="5" name="Footer Placeholder 4">
            <a:extLst>
              <a:ext uri="{FF2B5EF4-FFF2-40B4-BE49-F238E27FC236}">
                <a16:creationId xmlns:a16="http://schemas.microsoft.com/office/drawing/2014/main" id="{C70A809B-1C1C-AE45-9244-35141BABEF95}"/>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09411637-9F32-654B-B142-9FA6F6AECE32}"/>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8CE3F239-B101-6277-7604-43F73E35A357}"/>
              </a:ext>
            </a:extLst>
          </p:cNvPr>
          <p:cNvPicPr>
            <a:picLocks noChangeAspect="1"/>
          </p:cNvPicPr>
          <p:nvPr/>
        </p:nvPicPr>
        <p:blipFill>
          <a:blip r:embed="rId2"/>
          <a:stretch>
            <a:fillRect/>
          </a:stretch>
        </p:blipFill>
        <p:spPr>
          <a:xfrm>
            <a:off x="647700" y="2537978"/>
            <a:ext cx="10896600" cy="2590800"/>
          </a:xfrm>
          <a:prstGeom prst="rect">
            <a:avLst/>
          </a:prstGeom>
        </p:spPr>
      </p:pic>
      <p:pic>
        <p:nvPicPr>
          <p:cNvPr id="10" name="Picture 9">
            <a:extLst>
              <a:ext uri="{FF2B5EF4-FFF2-40B4-BE49-F238E27FC236}">
                <a16:creationId xmlns:a16="http://schemas.microsoft.com/office/drawing/2014/main" id="{A94716AD-9445-8349-F662-B1F9E2AA60AB}"/>
              </a:ext>
            </a:extLst>
          </p:cNvPr>
          <p:cNvPicPr>
            <a:picLocks noChangeAspect="1"/>
          </p:cNvPicPr>
          <p:nvPr/>
        </p:nvPicPr>
        <p:blipFill>
          <a:blip r:embed="rId3"/>
          <a:stretch>
            <a:fillRect/>
          </a:stretch>
        </p:blipFill>
        <p:spPr>
          <a:xfrm>
            <a:off x="3174206" y="5177631"/>
            <a:ext cx="6362700" cy="1209675"/>
          </a:xfrm>
          <a:prstGeom prst="rect">
            <a:avLst/>
          </a:prstGeom>
        </p:spPr>
      </p:pic>
    </p:spTree>
    <p:extLst>
      <p:ext uri="{BB962C8B-B14F-4D97-AF65-F5344CB8AC3E}">
        <p14:creationId xmlns:p14="http://schemas.microsoft.com/office/powerpoint/2010/main" val="31116424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0BD80-B495-2C6F-B86B-E9EC93B19B98}"/>
              </a:ext>
            </a:extLst>
          </p:cNvPr>
          <p:cNvSpPr>
            <a:spLocks noGrp="1"/>
          </p:cNvSpPr>
          <p:nvPr>
            <p:ph type="title"/>
          </p:nvPr>
        </p:nvSpPr>
        <p:spPr/>
        <p:txBody>
          <a:bodyPr/>
          <a:lstStyle/>
          <a:p>
            <a:r>
              <a:rPr lang="en-US" dirty="0"/>
              <a:t>7-7 JOIN Operations</a:t>
            </a:r>
          </a:p>
        </p:txBody>
      </p:sp>
      <p:sp>
        <p:nvSpPr>
          <p:cNvPr id="3" name="Date Placeholder 2">
            <a:extLst>
              <a:ext uri="{FF2B5EF4-FFF2-40B4-BE49-F238E27FC236}">
                <a16:creationId xmlns:a16="http://schemas.microsoft.com/office/drawing/2014/main" id="{51173AB9-E2E9-164C-3373-5BEB0DB26CC3}"/>
              </a:ext>
            </a:extLst>
          </p:cNvPr>
          <p:cNvSpPr>
            <a:spLocks noGrp="1"/>
          </p:cNvSpPr>
          <p:nvPr>
            <p:ph type="dt" sz="half" idx="10"/>
          </p:nvPr>
        </p:nvSpPr>
        <p:spPr/>
        <p:txBody>
          <a:bodyPr/>
          <a:lstStyle/>
          <a:p>
            <a:pPr>
              <a:defRPr/>
            </a:pPr>
            <a:fld id="{7F53EECD-5EF2-4F97-996E-6CBAC1BF3011}" type="datetime1">
              <a:rPr lang="en-US" smtClean="0"/>
              <a:pPr>
                <a:defRPr/>
              </a:pPr>
              <a:t>12/19/2024</a:t>
            </a:fld>
            <a:endParaRPr lang="en-US"/>
          </a:p>
        </p:txBody>
      </p:sp>
      <p:sp>
        <p:nvSpPr>
          <p:cNvPr id="4" name="Slide Number Placeholder 3">
            <a:extLst>
              <a:ext uri="{FF2B5EF4-FFF2-40B4-BE49-F238E27FC236}">
                <a16:creationId xmlns:a16="http://schemas.microsoft.com/office/drawing/2014/main" id="{17DC5415-C04E-00FF-8800-A8710A5D0EE4}"/>
              </a:ext>
            </a:extLst>
          </p:cNvPr>
          <p:cNvSpPr>
            <a:spLocks noGrp="1"/>
          </p:cNvSpPr>
          <p:nvPr>
            <p:ph type="sldNum" sz="quarter" idx="11"/>
          </p:nvPr>
        </p:nvSpPr>
        <p:spPr/>
        <p:txBody>
          <a:bodyPr/>
          <a:lstStyle/>
          <a:p>
            <a:pPr>
              <a:defRPr/>
            </a:pPr>
            <a:fld id="{F9126DDB-45DE-4D72-94FB-1E2D565E80AF}" type="slidenum">
              <a:rPr lang="en-US" smtClean="0"/>
              <a:pPr>
                <a:defRPr/>
              </a:pPr>
              <a:t>55</a:t>
            </a:fld>
            <a:endParaRPr lang="en-US"/>
          </a:p>
        </p:txBody>
      </p:sp>
      <p:sp>
        <p:nvSpPr>
          <p:cNvPr id="5" name="Footer Placeholder 4">
            <a:extLst>
              <a:ext uri="{FF2B5EF4-FFF2-40B4-BE49-F238E27FC236}">
                <a16:creationId xmlns:a16="http://schemas.microsoft.com/office/drawing/2014/main" id="{16F7EBDC-02A1-BB5C-3A51-322F18DFE084}"/>
              </a:ext>
            </a:extLst>
          </p:cNvPr>
          <p:cNvSpPr>
            <a:spLocks noGrp="1"/>
          </p:cNvSpPr>
          <p:nvPr>
            <p:ph type="ftr" sz="quarter" idx="12"/>
          </p:nvPr>
        </p:nvSpPr>
        <p:spPr/>
        <p:txBody>
          <a:bodyPr/>
          <a:lstStyle/>
          <a:p>
            <a:pPr>
              <a:defRPr/>
            </a:pPr>
            <a:r>
              <a:rPr lang="en-US"/>
              <a:t>Database System Design, Implementation And Management </a:t>
            </a:r>
          </a:p>
        </p:txBody>
      </p:sp>
    </p:spTree>
    <p:extLst>
      <p:ext uri="{BB962C8B-B14F-4D97-AF65-F5344CB8AC3E}">
        <p14:creationId xmlns:p14="http://schemas.microsoft.com/office/powerpoint/2010/main" val="3852443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F90B1-7752-48A7-0AF4-173C9A0A9488}"/>
              </a:ext>
            </a:extLst>
          </p:cNvPr>
          <p:cNvSpPr>
            <a:spLocks noGrp="1"/>
          </p:cNvSpPr>
          <p:nvPr>
            <p:ph type="title"/>
          </p:nvPr>
        </p:nvSpPr>
        <p:spPr/>
        <p:txBody>
          <a:bodyPr/>
          <a:lstStyle/>
          <a:p>
            <a:r>
              <a:rPr lang="en-US" dirty="0"/>
              <a:t>7-7a Natural Join</a:t>
            </a:r>
          </a:p>
        </p:txBody>
      </p:sp>
      <p:sp>
        <p:nvSpPr>
          <p:cNvPr id="3" name="Content Placeholder 2">
            <a:extLst>
              <a:ext uri="{FF2B5EF4-FFF2-40B4-BE49-F238E27FC236}">
                <a16:creationId xmlns:a16="http://schemas.microsoft.com/office/drawing/2014/main" id="{EE8C5B83-9D85-FFE8-5B07-D2CEA0DA0158}"/>
              </a:ext>
            </a:extLst>
          </p:cNvPr>
          <p:cNvSpPr>
            <a:spLocks noGrp="1"/>
          </p:cNvSpPr>
          <p:nvPr>
            <p:ph idx="1"/>
          </p:nvPr>
        </p:nvSpPr>
        <p:spPr/>
        <p:txBody>
          <a:bodyPr/>
          <a:lstStyle/>
          <a:p>
            <a:r>
              <a:rPr lang="en-US" sz="2400" b="0" i="0" dirty="0">
                <a:solidFill>
                  <a:srgbClr val="242021"/>
                </a:solidFill>
                <a:effectLst/>
                <a:latin typeface="NewCaledoniaLTStd"/>
              </a:rPr>
              <a:t>A natural join returns all rows with matching values in the matching columns and eliminates duplicate columns.</a:t>
            </a:r>
            <a:r>
              <a:rPr lang="en-US" sz="2800" dirty="0"/>
              <a:t> </a:t>
            </a:r>
          </a:p>
          <a:p>
            <a:r>
              <a:rPr lang="en-US" sz="2400" dirty="0"/>
              <a:t>SELECT column-list FROM table1 NATURAL JOIN table2</a:t>
            </a:r>
          </a:p>
          <a:p>
            <a:r>
              <a:rPr lang="en-US" sz="2400" dirty="0"/>
              <a:t>The natural join performs the following tasks:	</a:t>
            </a:r>
          </a:p>
          <a:p>
            <a:pPr lvl="1"/>
            <a:r>
              <a:rPr lang="en-US" sz="2000" b="0" i="0" dirty="0">
                <a:solidFill>
                  <a:srgbClr val="242021"/>
                </a:solidFill>
                <a:effectLst/>
                <a:latin typeface="NewCaledoniaLTStd"/>
              </a:rPr>
              <a:t>Determines the common attribute(s) by looking for attributes with identical names and</a:t>
            </a:r>
            <a:br>
              <a:rPr lang="en-US" sz="2000" b="0" i="0" dirty="0">
                <a:solidFill>
                  <a:srgbClr val="242021"/>
                </a:solidFill>
                <a:effectLst/>
                <a:latin typeface="NewCaledoniaLTStd"/>
              </a:rPr>
            </a:br>
            <a:r>
              <a:rPr lang="en-US" sz="2000" b="0" i="0" dirty="0">
                <a:solidFill>
                  <a:srgbClr val="242021"/>
                </a:solidFill>
                <a:effectLst/>
                <a:latin typeface="NewCaledoniaLTStd"/>
              </a:rPr>
              <a:t>compatible data types.</a:t>
            </a:r>
            <a:r>
              <a:rPr lang="en-US" sz="2000" dirty="0"/>
              <a:t> </a:t>
            </a:r>
          </a:p>
          <a:p>
            <a:pPr lvl="1"/>
            <a:r>
              <a:rPr lang="en-US" sz="2000" b="0" i="0" dirty="0">
                <a:solidFill>
                  <a:srgbClr val="242021"/>
                </a:solidFill>
                <a:effectLst/>
                <a:latin typeface="NewCaledoniaLTStd"/>
              </a:rPr>
              <a:t>Selects only the rows with common values in the common attribute(s).</a:t>
            </a:r>
          </a:p>
          <a:p>
            <a:pPr lvl="1"/>
            <a:r>
              <a:rPr lang="en-US" sz="2000" b="0" i="0" dirty="0">
                <a:solidFill>
                  <a:srgbClr val="242021"/>
                </a:solidFill>
                <a:effectLst/>
                <a:latin typeface="NewCaledoniaLTStd"/>
              </a:rPr>
              <a:t>If there are no common attributes, returns the relational product of the two tables.</a:t>
            </a:r>
            <a:endParaRPr lang="en-US" sz="2000" dirty="0"/>
          </a:p>
        </p:txBody>
      </p:sp>
      <p:sp>
        <p:nvSpPr>
          <p:cNvPr id="4" name="Slide Number Placeholder 3">
            <a:extLst>
              <a:ext uri="{FF2B5EF4-FFF2-40B4-BE49-F238E27FC236}">
                <a16:creationId xmlns:a16="http://schemas.microsoft.com/office/drawing/2014/main" id="{8F16515C-9583-77DE-5B4B-8C9E8233130F}"/>
              </a:ext>
            </a:extLst>
          </p:cNvPr>
          <p:cNvSpPr>
            <a:spLocks noGrp="1"/>
          </p:cNvSpPr>
          <p:nvPr>
            <p:ph type="sldNum" sz="quarter" idx="10"/>
          </p:nvPr>
        </p:nvSpPr>
        <p:spPr/>
        <p:txBody>
          <a:bodyPr/>
          <a:lstStyle/>
          <a:p>
            <a:pPr>
              <a:defRPr/>
            </a:pPr>
            <a:fld id="{34A84676-C444-4AC5-8B4E-405A7C81C0FB}" type="slidenum">
              <a:rPr lang="en-US" altLang="en-US" smtClean="0"/>
              <a:pPr>
                <a:defRPr/>
              </a:pPr>
              <a:t>56</a:t>
            </a:fld>
            <a:endParaRPr lang="en-US" altLang="en-US"/>
          </a:p>
        </p:txBody>
      </p:sp>
      <p:sp>
        <p:nvSpPr>
          <p:cNvPr id="5" name="Footer Placeholder 4">
            <a:extLst>
              <a:ext uri="{FF2B5EF4-FFF2-40B4-BE49-F238E27FC236}">
                <a16:creationId xmlns:a16="http://schemas.microsoft.com/office/drawing/2014/main" id="{ADCF5C5C-0D68-7C53-7A96-56A02345B654}"/>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CFE029E1-38E2-0FF6-BFFF-3299F7215092}"/>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19509646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78A544-BB3F-2B9D-554D-FAC2761F3416}"/>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F72D23D9-5329-200D-B4C3-30830366AA0E}"/>
              </a:ext>
            </a:extLst>
          </p:cNvPr>
          <p:cNvSpPr>
            <a:spLocks noGrp="1"/>
          </p:cNvSpPr>
          <p:nvPr>
            <p:ph type="sldNum" sz="quarter" idx="11"/>
          </p:nvPr>
        </p:nvSpPr>
        <p:spPr/>
        <p:txBody>
          <a:bodyPr/>
          <a:lstStyle/>
          <a:p>
            <a:pPr>
              <a:defRPr/>
            </a:pPr>
            <a:fld id="{D1AD3536-327C-4937-83AF-A64971CFA6D9}" type="slidenum">
              <a:rPr lang="en-US" smtClean="0"/>
              <a:pPr>
                <a:defRPr/>
              </a:pPr>
              <a:t>57</a:t>
            </a:fld>
            <a:endParaRPr lang="en-US"/>
          </a:p>
        </p:txBody>
      </p:sp>
      <p:sp>
        <p:nvSpPr>
          <p:cNvPr id="4" name="Footer Placeholder 3">
            <a:extLst>
              <a:ext uri="{FF2B5EF4-FFF2-40B4-BE49-F238E27FC236}">
                <a16:creationId xmlns:a16="http://schemas.microsoft.com/office/drawing/2014/main" id="{FF8E6559-BA29-B630-1C8E-E4BC79930702}"/>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3F057DB8-DE7D-49D4-4A01-FA6F25D4096D}"/>
              </a:ext>
            </a:extLst>
          </p:cNvPr>
          <p:cNvPicPr>
            <a:picLocks noChangeAspect="1"/>
          </p:cNvPicPr>
          <p:nvPr/>
        </p:nvPicPr>
        <p:blipFill>
          <a:blip r:embed="rId2"/>
          <a:stretch>
            <a:fillRect/>
          </a:stretch>
        </p:blipFill>
        <p:spPr>
          <a:xfrm>
            <a:off x="638175" y="895350"/>
            <a:ext cx="10915650" cy="5067300"/>
          </a:xfrm>
          <a:prstGeom prst="rect">
            <a:avLst/>
          </a:prstGeom>
        </p:spPr>
      </p:pic>
      <p:pic>
        <p:nvPicPr>
          <p:cNvPr id="8" name="Picture 7">
            <a:extLst>
              <a:ext uri="{FF2B5EF4-FFF2-40B4-BE49-F238E27FC236}">
                <a16:creationId xmlns:a16="http://schemas.microsoft.com/office/drawing/2014/main" id="{7D7F986E-3301-274E-48ED-75F176F888DE}"/>
              </a:ext>
            </a:extLst>
          </p:cNvPr>
          <p:cNvPicPr>
            <a:picLocks noChangeAspect="1"/>
          </p:cNvPicPr>
          <p:nvPr/>
        </p:nvPicPr>
        <p:blipFill>
          <a:blip r:embed="rId3"/>
          <a:stretch>
            <a:fillRect/>
          </a:stretch>
        </p:blipFill>
        <p:spPr>
          <a:xfrm>
            <a:off x="2209800" y="5137662"/>
            <a:ext cx="9067800" cy="790575"/>
          </a:xfrm>
          <a:prstGeom prst="rect">
            <a:avLst/>
          </a:prstGeom>
        </p:spPr>
      </p:pic>
    </p:spTree>
    <p:extLst>
      <p:ext uri="{BB962C8B-B14F-4D97-AF65-F5344CB8AC3E}">
        <p14:creationId xmlns:p14="http://schemas.microsoft.com/office/powerpoint/2010/main" val="18056977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639B9D-83BD-7EDF-847D-1ECA6145722C}"/>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8090B97F-7D3E-84F9-9A6F-2F33AA49A377}"/>
              </a:ext>
            </a:extLst>
          </p:cNvPr>
          <p:cNvSpPr>
            <a:spLocks noGrp="1"/>
          </p:cNvSpPr>
          <p:nvPr>
            <p:ph type="sldNum" sz="quarter" idx="11"/>
          </p:nvPr>
        </p:nvSpPr>
        <p:spPr/>
        <p:txBody>
          <a:bodyPr/>
          <a:lstStyle/>
          <a:p>
            <a:pPr>
              <a:defRPr/>
            </a:pPr>
            <a:fld id="{D1AD3536-327C-4937-83AF-A64971CFA6D9}" type="slidenum">
              <a:rPr lang="en-US" smtClean="0"/>
              <a:pPr>
                <a:defRPr/>
              </a:pPr>
              <a:t>58</a:t>
            </a:fld>
            <a:endParaRPr lang="en-US"/>
          </a:p>
        </p:txBody>
      </p:sp>
      <p:sp>
        <p:nvSpPr>
          <p:cNvPr id="4" name="Footer Placeholder 3">
            <a:extLst>
              <a:ext uri="{FF2B5EF4-FFF2-40B4-BE49-F238E27FC236}">
                <a16:creationId xmlns:a16="http://schemas.microsoft.com/office/drawing/2014/main" id="{A9135EAE-87E3-DD22-861C-1669C4A25D0A}"/>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116262E6-3447-7845-1920-062662DA8BF1}"/>
              </a:ext>
            </a:extLst>
          </p:cNvPr>
          <p:cNvPicPr>
            <a:picLocks noChangeAspect="1"/>
          </p:cNvPicPr>
          <p:nvPr/>
        </p:nvPicPr>
        <p:blipFill>
          <a:blip r:embed="rId2"/>
          <a:stretch>
            <a:fillRect/>
          </a:stretch>
        </p:blipFill>
        <p:spPr>
          <a:xfrm>
            <a:off x="480825" y="0"/>
            <a:ext cx="11230349" cy="6858000"/>
          </a:xfrm>
          <a:prstGeom prst="rect">
            <a:avLst/>
          </a:prstGeom>
        </p:spPr>
      </p:pic>
      <p:pic>
        <p:nvPicPr>
          <p:cNvPr id="8" name="Picture 7">
            <a:extLst>
              <a:ext uri="{FF2B5EF4-FFF2-40B4-BE49-F238E27FC236}">
                <a16:creationId xmlns:a16="http://schemas.microsoft.com/office/drawing/2014/main" id="{DE1A9DE6-83A5-1DB4-7B84-3B0C80183BA3}"/>
              </a:ext>
            </a:extLst>
          </p:cNvPr>
          <p:cNvPicPr>
            <a:picLocks noChangeAspect="1"/>
          </p:cNvPicPr>
          <p:nvPr/>
        </p:nvPicPr>
        <p:blipFill>
          <a:blip r:embed="rId3"/>
          <a:stretch>
            <a:fillRect/>
          </a:stretch>
        </p:blipFill>
        <p:spPr>
          <a:xfrm>
            <a:off x="859434" y="5756838"/>
            <a:ext cx="10839450" cy="819150"/>
          </a:xfrm>
          <a:prstGeom prst="rect">
            <a:avLst/>
          </a:prstGeom>
        </p:spPr>
      </p:pic>
    </p:spTree>
    <p:extLst>
      <p:ext uri="{BB962C8B-B14F-4D97-AF65-F5344CB8AC3E}">
        <p14:creationId xmlns:p14="http://schemas.microsoft.com/office/powerpoint/2010/main" val="235485901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AD9F7-E2F8-157F-3162-038485BE1EB8}"/>
              </a:ext>
            </a:extLst>
          </p:cNvPr>
          <p:cNvSpPr>
            <a:spLocks noGrp="1"/>
          </p:cNvSpPr>
          <p:nvPr>
            <p:ph type="title"/>
          </p:nvPr>
        </p:nvSpPr>
        <p:spPr/>
        <p:txBody>
          <a:bodyPr/>
          <a:lstStyle/>
          <a:p>
            <a:r>
              <a:rPr lang="en-US" dirty="0"/>
              <a:t>7-7b JOIN USING Syntax</a:t>
            </a:r>
          </a:p>
        </p:txBody>
      </p:sp>
      <p:sp>
        <p:nvSpPr>
          <p:cNvPr id="3" name="Content Placeholder 2">
            <a:extLst>
              <a:ext uri="{FF2B5EF4-FFF2-40B4-BE49-F238E27FC236}">
                <a16:creationId xmlns:a16="http://schemas.microsoft.com/office/drawing/2014/main" id="{4A5275DA-4217-B503-FC38-9541DCE0C2DE}"/>
              </a:ext>
            </a:extLst>
          </p:cNvPr>
          <p:cNvSpPr>
            <a:spLocks noGrp="1"/>
          </p:cNvSpPr>
          <p:nvPr>
            <p:ph idx="1"/>
          </p:nvPr>
        </p:nvSpPr>
        <p:spPr/>
        <p:txBody>
          <a:bodyPr/>
          <a:lstStyle/>
          <a:p>
            <a:r>
              <a:rPr lang="en-US" sz="1800" b="0" i="0" dirty="0">
                <a:solidFill>
                  <a:srgbClr val="242021"/>
                </a:solidFill>
                <a:effectLst/>
                <a:latin typeface="NewCaledoniaLTStd"/>
              </a:rPr>
              <a:t>The query returns only the rows with matching values in the column indicated in the USING clause—and that column must exist in both tables</a:t>
            </a:r>
            <a:r>
              <a:rPr lang="en-US" dirty="0"/>
              <a:t> </a:t>
            </a:r>
          </a:p>
          <a:p>
            <a:r>
              <a:rPr lang="en-US" sz="1800" b="0" i="0" dirty="0">
                <a:solidFill>
                  <a:srgbClr val="242021"/>
                </a:solidFill>
                <a:effectLst/>
                <a:latin typeface="NewCaledoniaLTStd"/>
              </a:rPr>
              <a:t>SELECT </a:t>
            </a:r>
            <a:r>
              <a:rPr lang="en-US" sz="1800" b="0" i="1" dirty="0">
                <a:solidFill>
                  <a:srgbClr val="242021"/>
                </a:solidFill>
                <a:effectLst/>
                <a:latin typeface="NewCaledoniaLTStd-It"/>
              </a:rPr>
              <a:t>column-list </a:t>
            </a:r>
            <a:r>
              <a:rPr lang="en-US" sz="1800" b="0" i="0" dirty="0">
                <a:solidFill>
                  <a:srgbClr val="242021"/>
                </a:solidFill>
                <a:effectLst/>
                <a:latin typeface="NewCaledoniaLTStd"/>
              </a:rPr>
              <a:t>FROM </a:t>
            </a:r>
            <a:r>
              <a:rPr lang="en-US" sz="1800" b="0" i="1" dirty="0">
                <a:solidFill>
                  <a:srgbClr val="242021"/>
                </a:solidFill>
                <a:effectLst/>
                <a:latin typeface="NewCaledoniaLTStd-It"/>
              </a:rPr>
              <a:t>table1 </a:t>
            </a:r>
            <a:r>
              <a:rPr lang="en-US" sz="1800" b="0" i="0" dirty="0">
                <a:solidFill>
                  <a:srgbClr val="242021"/>
                </a:solidFill>
                <a:effectLst/>
                <a:latin typeface="NewCaledoniaLTStd"/>
              </a:rPr>
              <a:t>JOIN </a:t>
            </a:r>
            <a:r>
              <a:rPr lang="en-US" sz="1800" b="0" i="1" dirty="0">
                <a:solidFill>
                  <a:srgbClr val="242021"/>
                </a:solidFill>
                <a:effectLst/>
                <a:latin typeface="NewCaledoniaLTStd-It"/>
              </a:rPr>
              <a:t>table2 </a:t>
            </a:r>
            <a:r>
              <a:rPr lang="en-US" sz="1800" b="0" i="0" dirty="0">
                <a:solidFill>
                  <a:srgbClr val="242021"/>
                </a:solidFill>
                <a:effectLst/>
                <a:latin typeface="NewCaledoniaLTStd"/>
              </a:rPr>
              <a:t>USING (</a:t>
            </a:r>
            <a:r>
              <a:rPr lang="en-US" sz="1800" b="0" i="1" dirty="0">
                <a:solidFill>
                  <a:srgbClr val="242021"/>
                </a:solidFill>
                <a:effectLst/>
                <a:latin typeface="NewCaledoniaLTStd-It"/>
              </a:rPr>
              <a:t>common-column</a:t>
            </a:r>
            <a:r>
              <a:rPr lang="en-US" sz="1800" b="0" i="0" dirty="0">
                <a:solidFill>
                  <a:srgbClr val="242021"/>
                </a:solidFill>
                <a:effectLst/>
                <a:latin typeface="NewCaledoniaLTStd"/>
              </a:rPr>
              <a:t>)</a:t>
            </a:r>
            <a:br>
              <a:rPr lang="en-US" sz="1800" b="0" i="0" dirty="0">
                <a:solidFill>
                  <a:srgbClr val="242021"/>
                </a:solidFill>
                <a:effectLst/>
                <a:latin typeface="NewCaledoniaLTStd"/>
              </a:rPr>
            </a:br>
            <a:br>
              <a:rPr lang="en-US" dirty="0"/>
            </a:br>
            <a:br>
              <a:rPr lang="en-US" dirty="0"/>
            </a:br>
            <a:endParaRPr lang="en-US" dirty="0"/>
          </a:p>
        </p:txBody>
      </p:sp>
      <p:sp>
        <p:nvSpPr>
          <p:cNvPr id="4" name="Slide Number Placeholder 3">
            <a:extLst>
              <a:ext uri="{FF2B5EF4-FFF2-40B4-BE49-F238E27FC236}">
                <a16:creationId xmlns:a16="http://schemas.microsoft.com/office/drawing/2014/main" id="{5C8A1F33-18DE-177B-2810-B8F6051A718E}"/>
              </a:ext>
            </a:extLst>
          </p:cNvPr>
          <p:cNvSpPr>
            <a:spLocks noGrp="1"/>
          </p:cNvSpPr>
          <p:nvPr>
            <p:ph type="sldNum" sz="quarter" idx="10"/>
          </p:nvPr>
        </p:nvSpPr>
        <p:spPr/>
        <p:txBody>
          <a:bodyPr/>
          <a:lstStyle/>
          <a:p>
            <a:pPr>
              <a:defRPr/>
            </a:pPr>
            <a:fld id="{34A84676-C444-4AC5-8B4E-405A7C81C0FB}" type="slidenum">
              <a:rPr lang="en-US" altLang="en-US" smtClean="0"/>
              <a:pPr>
                <a:defRPr/>
              </a:pPr>
              <a:t>59</a:t>
            </a:fld>
            <a:endParaRPr lang="en-US" altLang="en-US"/>
          </a:p>
        </p:txBody>
      </p:sp>
      <p:sp>
        <p:nvSpPr>
          <p:cNvPr id="5" name="Footer Placeholder 4">
            <a:extLst>
              <a:ext uri="{FF2B5EF4-FFF2-40B4-BE49-F238E27FC236}">
                <a16:creationId xmlns:a16="http://schemas.microsoft.com/office/drawing/2014/main" id="{8CC2982A-534C-AA52-9AD1-23E02AC136F7}"/>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573811D3-422E-C213-7F3B-0F05BB09B60A}"/>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10E2556F-3C3A-E053-5142-4DAD67823CBD}"/>
              </a:ext>
            </a:extLst>
          </p:cNvPr>
          <p:cNvPicPr>
            <a:picLocks noChangeAspect="1"/>
          </p:cNvPicPr>
          <p:nvPr/>
        </p:nvPicPr>
        <p:blipFill>
          <a:blip r:embed="rId2"/>
          <a:stretch>
            <a:fillRect/>
          </a:stretch>
        </p:blipFill>
        <p:spPr>
          <a:xfrm>
            <a:off x="666750" y="3599375"/>
            <a:ext cx="10858500" cy="2543175"/>
          </a:xfrm>
          <a:prstGeom prst="rect">
            <a:avLst/>
          </a:prstGeom>
        </p:spPr>
      </p:pic>
    </p:spTree>
    <p:extLst>
      <p:ext uri="{BB962C8B-B14F-4D97-AF65-F5344CB8AC3E}">
        <p14:creationId xmlns:p14="http://schemas.microsoft.com/office/powerpoint/2010/main" val="22719696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315F04-756D-6B3E-27DB-9C88BA63FAAE}"/>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32FBF18D-FE89-BF65-204A-7E6EE8B2C02B}"/>
              </a:ext>
            </a:extLst>
          </p:cNvPr>
          <p:cNvSpPr>
            <a:spLocks noGrp="1"/>
          </p:cNvSpPr>
          <p:nvPr>
            <p:ph type="sldNum" sz="quarter" idx="11"/>
          </p:nvPr>
        </p:nvSpPr>
        <p:spPr/>
        <p:txBody>
          <a:bodyPr/>
          <a:lstStyle/>
          <a:p>
            <a:pPr>
              <a:defRPr/>
            </a:pPr>
            <a:fld id="{D1AD3536-327C-4937-83AF-A64971CFA6D9}" type="slidenum">
              <a:rPr lang="en-US" smtClean="0"/>
              <a:pPr>
                <a:defRPr/>
              </a:pPr>
              <a:t>60</a:t>
            </a:fld>
            <a:endParaRPr lang="en-US"/>
          </a:p>
        </p:txBody>
      </p:sp>
      <p:sp>
        <p:nvSpPr>
          <p:cNvPr id="4" name="Footer Placeholder 3">
            <a:extLst>
              <a:ext uri="{FF2B5EF4-FFF2-40B4-BE49-F238E27FC236}">
                <a16:creationId xmlns:a16="http://schemas.microsoft.com/office/drawing/2014/main" id="{252EF65C-ABF0-A87A-67FD-EF51BA9A69E5}"/>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77156D57-A135-7E5A-000C-1050F2DE47AB}"/>
              </a:ext>
            </a:extLst>
          </p:cNvPr>
          <p:cNvPicPr>
            <a:picLocks noChangeAspect="1"/>
          </p:cNvPicPr>
          <p:nvPr/>
        </p:nvPicPr>
        <p:blipFill>
          <a:blip r:embed="rId2"/>
          <a:stretch>
            <a:fillRect/>
          </a:stretch>
        </p:blipFill>
        <p:spPr>
          <a:xfrm>
            <a:off x="0" y="308042"/>
            <a:ext cx="12192000" cy="6241915"/>
          </a:xfrm>
          <a:prstGeom prst="rect">
            <a:avLst/>
          </a:prstGeom>
        </p:spPr>
      </p:pic>
      <p:pic>
        <p:nvPicPr>
          <p:cNvPr id="8" name="Picture 7">
            <a:extLst>
              <a:ext uri="{FF2B5EF4-FFF2-40B4-BE49-F238E27FC236}">
                <a16:creationId xmlns:a16="http://schemas.microsoft.com/office/drawing/2014/main" id="{FAA240F1-1847-0815-D5C5-3E6992181D76}"/>
              </a:ext>
            </a:extLst>
          </p:cNvPr>
          <p:cNvPicPr>
            <a:picLocks noChangeAspect="1"/>
          </p:cNvPicPr>
          <p:nvPr/>
        </p:nvPicPr>
        <p:blipFill>
          <a:blip r:embed="rId3"/>
          <a:stretch>
            <a:fillRect/>
          </a:stretch>
        </p:blipFill>
        <p:spPr>
          <a:xfrm>
            <a:off x="2133600" y="5105400"/>
            <a:ext cx="9772650" cy="1190625"/>
          </a:xfrm>
          <a:prstGeom prst="rect">
            <a:avLst/>
          </a:prstGeom>
        </p:spPr>
      </p:pic>
    </p:spTree>
    <p:extLst>
      <p:ext uri="{BB962C8B-B14F-4D97-AF65-F5344CB8AC3E}">
        <p14:creationId xmlns:p14="http://schemas.microsoft.com/office/powerpoint/2010/main" val="51624017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A6B98-2D7B-AB5F-884D-8D570F1AA853}"/>
              </a:ext>
            </a:extLst>
          </p:cNvPr>
          <p:cNvSpPr>
            <a:spLocks noGrp="1"/>
          </p:cNvSpPr>
          <p:nvPr>
            <p:ph type="title"/>
          </p:nvPr>
        </p:nvSpPr>
        <p:spPr/>
        <p:txBody>
          <a:bodyPr/>
          <a:lstStyle/>
          <a:p>
            <a:r>
              <a:rPr lang="en-US" dirty="0"/>
              <a:t>7-7c JOIN ON Syntax</a:t>
            </a:r>
          </a:p>
        </p:txBody>
      </p:sp>
      <p:sp>
        <p:nvSpPr>
          <p:cNvPr id="3" name="Content Placeholder 2">
            <a:extLst>
              <a:ext uri="{FF2B5EF4-FFF2-40B4-BE49-F238E27FC236}">
                <a16:creationId xmlns:a16="http://schemas.microsoft.com/office/drawing/2014/main" id="{F596838A-41B1-C00F-D10C-3511E7EC20D1}"/>
              </a:ext>
            </a:extLst>
          </p:cNvPr>
          <p:cNvSpPr>
            <a:spLocks noGrp="1"/>
          </p:cNvSpPr>
          <p:nvPr>
            <p:ph idx="1"/>
          </p:nvPr>
        </p:nvSpPr>
        <p:spPr/>
        <p:txBody>
          <a:bodyPr/>
          <a:lstStyle/>
          <a:p>
            <a:r>
              <a:rPr lang="en-US" sz="1800" b="0" i="0" dirty="0">
                <a:solidFill>
                  <a:srgbClr val="242021"/>
                </a:solidFill>
                <a:effectLst/>
                <a:latin typeface="NewCaledoniaLTStd"/>
              </a:rPr>
              <a:t>The previous two join styles use common attribute names in the joining tables. Another way to express a join when the tables have no common attribute names is to use the JOIN ON operand.</a:t>
            </a:r>
          </a:p>
          <a:p>
            <a:r>
              <a:rPr lang="en-US" dirty="0"/>
              <a:t> </a:t>
            </a:r>
            <a:r>
              <a:rPr lang="en-US" sz="1800" b="0" i="0" dirty="0">
                <a:solidFill>
                  <a:srgbClr val="242021"/>
                </a:solidFill>
                <a:effectLst/>
                <a:latin typeface="NewCaledoniaLTStd"/>
              </a:rPr>
              <a:t>SELECT </a:t>
            </a:r>
            <a:r>
              <a:rPr lang="en-US" sz="1800" b="0" i="1" dirty="0">
                <a:solidFill>
                  <a:srgbClr val="242021"/>
                </a:solidFill>
                <a:effectLst/>
                <a:latin typeface="NewCaledoniaLTStd-It"/>
              </a:rPr>
              <a:t>column-list </a:t>
            </a:r>
            <a:r>
              <a:rPr lang="en-US" sz="1800" b="0" i="0" dirty="0">
                <a:solidFill>
                  <a:srgbClr val="242021"/>
                </a:solidFill>
                <a:effectLst/>
                <a:latin typeface="NewCaledoniaLTStd"/>
              </a:rPr>
              <a:t>FROM </a:t>
            </a:r>
            <a:r>
              <a:rPr lang="en-US" sz="1800" b="0" i="1" dirty="0">
                <a:solidFill>
                  <a:srgbClr val="242021"/>
                </a:solidFill>
                <a:effectLst/>
                <a:latin typeface="NewCaledoniaLTStd-It"/>
              </a:rPr>
              <a:t>table1 </a:t>
            </a:r>
            <a:r>
              <a:rPr lang="en-US" sz="1800" b="0" i="0" dirty="0">
                <a:solidFill>
                  <a:srgbClr val="242021"/>
                </a:solidFill>
                <a:effectLst/>
                <a:latin typeface="NewCaledoniaLTStd"/>
              </a:rPr>
              <a:t>JOIN </a:t>
            </a:r>
            <a:r>
              <a:rPr lang="en-US" sz="1800" b="0" i="1" dirty="0">
                <a:solidFill>
                  <a:srgbClr val="242021"/>
                </a:solidFill>
                <a:effectLst/>
                <a:latin typeface="NewCaledoniaLTStd-It"/>
              </a:rPr>
              <a:t>table2 </a:t>
            </a:r>
            <a:r>
              <a:rPr lang="en-US" sz="1800" b="0" i="0" dirty="0">
                <a:solidFill>
                  <a:srgbClr val="242021"/>
                </a:solidFill>
                <a:effectLst/>
                <a:latin typeface="NewCaledoniaLTStd"/>
              </a:rPr>
              <a:t>ON </a:t>
            </a:r>
            <a:r>
              <a:rPr lang="en-US" sz="1800" b="0" i="1" dirty="0">
                <a:solidFill>
                  <a:srgbClr val="242021"/>
                </a:solidFill>
                <a:effectLst/>
                <a:latin typeface="NewCaledoniaLTStd-It"/>
              </a:rPr>
              <a:t>join-condition</a:t>
            </a:r>
            <a:br>
              <a:rPr lang="en-US" sz="1800" b="0" i="1" dirty="0">
                <a:solidFill>
                  <a:srgbClr val="242021"/>
                </a:solidFill>
                <a:effectLst/>
                <a:latin typeface="NewCaledoniaLTStd-It"/>
              </a:rPr>
            </a:br>
            <a:br>
              <a:rPr lang="en-US" dirty="0"/>
            </a:br>
            <a:br>
              <a:rPr lang="en-US" dirty="0"/>
            </a:br>
            <a:endParaRPr lang="en-US" dirty="0"/>
          </a:p>
        </p:txBody>
      </p:sp>
      <p:sp>
        <p:nvSpPr>
          <p:cNvPr id="4" name="Slide Number Placeholder 3">
            <a:extLst>
              <a:ext uri="{FF2B5EF4-FFF2-40B4-BE49-F238E27FC236}">
                <a16:creationId xmlns:a16="http://schemas.microsoft.com/office/drawing/2014/main" id="{5FC2B472-7027-080D-C316-5163B7D27425}"/>
              </a:ext>
            </a:extLst>
          </p:cNvPr>
          <p:cNvSpPr>
            <a:spLocks noGrp="1"/>
          </p:cNvSpPr>
          <p:nvPr>
            <p:ph type="sldNum" sz="quarter" idx="10"/>
          </p:nvPr>
        </p:nvSpPr>
        <p:spPr/>
        <p:txBody>
          <a:bodyPr/>
          <a:lstStyle/>
          <a:p>
            <a:pPr>
              <a:defRPr/>
            </a:pPr>
            <a:fld id="{34A84676-C444-4AC5-8B4E-405A7C81C0FB}" type="slidenum">
              <a:rPr lang="en-US" altLang="en-US" smtClean="0"/>
              <a:pPr>
                <a:defRPr/>
              </a:pPr>
              <a:t>61</a:t>
            </a:fld>
            <a:endParaRPr lang="en-US" altLang="en-US"/>
          </a:p>
        </p:txBody>
      </p:sp>
      <p:sp>
        <p:nvSpPr>
          <p:cNvPr id="5" name="Footer Placeholder 4">
            <a:extLst>
              <a:ext uri="{FF2B5EF4-FFF2-40B4-BE49-F238E27FC236}">
                <a16:creationId xmlns:a16="http://schemas.microsoft.com/office/drawing/2014/main" id="{D87AD297-8E37-3F9F-C070-33DAE434FD15}"/>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83AA0955-67C5-C3A1-C8AB-E563EE3C64BF}"/>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1D671683-AE3F-C251-1375-2AAE1CE0E060}"/>
              </a:ext>
            </a:extLst>
          </p:cNvPr>
          <p:cNvPicPr>
            <a:picLocks noChangeAspect="1"/>
          </p:cNvPicPr>
          <p:nvPr/>
        </p:nvPicPr>
        <p:blipFill>
          <a:blip r:embed="rId2"/>
          <a:stretch>
            <a:fillRect/>
          </a:stretch>
        </p:blipFill>
        <p:spPr>
          <a:xfrm>
            <a:off x="762000" y="3733800"/>
            <a:ext cx="10239375" cy="1952625"/>
          </a:xfrm>
          <a:prstGeom prst="rect">
            <a:avLst/>
          </a:prstGeom>
        </p:spPr>
      </p:pic>
    </p:spTree>
    <p:extLst>
      <p:ext uri="{BB962C8B-B14F-4D97-AF65-F5344CB8AC3E}">
        <p14:creationId xmlns:p14="http://schemas.microsoft.com/office/powerpoint/2010/main" val="13927482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43B18-27E9-48BF-9EE0-E52448FB3281}"/>
              </a:ext>
            </a:extLst>
          </p:cNvPr>
          <p:cNvSpPr>
            <a:spLocks noGrp="1"/>
          </p:cNvSpPr>
          <p:nvPr>
            <p:ph type="title"/>
          </p:nvPr>
        </p:nvSpPr>
        <p:spPr/>
        <p:txBody>
          <a:bodyPr/>
          <a:lstStyle/>
          <a:p>
            <a:r>
              <a:rPr lang="en-US" dirty="0"/>
              <a:t>7-7d Common Attribute Names</a:t>
            </a:r>
          </a:p>
        </p:txBody>
      </p:sp>
      <p:sp>
        <p:nvSpPr>
          <p:cNvPr id="3" name="Content Placeholder 2">
            <a:extLst>
              <a:ext uri="{FF2B5EF4-FFF2-40B4-BE49-F238E27FC236}">
                <a16:creationId xmlns:a16="http://schemas.microsoft.com/office/drawing/2014/main" id="{8581C847-EC1C-960E-F010-8DB6807D3D3A}"/>
              </a:ext>
            </a:extLst>
          </p:cNvPr>
          <p:cNvSpPr>
            <a:spLocks noGrp="1"/>
          </p:cNvSpPr>
          <p:nvPr>
            <p:ph idx="1"/>
          </p:nvPr>
        </p:nvSpPr>
        <p:spPr/>
        <p:txBody>
          <a:bodyPr/>
          <a:lstStyle/>
          <a:p>
            <a:r>
              <a:rPr lang="en-US" sz="2400" b="0" i="0" dirty="0">
                <a:solidFill>
                  <a:srgbClr val="242021"/>
                </a:solidFill>
                <a:effectLst/>
                <a:latin typeface="NewCaledoniaLTStd"/>
              </a:rPr>
              <a:t>Queries will join tables using PK/FK combinations as the common attribute for the join criteria. </a:t>
            </a:r>
          </a:p>
          <a:p>
            <a:r>
              <a:rPr lang="en-US" sz="2400" b="0" i="0" dirty="0">
                <a:solidFill>
                  <a:srgbClr val="242021"/>
                </a:solidFill>
                <a:effectLst/>
                <a:latin typeface="NewCaledoniaLTStd"/>
              </a:rPr>
              <a:t>The NATURAL JOIN and JOIN USING operands automatically eliminate duplicate columns for the common attribute to avoid the issue of duplicate column names. </a:t>
            </a:r>
          </a:p>
          <a:p>
            <a:r>
              <a:rPr lang="en-US" sz="2400" b="0" i="0" dirty="0">
                <a:solidFill>
                  <a:srgbClr val="242021"/>
                </a:solidFill>
                <a:effectLst/>
                <a:latin typeface="NewCaledoniaLTStd"/>
              </a:rPr>
              <a:t>The JOIN ON clause does not automatically remove a copy of the common attribute, so it requires a table qualifier whenever the query references the common attribute.</a:t>
            </a:r>
            <a:r>
              <a:rPr lang="en-US" sz="2800" dirty="0"/>
              <a:t> </a:t>
            </a:r>
            <a:br>
              <a:rPr lang="en-US" dirty="0"/>
            </a:br>
            <a:endParaRPr lang="en-US" dirty="0"/>
          </a:p>
        </p:txBody>
      </p:sp>
      <p:sp>
        <p:nvSpPr>
          <p:cNvPr id="4" name="Slide Number Placeholder 3">
            <a:extLst>
              <a:ext uri="{FF2B5EF4-FFF2-40B4-BE49-F238E27FC236}">
                <a16:creationId xmlns:a16="http://schemas.microsoft.com/office/drawing/2014/main" id="{8B534D5B-108D-37C0-4DB8-B488EEB8BFED}"/>
              </a:ext>
            </a:extLst>
          </p:cNvPr>
          <p:cNvSpPr>
            <a:spLocks noGrp="1"/>
          </p:cNvSpPr>
          <p:nvPr>
            <p:ph type="sldNum" sz="quarter" idx="10"/>
          </p:nvPr>
        </p:nvSpPr>
        <p:spPr/>
        <p:txBody>
          <a:bodyPr/>
          <a:lstStyle/>
          <a:p>
            <a:pPr>
              <a:defRPr/>
            </a:pPr>
            <a:fld id="{34A84676-C444-4AC5-8B4E-405A7C81C0FB}" type="slidenum">
              <a:rPr lang="en-US" altLang="en-US" smtClean="0"/>
              <a:pPr>
                <a:defRPr/>
              </a:pPr>
              <a:t>62</a:t>
            </a:fld>
            <a:endParaRPr lang="en-US" altLang="en-US"/>
          </a:p>
        </p:txBody>
      </p:sp>
      <p:sp>
        <p:nvSpPr>
          <p:cNvPr id="5" name="Footer Placeholder 4">
            <a:extLst>
              <a:ext uri="{FF2B5EF4-FFF2-40B4-BE49-F238E27FC236}">
                <a16:creationId xmlns:a16="http://schemas.microsoft.com/office/drawing/2014/main" id="{D0E37DF9-B9CE-B522-6292-B5C01FAD49EC}"/>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99F67C99-7FD1-7C82-040E-6AD916FA9220}"/>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392040204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8143D-C14C-45B3-B4F9-8BE906515E01}"/>
              </a:ext>
            </a:extLst>
          </p:cNvPr>
          <p:cNvSpPr>
            <a:spLocks noGrp="1"/>
          </p:cNvSpPr>
          <p:nvPr>
            <p:ph type="title"/>
          </p:nvPr>
        </p:nvSpPr>
        <p:spPr/>
        <p:txBody>
          <a:bodyPr/>
          <a:lstStyle/>
          <a:p>
            <a:r>
              <a:rPr lang="en-US" dirty="0"/>
              <a:t>7-7e Old-Style Joins</a:t>
            </a:r>
          </a:p>
        </p:txBody>
      </p:sp>
      <p:sp>
        <p:nvSpPr>
          <p:cNvPr id="3" name="Content Placeholder 2">
            <a:extLst>
              <a:ext uri="{FF2B5EF4-FFF2-40B4-BE49-F238E27FC236}">
                <a16:creationId xmlns:a16="http://schemas.microsoft.com/office/drawing/2014/main" id="{482BD014-8130-3D78-9662-41FA02043BEA}"/>
              </a:ext>
            </a:extLst>
          </p:cNvPr>
          <p:cNvSpPr>
            <a:spLocks noGrp="1"/>
          </p:cNvSpPr>
          <p:nvPr>
            <p:ph idx="1"/>
          </p:nvPr>
        </p:nvSpPr>
        <p:spPr/>
        <p:txBody>
          <a:bodyPr/>
          <a:lstStyle/>
          <a:p>
            <a:r>
              <a:rPr lang="en-US" dirty="0"/>
              <a:t>Avoid to join using where condition to connect two or more tables.</a:t>
            </a:r>
          </a:p>
          <a:p>
            <a:r>
              <a:rPr lang="en-US" dirty="0"/>
              <a:t>See more in book.</a:t>
            </a:r>
          </a:p>
        </p:txBody>
      </p:sp>
      <p:sp>
        <p:nvSpPr>
          <p:cNvPr id="4" name="Slide Number Placeholder 3">
            <a:extLst>
              <a:ext uri="{FF2B5EF4-FFF2-40B4-BE49-F238E27FC236}">
                <a16:creationId xmlns:a16="http://schemas.microsoft.com/office/drawing/2014/main" id="{B2F33A90-11D0-AB45-134B-76DCBA0C97F8}"/>
              </a:ext>
            </a:extLst>
          </p:cNvPr>
          <p:cNvSpPr>
            <a:spLocks noGrp="1"/>
          </p:cNvSpPr>
          <p:nvPr>
            <p:ph type="sldNum" sz="quarter" idx="10"/>
          </p:nvPr>
        </p:nvSpPr>
        <p:spPr/>
        <p:txBody>
          <a:bodyPr/>
          <a:lstStyle/>
          <a:p>
            <a:pPr>
              <a:defRPr/>
            </a:pPr>
            <a:fld id="{34A84676-C444-4AC5-8B4E-405A7C81C0FB}" type="slidenum">
              <a:rPr lang="en-US" altLang="en-US" smtClean="0"/>
              <a:pPr>
                <a:defRPr/>
              </a:pPr>
              <a:t>63</a:t>
            </a:fld>
            <a:endParaRPr lang="en-US" altLang="en-US"/>
          </a:p>
        </p:txBody>
      </p:sp>
      <p:sp>
        <p:nvSpPr>
          <p:cNvPr id="5" name="Footer Placeholder 4">
            <a:extLst>
              <a:ext uri="{FF2B5EF4-FFF2-40B4-BE49-F238E27FC236}">
                <a16:creationId xmlns:a16="http://schemas.microsoft.com/office/drawing/2014/main" id="{15E6DFD7-80E0-D4FA-CC54-2E0F6ADF6C63}"/>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A0DF699E-FFDF-1C0B-DD86-718A09E95972}"/>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28885053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C7A42-4BA4-67D5-808D-F7C51F61D029}"/>
              </a:ext>
            </a:extLst>
          </p:cNvPr>
          <p:cNvSpPr>
            <a:spLocks noGrp="1"/>
          </p:cNvSpPr>
          <p:nvPr>
            <p:ph type="title"/>
          </p:nvPr>
        </p:nvSpPr>
        <p:spPr/>
        <p:txBody>
          <a:bodyPr/>
          <a:lstStyle/>
          <a:p>
            <a:r>
              <a:rPr lang="en-US" dirty="0"/>
              <a:t>7-7f Outer Joins</a:t>
            </a:r>
          </a:p>
        </p:txBody>
      </p:sp>
      <p:sp>
        <p:nvSpPr>
          <p:cNvPr id="3" name="Content Placeholder 2">
            <a:extLst>
              <a:ext uri="{FF2B5EF4-FFF2-40B4-BE49-F238E27FC236}">
                <a16:creationId xmlns:a16="http://schemas.microsoft.com/office/drawing/2014/main" id="{1BAE8657-8326-E597-ECF2-31A3B1242BB3}"/>
              </a:ext>
            </a:extLst>
          </p:cNvPr>
          <p:cNvSpPr>
            <a:spLocks noGrp="1"/>
          </p:cNvSpPr>
          <p:nvPr>
            <p:ph idx="1"/>
          </p:nvPr>
        </p:nvSpPr>
        <p:spPr/>
        <p:txBody>
          <a:bodyPr/>
          <a:lstStyle/>
          <a:p>
            <a:r>
              <a:rPr lang="en-US" sz="1800" b="0" i="0" dirty="0">
                <a:solidFill>
                  <a:srgbClr val="242021"/>
                </a:solidFill>
                <a:effectLst/>
                <a:latin typeface="NewCaledoniaLTStd"/>
              </a:rPr>
              <a:t>An outer join returns not only the rows matching the join condition (that is, rows with matching values in the common columns), but also the rows with unmatched values. </a:t>
            </a:r>
          </a:p>
          <a:p>
            <a:r>
              <a:rPr lang="en-US" sz="1800" b="0" i="0" dirty="0">
                <a:solidFill>
                  <a:srgbClr val="242021"/>
                </a:solidFill>
                <a:effectLst/>
                <a:latin typeface="NewCaledoniaLTStd"/>
              </a:rPr>
              <a:t>The left outer join returns not only the rows matching the join condition (that is, rows with matching values in the common column), but also the rows in the left table with unmatched values in the right table.</a:t>
            </a:r>
            <a:r>
              <a:rPr lang="en-US" dirty="0"/>
              <a:t> </a:t>
            </a:r>
          </a:p>
          <a:p>
            <a:r>
              <a:rPr lang="en-US" sz="1800" b="0" i="0" dirty="0">
                <a:solidFill>
                  <a:srgbClr val="242021"/>
                </a:solidFill>
                <a:effectLst/>
                <a:latin typeface="NewCaledoniaLTStd"/>
              </a:rPr>
              <a:t>The right outer join returns not only the rows matching the join condition (that is, rows with matching values in the common column), but also the rows in the right table with unmatched values in the left table</a:t>
            </a:r>
            <a:r>
              <a:rPr lang="en-US" dirty="0"/>
              <a:t> </a:t>
            </a:r>
          </a:p>
          <a:p>
            <a:r>
              <a:rPr lang="en-US" sz="1800" b="0" i="0" dirty="0">
                <a:solidFill>
                  <a:srgbClr val="242021"/>
                </a:solidFill>
                <a:effectLst/>
                <a:latin typeface="NewCaledoniaLTStd"/>
              </a:rPr>
              <a:t>The full outer join returns not only the rows matching the join condition (that is, rows with matching values in the common column), but also all of the rows with unmatched values in the table on either side.</a:t>
            </a:r>
            <a:r>
              <a:rPr lang="en-US" dirty="0"/>
              <a:t> </a:t>
            </a:r>
            <a:br>
              <a:rPr lang="en-US" dirty="0"/>
            </a:br>
            <a:br>
              <a:rPr lang="en-US" dirty="0"/>
            </a:br>
            <a:br>
              <a:rPr lang="en-US" dirty="0"/>
            </a:br>
            <a:endParaRPr lang="en-US" dirty="0"/>
          </a:p>
        </p:txBody>
      </p:sp>
      <p:sp>
        <p:nvSpPr>
          <p:cNvPr id="4" name="Slide Number Placeholder 3">
            <a:extLst>
              <a:ext uri="{FF2B5EF4-FFF2-40B4-BE49-F238E27FC236}">
                <a16:creationId xmlns:a16="http://schemas.microsoft.com/office/drawing/2014/main" id="{770BE994-1D79-FA44-2B23-5D53CB05ECAE}"/>
              </a:ext>
            </a:extLst>
          </p:cNvPr>
          <p:cNvSpPr>
            <a:spLocks noGrp="1"/>
          </p:cNvSpPr>
          <p:nvPr>
            <p:ph type="sldNum" sz="quarter" idx="10"/>
          </p:nvPr>
        </p:nvSpPr>
        <p:spPr/>
        <p:txBody>
          <a:bodyPr/>
          <a:lstStyle/>
          <a:p>
            <a:pPr>
              <a:defRPr/>
            </a:pPr>
            <a:fld id="{34A84676-C444-4AC5-8B4E-405A7C81C0FB}" type="slidenum">
              <a:rPr lang="en-US" altLang="en-US" smtClean="0"/>
              <a:pPr>
                <a:defRPr/>
              </a:pPr>
              <a:t>64</a:t>
            </a:fld>
            <a:endParaRPr lang="en-US" altLang="en-US"/>
          </a:p>
        </p:txBody>
      </p:sp>
      <p:sp>
        <p:nvSpPr>
          <p:cNvPr id="5" name="Footer Placeholder 4">
            <a:extLst>
              <a:ext uri="{FF2B5EF4-FFF2-40B4-BE49-F238E27FC236}">
                <a16:creationId xmlns:a16="http://schemas.microsoft.com/office/drawing/2014/main" id="{287A674D-369A-305C-7709-1E8CF7032D86}"/>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9166D193-1136-4769-ACC4-554A45944BE1}"/>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344534730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C1B9F6-BE30-C5C9-FDB3-169E9DB04437}"/>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58E28688-621D-78BE-1546-01EC4846B590}"/>
              </a:ext>
            </a:extLst>
          </p:cNvPr>
          <p:cNvSpPr>
            <a:spLocks noGrp="1"/>
          </p:cNvSpPr>
          <p:nvPr>
            <p:ph type="sldNum" sz="quarter" idx="11"/>
          </p:nvPr>
        </p:nvSpPr>
        <p:spPr/>
        <p:txBody>
          <a:bodyPr/>
          <a:lstStyle/>
          <a:p>
            <a:pPr>
              <a:defRPr/>
            </a:pPr>
            <a:fld id="{D1AD3536-327C-4937-83AF-A64971CFA6D9}" type="slidenum">
              <a:rPr lang="en-US" smtClean="0"/>
              <a:pPr>
                <a:defRPr/>
              </a:pPr>
              <a:t>65</a:t>
            </a:fld>
            <a:endParaRPr lang="en-US"/>
          </a:p>
        </p:txBody>
      </p:sp>
      <p:sp>
        <p:nvSpPr>
          <p:cNvPr id="4" name="Footer Placeholder 3">
            <a:extLst>
              <a:ext uri="{FF2B5EF4-FFF2-40B4-BE49-F238E27FC236}">
                <a16:creationId xmlns:a16="http://schemas.microsoft.com/office/drawing/2014/main" id="{AEDB624B-359B-04D6-CA2F-D024AAA353E5}"/>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F82C2FE7-6F40-7DFD-BA8E-F23F32937F47}"/>
              </a:ext>
            </a:extLst>
          </p:cNvPr>
          <p:cNvPicPr>
            <a:picLocks noChangeAspect="1"/>
          </p:cNvPicPr>
          <p:nvPr/>
        </p:nvPicPr>
        <p:blipFill>
          <a:blip r:embed="rId2"/>
          <a:stretch>
            <a:fillRect/>
          </a:stretch>
        </p:blipFill>
        <p:spPr>
          <a:xfrm>
            <a:off x="1609725" y="1824038"/>
            <a:ext cx="8524875" cy="914400"/>
          </a:xfrm>
          <a:prstGeom prst="rect">
            <a:avLst/>
          </a:prstGeom>
        </p:spPr>
      </p:pic>
      <p:pic>
        <p:nvPicPr>
          <p:cNvPr id="8" name="Picture 7">
            <a:extLst>
              <a:ext uri="{FF2B5EF4-FFF2-40B4-BE49-F238E27FC236}">
                <a16:creationId xmlns:a16="http://schemas.microsoft.com/office/drawing/2014/main" id="{2345AFC9-0B34-3475-F8C2-D4A36E49EFF4}"/>
              </a:ext>
            </a:extLst>
          </p:cNvPr>
          <p:cNvPicPr>
            <a:picLocks noChangeAspect="1"/>
          </p:cNvPicPr>
          <p:nvPr/>
        </p:nvPicPr>
        <p:blipFill>
          <a:blip r:embed="rId3"/>
          <a:stretch>
            <a:fillRect/>
          </a:stretch>
        </p:blipFill>
        <p:spPr>
          <a:xfrm>
            <a:off x="1489587" y="2814638"/>
            <a:ext cx="8791575" cy="885825"/>
          </a:xfrm>
          <a:prstGeom prst="rect">
            <a:avLst/>
          </a:prstGeom>
        </p:spPr>
      </p:pic>
      <p:pic>
        <p:nvPicPr>
          <p:cNvPr id="10" name="Picture 9">
            <a:extLst>
              <a:ext uri="{FF2B5EF4-FFF2-40B4-BE49-F238E27FC236}">
                <a16:creationId xmlns:a16="http://schemas.microsoft.com/office/drawing/2014/main" id="{B40A1190-670D-70EE-AC3F-F165F97537C4}"/>
              </a:ext>
            </a:extLst>
          </p:cNvPr>
          <p:cNvPicPr>
            <a:picLocks noChangeAspect="1"/>
          </p:cNvPicPr>
          <p:nvPr/>
        </p:nvPicPr>
        <p:blipFill>
          <a:blip r:embed="rId4"/>
          <a:stretch>
            <a:fillRect/>
          </a:stretch>
        </p:blipFill>
        <p:spPr>
          <a:xfrm>
            <a:off x="1541514" y="3876675"/>
            <a:ext cx="8534400" cy="771525"/>
          </a:xfrm>
          <a:prstGeom prst="rect">
            <a:avLst/>
          </a:prstGeom>
        </p:spPr>
      </p:pic>
    </p:spTree>
    <p:extLst>
      <p:ext uri="{BB962C8B-B14F-4D97-AF65-F5344CB8AC3E}">
        <p14:creationId xmlns:p14="http://schemas.microsoft.com/office/powerpoint/2010/main" val="127968208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03FACE-AE97-A5CE-C749-C93837A80DBD}"/>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A260A7EA-DA31-8257-E270-DE2BF97A9E2B}"/>
              </a:ext>
            </a:extLst>
          </p:cNvPr>
          <p:cNvSpPr>
            <a:spLocks noGrp="1"/>
          </p:cNvSpPr>
          <p:nvPr>
            <p:ph type="sldNum" sz="quarter" idx="11"/>
          </p:nvPr>
        </p:nvSpPr>
        <p:spPr/>
        <p:txBody>
          <a:bodyPr/>
          <a:lstStyle/>
          <a:p>
            <a:pPr>
              <a:defRPr/>
            </a:pPr>
            <a:fld id="{D1AD3536-327C-4937-83AF-A64971CFA6D9}" type="slidenum">
              <a:rPr lang="en-US" smtClean="0"/>
              <a:pPr>
                <a:defRPr/>
              </a:pPr>
              <a:t>66</a:t>
            </a:fld>
            <a:endParaRPr lang="en-US"/>
          </a:p>
        </p:txBody>
      </p:sp>
      <p:sp>
        <p:nvSpPr>
          <p:cNvPr id="4" name="Footer Placeholder 3">
            <a:extLst>
              <a:ext uri="{FF2B5EF4-FFF2-40B4-BE49-F238E27FC236}">
                <a16:creationId xmlns:a16="http://schemas.microsoft.com/office/drawing/2014/main" id="{0EA599C2-C27C-454B-F95E-09309BF2B2A4}"/>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89B04D5B-6C92-183D-4F7E-659A1D8C4517}"/>
              </a:ext>
            </a:extLst>
          </p:cNvPr>
          <p:cNvPicPr>
            <a:picLocks noChangeAspect="1"/>
          </p:cNvPicPr>
          <p:nvPr/>
        </p:nvPicPr>
        <p:blipFill>
          <a:blip r:embed="rId2"/>
          <a:stretch>
            <a:fillRect/>
          </a:stretch>
        </p:blipFill>
        <p:spPr>
          <a:xfrm>
            <a:off x="2041940" y="0"/>
            <a:ext cx="8108119" cy="6858000"/>
          </a:xfrm>
          <a:prstGeom prst="rect">
            <a:avLst/>
          </a:prstGeom>
        </p:spPr>
      </p:pic>
      <p:pic>
        <p:nvPicPr>
          <p:cNvPr id="8" name="Picture 7">
            <a:extLst>
              <a:ext uri="{FF2B5EF4-FFF2-40B4-BE49-F238E27FC236}">
                <a16:creationId xmlns:a16="http://schemas.microsoft.com/office/drawing/2014/main" id="{BE5A9D55-3766-14BD-6199-2ACC132FCE14}"/>
              </a:ext>
            </a:extLst>
          </p:cNvPr>
          <p:cNvPicPr>
            <a:picLocks noChangeAspect="1"/>
          </p:cNvPicPr>
          <p:nvPr/>
        </p:nvPicPr>
        <p:blipFill>
          <a:blip r:embed="rId3"/>
          <a:stretch>
            <a:fillRect/>
          </a:stretch>
        </p:blipFill>
        <p:spPr>
          <a:xfrm>
            <a:off x="1676400" y="5491162"/>
            <a:ext cx="9677400" cy="1238250"/>
          </a:xfrm>
          <a:prstGeom prst="rect">
            <a:avLst/>
          </a:prstGeom>
        </p:spPr>
      </p:pic>
    </p:spTree>
    <p:extLst>
      <p:ext uri="{BB962C8B-B14F-4D97-AF65-F5344CB8AC3E}">
        <p14:creationId xmlns:p14="http://schemas.microsoft.com/office/powerpoint/2010/main" val="39175948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257221-2179-7CAB-3D60-5DF0A33BDA80}"/>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283A7468-4194-18CA-A2E4-2BD40502803C}"/>
              </a:ext>
            </a:extLst>
          </p:cNvPr>
          <p:cNvSpPr>
            <a:spLocks noGrp="1"/>
          </p:cNvSpPr>
          <p:nvPr>
            <p:ph type="sldNum" sz="quarter" idx="11"/>
          </p:nvPr>
        </p:nvSpPr>
        <p:spPr/>
        <p:txBody>
          <a:bodyPr/>
          <a:lstStyle/>
          <a:p>
            <a:pPr>
              <a:defRPr/>
            </a:pPr>
            <a:fld id="{D1AD3536-327C-4937-83AF-A64971CFA6D9}" type="slidenum">
              <a:rPr lang="en-US" smtClean="0"/>
              <a:pPr>
                <a:defRPr/>
              </a:pPr>
              <a:t>67</a:t>
            </a:fld>
            <a:endParaRPr lang="en-US"/>
          </a:p>
        </p:txBody>
      </p:sp>
      <p:sp>
        <p:nvSpPr>
          <p:cNvPr id="4" name="Footer Placeholder 3">
            <a:extLst>
              <a:ext uri="{FF2B5EF4-FFF2-40B4-BE49-F238E27FC236}">
                <a16:creationId xmlns:a16="http://schemas.microsoft.com/office/drawing/2014/main" id="{2A4BA9E1-1622-2189-17E3-F526C94BF7D9}"/>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BBFB9308-841E-C500-E009-5F5CBA75C1B4}"/>
              </a:ext>
            </a:extLst>
          </p:cNvPr>
          <p:cNvPicPr>
            <a:picLocks noChangeAspect="1"/>
          </p:cNvPicPr>
          <p:nvPr/>
        </p:nvPicPr>
        <p:blipFill>
          <a:blip r:embed="rId2"/>
          <a:stretch>
            <a:fillRect/>
          </a:stretch>
        </p:blipFill>
        <p:spPr>
          <a:xfrm>
            <a:off x="1431581" y="0"/>
            <a:ext cx="9328837" cy="6858000"/>
          </a:xfrm>
          <a:prstGeom prst="rect">
            <a:avLst/>
          </a:prstGeom>
        </p:spPr>
      </p:pic>
      <p:pic>
        <p:nvPicPr>
          <p:cNvPr id="8" name="Picture 7">
            <a:extLst>
              <a:ext uri="{FF2B5EF4-FFF2-40B4-BE49-F238E27FC236}">
                <a16:creationId xmlns:a16="http://schemas.microsoft.com/office/drawing/2014/main" id="{1C2F35EB-5915-232C-D990-3481181764DB}"/>
              </a:ext>
            </a:extLst>
          </p:cNvPr>
          <p:cNvPicPr>
            <a:picLocks noChangeAspect="1"/>
          </p:cNvPicPr>
          <p:nvPr/>
        </p:nvPicPr>
        <p:blipFill>
          <a:blip r:embed="rId3"/>
          <a:stretch>
            <a:fillRect/>
          </a:stretch>
        </p:blipFill>
        <p:spPr>
          <a:xfrm>
            <a:off x="1431581" y="5642436"/>
            <a:ext cx="9896475" cy="1171575"/>
          </a:xfrm>
          <a:prstGeom prst="rect">
            <a:avLst/>
          </a:prstGeom>
        </p:spPr>
      </p:pic>
    </p:spTree>
    <p:extLst>
      <p:ext uri="{BB962C8B-B14F-4D97-AF65-F5344CB8AC3E}">
        <p14:creationId xmlns:p14="http://schemas.microsoft.com/office/powerpoint/2010/main" val="245385751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34D9042-9C5E-F60C-7E02-28E96B515CCE}"/>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ADD95F2D-A522-523A-9F25-24AAD0449486}"/>
              </a:ext>
            </a:extLst>
          </p:cNvPr>
          <p:cNvSpPr>
            <a:spLocks noGrp="1"/>
          </p:cNvSpPr>
          <p:nvPr>
            <p:ph type="sldNum" sz="quarter" idx="11"/>
          </p:nvPr>
        </p:nvSpPr>
        <p:spPr/>
        <p:txBody>
          <a:bodyPr/>
          <a:lstStyle/>
          <a:p>
            <a:pPr>
              <a:defRPr/>
            </a:pPr>
            <a:fld id="{D1AD3536-327C-4937-83AF-A64971CFA6D9}" type="slidenum">
              <a:rPr lang="en-US" smtClean="0"/>
              <a:pPr>
                <a:defRPr/>
              </a:pPr>
              <a:t>68</a:t>
            </a:fld>
            <a:endParaRPr lang="en-US"/>
          </a:p>
        </p:txBody>
      </p:sp>
      <p:sp>
        <p:nvSpPr>
          <p:cNvPr id="4" name="Footer Placeholder 3">
            <a:extLst>
              <a:ext uri="{FF2B5EF4-FFF2-40B4-BE49-F238E27FC236}">
                <a16:creationId xmlns:a16="http://schemas.microsoft.com/office/drawing/2014/main" id="{12795D92-F579-9D20-7754-92560ED4D63E}"/>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954D501C-1275-56C8-CA75-5365CDC13D9F}"/>
              </a:ext>
            </a:extLst>
          </p:cNvPr>
          <p:cNvPicPr>
            <a:picLocks noChangeAspect="1"/>
          </p:cNvPicPr>
          <p:nvPr/>
        </p:nvPicPr>
        <p:blipFill>
          <a:blip r:embed="rId2"/>
          <a:stretch>
            <a:fillRect/>
          </a:stretch>
        </p:blipFill>
        <p:spPr>
          <a:xfrm>
            <a:off x="638175" y="1633537"/>
            <a:ext cx="10915650" cy="3590925"/>
          </a:xfrm>
          <a:prstGeom prst="rect">
            <a:avLst/>
          </a:prstGeom>
        </p:spPr>
      </p:pic>
      <p:pic>
        <p:nvPicPr>
          <p:cNvPr id="8" name="Picture 7">
            <a:extLst>
              <a:ext uri="{FF2B5EF4-FFF2-40B4-BE49-F238E27FC236}">
                <a16:creationId xmlns:a16="http://schemas.microsoft.com/office/drawing/2014/main" id="{54F63D0F-5E81-7960-B6A5-C57206E6659B}"/>
              </a:ext>
            </a:extLst>
          </p:cNvPr>
          <p:cNvPicPr>
            <a:picLocks noChangeAspect="1"/>
          </p:cNvPicPr>
          <p:nvPr/>
        </p:nvPicPr>
        <p:blipFill>
          <a:blip r:embed="rId3"/>
          <a:stretch>
            <a:fillRect/>
          </a:stretch>
        </p:blipFill>
        <p:spPr>
          <a:xfrm>
            <a:off x="1219200" y="4572000"/>
            <a:ext cx="9906000" cy="1533525"/>
          </a:xfrm>
          <a:prstGeom prst="rect">
            <a:avLst/>
          </a:prstGeom>
        </p:spPr>
      </p:pic>
    </p:spTree>
    <p:extLst>
      <p:ext uri="{BB962C8B-B14F-4D97-AF65-F5344CB8AC3E}">
        <p14:creationId xmlns:p14="http://schemas.microsoft.com/office/powerpoint/2010/main" val="157335706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3F6B80-6462-E374-BBA4-105E1128A933}"/>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72E19FF3-80B5-B842-B005-36C5917F01CA}"/>
              </a:ext>
            </a:extLst>
          </p:cNvPr>
          <p:cNvSpPr>
            <a:spLocks noGrp="1"/>
          </p:cNvSpPr>
          <p:nvPr>
            <p:ph type="sldNum" sz="quarter" idx="11"/>
          </p:nvPr>
        </p:nvSpPr>
        <p:spPr/>
        <p:txBody>
          <a:bodyPr/>
          <a:lstStyle/>
          <a:p>
            <a:pPr>
              <a:defRPr/>
            </a:pPr>
            <a:fld id="{D1AD3536-327C-4937-83AF-A64971CFA6D9}" type="slidenum">
              <a:rPr lang="en-US" smtClean="0"/>
              <a:pPr>
                <a:defRPr/>
              </a:pPr>
              <a:t>69</a:t>
            </a:fld>
            <a:endParaRPr lang="en-US"/>
          </a:p>
        </p:txBody>
      </p:sp>
      <p:sp>
        <p:nvSpPr>
          <p:cNvPr id="4" name="Footer Placeholder 3">
            <a:extLst>
              <a:ext uri="{FF2B5EF4-FFF2-40B4-BE49-F238E27FC236}">
                <a16:creationId xmlns:a16="http://schemas.microsoft.com/office/drawing/2014/main" id="{1231003F-A51F-7441-852B-B5EFD86ED8C9}"/>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1C6FD116-FF9A-D151-B439-F3F006FB5072}"/>
              </a:ext>
            </a:extLst>
          </p:cNvPr>
          <p:cNvPicPr>
            <a:picLocks noChangeAspect="1"/>
          </p:cNvPicPr>
          <p:nvPr/>
        </p:nvPicPr>
        <p:blipFill>
          <a:blip r:embed="rId2"/>
          <a:stretch>
            <a:fillRect/>
          </a:stretch>
        </p:blipFill>
        <p:spPr>
          <a:xfrm>
            <a:off x="2347568" y="0"/>
            <a:ext cx="7496863" cy="6858000"/>
          </a:xfrm>
          <a:prstGeom prst="rect">
            <a:avLst/>
          </a:prstGeom>
        </p:spPr>
      </p:pic>
      <p:pic>
        <p:nvPicPr>
          <p:cNvPr id="8" name="Picture 7">
            <a:extLst>
              <a:ext uri="{FF2B5EF4-FFF2-40B4-BE49-F238E27FC236}">
                <a16:creationId xmlns:a16="http://schemas.microsoft.com/office/drawing/2014/main" id="{8F05D14D-62C0-B6EA-CF15-1CBF8093D18C}"/>
              </a:ext>
            </a:extLst>
          </p:cNvPr>
          <p:cNvPicPr>
            <a:picLocks noChangeAspect="1"/>
          </p:cNvPicPr>
          <p:nvPr/>
        </p:nvPicPr>
        <p:blipFill>
          <a:blip r:embed="rId3"/>
          <a:stretch>
            <a:fillRect/>
          </a:stretch>
        </p:blipFill>
        <p:spPr>
          <a:xfrm>
            <a:off x="1676400" y="3048000"/>
            <a:ext cx="9867900" cy="1133475"/>
          </a:xfrm>
          <a:prstGeom prst="rect">
            <a:avLst/>
          </a:prstGeom>
        </p:spPr>
      </p:pic>
    </p:spTree>
    <p:extLst>
      <p:ext uri="{BB962C8B-B14F-4D97-AF65-F5344CB8AC3E}">
        <p14:creationId xmlns:p14="http://schemas.microsoft.com/office/powerpoint/2010/main" val="292878406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895CC-61D7-EDF3-0BB5-DDD3914826E6}"/>
              </a:ext>
            </a:extLst>
          </p:cNvPr>
          <p:cNvSpPr>
            <a:spLocks noGrp="1"/>
          </p:cNvSpPr>
          <p:nvPr>
            <p:ph type="title"/>
          </p:nvPr>
        </p:nvSpPr>
        <p:spPr/>
        <p:txBody>
          <a:bodyPr/>
          <a:lstStyle/>
          <a:p>
            <a:r>
              <a:rPr lang="en-US" dirty="0"/>
              <a:t>7-7g Cross Join</a:t>
            </a:r>
          </a:p>
        </p:txBody>
      </p:sp>
      <p:sp>
        <p:nvSpPr>
          <p:cNvPr id="3" name="Content Placeholder 2">
            <a:extLst>
              <a:ext uri="{FF2B5EF4-FFF2-40B4-BE49-F238E27FC236}">
                <a16:creationId xmlns:a16="http://schemas.microsoft.com/office/drawing/2014/main" id="{B105A497-1F72-FBC1-0E0D-4989B21527F2}"/>
              </a:ext>
            </a:extLst>
          </p:cNvPr>
          <p:cNvSpPr>
            <a:spLocks noGrp="1"/>
          </p:cNvSpPr>
          <p:nvPr>
            <p:ph idx="1"/>
          </p:nvPr>
        </p:nvSpPr>
        <p:spPr/>
        <p:txBody>
          <a:bodyPr/>
          <a:lstStyle/>
          <a:p>
            <a:r>
              <a:rPr lang="en-US" sz="1800" b="0" i="0" dirty="0">
                <a:solidFill>
                  <a:srgbClr val="242021"/>
                </a:solidFill>
                <a:effectLst/>
                <a:latin typeface="NewCaledoniaLTStd"/>
              </a:rPr>
              <a:t>A </a:t>
            </a:r>
            <a:r>
              <a:rPr lang="en-US" sz="1800" b="1" i="0" dirty="0">
                <a:solidFill>
                  <a:srgbClr val="007DAF"/>
                </a:solidFill>
                <a:effectLst/>
                <a:latin typeface="MyriadPro-Bold"/>
              </a:rPr>
              <a:t>cross join </a:t>
            </a:r>
            <a:r>
              <a:rPr lang="en-US" sz="1800" b="0" i="0" dirty="0">
                <a:solidFill>
                  <a:srgbClr val="242021"/>
                </a:solidFill>
                <a:effectLst/>
                <a:latin typeface="NewCaledoniaLTStd"/>
              </a:rPr>
              <a:t>performs a relational product (also known as the </a:t>
            </a:r>
            <a:r>
              <a:rPr lang="en-US" sz="1800" b="0" i="1" dirty="0">
                <a:solidFill>
                  <a:srgbClr val="242021"/>
                </a:solidFill>
                <a:effectLst/>
                <a:latin typeface="NewCaledoniaLTStd-It"/>
              </a:rPr>
              <a:t>Cartesian product</a:t>
            </a:r>
            <a:r>
              <a:rPr lang="en-US" sz="1800" b="0" i="0" dirty="0">
                <a:solidFill>
                  <a:srgbClr val="242021"/>
                </a:solidFill>
                <a:effectLst/>
                <a:latin typeface="NewCaledoniaLTStd"/>
              </a:rPr>
              <a:t>) of two tables.</a:t>
            </a:r>
          </a:p>
          <a:p>
            <a:r>
              <a:rPr lang="en-US" sz="1800" b="0" i="0" dirty="0">
                <a:solidFill>
                  <a:srgbClr val="242021"/>
                </a:solidFill>
                <a:effectLst/>
                <a:latin typeface="NewCaledoniaLTStd"/>
              </a:rPr>
              <a:t>SELECT </a:t>
            </a:r>
            <a:r>
              <a:rPr lang="en-US" sz="1800" b="0" i="1" dirty="0">
                <a:solidFill>
                  <a:srgbClr val="242021"/>
                </a:solidFill>
                <a:effectLst/>
                <a:latin typeface="NewCaledoniaLTStd-It"/>
              </a:rPr>
              <a:t>column-list </a:t>
            </a:r>
            <a:r>
              <a:rPr lang="en-US" sz="1800" b="0" i="0" dirty="0">
                <a:solidFill>
                  <a:srgbClr val="242021"/>
                </a:solidFill>
                <a:effectLst/>
                <a:latin typeface="NewCaledoniaLTStd"/>
              </a:rPr>
              <a:t>FROM </a:t>
            </a:r>
            <a:r>
              <a:rPr lang="en-US" sz="1800" b="0" i="1" dirty="0">
                <a:solidFill>
                  <a:srgbClr val="242021"/>
                </a:solidFill>
                <a:effectLst/>
                <a:latin typeface="NewCaledoniaLTStd-It"/>
              </a:rPr>
              <a:t>table1 </a:t>
            </a:r>
            <a:r>
              <a:rPr lang="en-US" sz="1800" b="0" i="0" dirty="0">
                <a:solidFill>
                  <a:srgbClr val="242021"/>
                </a:solidFill>
                <a:effectLst/>
                <a:latin typeface="NewCaledoniaLTStd"/>
              </a:rPr>
              <a:t>CROSS JOIN </a:t>
            </a:r>
            <a:r>
              <a:rPr lang="en-US" sz="1800" b="0" i="1" dirty="0">
                <a:solidFill>
                  <a:srgbClr val="242021"/>
                </a:solidFill>
                <a:effectLst/>
                <a:latin typeface="NewCaledoniaLTStd-It"/>
              </a:rPr>
              <a:t>table2</a:t>
            </a:r>
          </a:p>
          <a:p>
            <a:pPr lvl="1"/>
            <a:r>
              <a:rPr lang="en-US" sz="1800" b="0" i="0" dirty="0">
                <a:solidFill>
                  <a:srgbClr val="242021"/>
                </a:solidFill>
                <a:effectLst/>
                <a:latin typeface="NewCaledoniaLTStd"/>
              </a:rPr>
              <a:t>SELECT </a:t>
            </a:r>
            <a:r>
              <a:rPr lang="en-US" sz="1800" b="0" i="0" dirty="0">
                <a:solidFill>
                  <a:srgbClr val="242021"/>
                </a:solidFill>
                <a:effectLst/>
                <a:latin typeface="Courier"/>
              </a:rPr>
              <a:t>* </a:t>
            </a:r>
            <a:r>
              <a:rPr lang="en-US" sz="1800" b="0" i="0" dirty="0">
                <a:solidFill>
                  <a:srgbClr val="242021"/>
                </a:solidFill>
                <a:effectLst/>
                <a:latin typeface="NewCaledoniaLTStd"/>
              </a:rPr>
              <a:t>FROM INVOICE CROSS JOIN LINE;</a:t>
            </a:r>
            <a:br>
              <a:rPr lang="en-US" sz="1800" b="0" i="0" dirty="0">
                <a:solidFill>
                  <a:srgbClr val="242021"/>
                </a:solidFill>
                <a:effectLst/>
                <a:latin typeface="NewCaledoniaLTStd"/>
              </a:rPr>
            </a:br>
            <a:br>
              <a:rPr lang="en-US" sz="1600" dirty="0"/>
            </a:br>
            <a:br>
              <a:rPr lang="en-US" sz="1500" b="0" i="1" dirty="0">
                <a:solidFill>
                  <a:srgbClr val="242021"/>
                </a:solidFill>
                <a:effectLst/>
                <a:latin typeface="NewCaledoniaLTStd-It"/>
              </a:rPr>
            </a:br>
            <a:br>
              <a:rPr lang="en-US" dirty="0"/>
            </a:br>
            <a:br>
              <a:rPr lang="en-US" dirty="0"/>
            </a:br>
            <a:endParaRPr lang="en-US" dirty="0"/>
          </a:p>
        </p:txBody>
      </p:sp>
      <p:sp>
        <p:nvSpPr>
          <p:cNvPr id="4" name="Slide Number Placeholder 3">
            <a:extLst>
              <a:ext uri="{FF2B5EF4-FFF2-40B4-BE49-F238E27FC236}">
                <a16:creationId xmlns:a16="http://schemas.microsoft.com/office/drawing/2014/main" id="{E26B7641-8D56-0382-20B8-84FB2B61B6FE}"/>
              </a:ext>
            </a:extLst>
          </p:cNvPr>
          <p:cNvSpPr>
            <a:spLocks noGrp="1"/>
          </p:cNvSpPr>
          <p:nvPr>
            <p:ph type="sldNum" sz="quarter" idx="10"/>
          </p:nvPr>
        </p:nvSpPr>
        <p:spPr/>
        <p:txBody>
          <a:bodyPr/>
          <a:lstStyle/>
          <a:p>
            <a:pPr>
              <a:defRPr/>
            </a:pPr>
            <a:fld id="{34A84676-C444-4AC5-8B4E-405A7C81C0FB}" type="slidenum">
              <a:rPr lang="en-US" altLang="en-US" smtClean="0"/>
              <a:pPr>
                <a:defRPr/>
              </a:pPr>
              <a:t>70</a:t>
            </a:fld>
            <a:endParaRPr lang="en-US" altLang="en-US"/>
          </a:p>
        </p:txBody>
      </p:sp>
      <p:sp>
        <p:nvSpPr>
          <p:cNvPr id="5" name="Footer Placeholder 4">
            <a:extLst>
              <a:ext uri="{FF2B5EF4-FFF2-40B4-BE49-F238E27FC236}">
                <a16:creationId xmlns:a16="http://schemas.microsoft.com/office/drawing/2014/main" id="{6F401E2D-F4D0-343A-EADF-2142D06F5444}"/>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BF5D0F53-31FE-1C92-0830-AA8EFE49362A}"/>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47E8C0AC-5BE7-DE54-5355-963A98836F14}"/>
              </a:ext>
            </a:extLst>
          </p:cNvPr>
          <p:cNvPicPr>
            <a:picLocks noChangeAspect="1"/>
          </p:cNvPicPr>
          <p:nvPr/>
        </p:nvPicPr>
        <p:blipFill>
          <a:blip r:embed="rId2"/>
          <a:stretch>
            <a:fillRect/>
          </a:stretch>
        </p:blipFill>
        <p:spPr>
          <a:xfrm>
            <a:off x="1349477" y="3431458"/>
            <a:ext cx="8679657" cy="2760027"/>
          </a:xfrm>
          <a:prstGeom prst="rect">
            <a:avLst/>
          </a:prstGeom>
        </p:spPr>
      </p:pic>
    </p:spTree>
    <p:extLst>
      <p:ext uri="{BB962C8B-B14F-4D97-AF65-F5344CB8AC3E}">
        <p14:creationId xmlns:p14="http://schemas.microsoft.com/office/powerpoint/2010/main" val="296131415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A6B59-BDA4-189A-07F1-3582A3250F0C}"/>
              </a:ext>
            </a:extLst>
          </p:cNvPr>
          <p:cNvSpPr>
            <a:spLocks noGrp="1"/>
          </p:cNvSpPr>
          <p:nvPr>
            <p:ph type="title"/>
          </p:nvPr>
        </p:nvSpPr>
        <p:spPr/>
        <p:txBody>
          <a:bodyPr/>
          <a:lstStyle/>
          <a:p>
            <a:r>
              <a:rPr lang="en-US" dirty="0"/>
              <a:t>7-7h Joining Tables with an Alias</a:t>
            </a:r>
          </a:p>
        </p:txBody>
      </p:sp>
      <p:sp>
        <p:nvSpPr>
          <p:cNvPr id="3" name="Content Placeholder 2">
            <a:extLst>
              <a:ext uri="{FF2B5EF4-FFF2-40B4-BE49-F238E27FC236}">
                <a16:creationId xmlns:a16="http://schemas.microsoft.com/office/drawing/2014/main" id="{DB20BA43-F6C7-4AF1-2C92-3358A77BB4EB}"/>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19165580-1820-F37F-3465-00A90E77E20E}"/>
              </a:ext>
            </a:extLst>
          </p:cNvPr>
          <p:cNvSpPr>
            <a:spLocks noGrp="1"/>
          </p:cNvSpPr>
          <p:nvPr>
            <p:ph type="sldNum" sz="quarter" idx="10"/>
          </p:nvPr>
        </p:nvSpPr>
        <p:spPr/>
        <p:txBody>
          <a:bodyPr/>
          <a:lstStyle/>
          <a:p>
            <a:pPr>
              <a:defRPr/>
            </a:pPr>
            <a:fld id="{34A84676-C444-4AC5-8B4E-405A7C81C0FB}" type="slidenum">
              <a:rPr lang="en-US" altLang="en-US" smtClean="0"/>
              <a:pPr>
                <a:defRPr/>
              </a:pPr>
              <a:t>71</a:t>
            </a:fld>
            <a:endParaRPr lang="en-US" altLang="en-US"/>
          </a:p>
        </p:txBody>
      </p:sp>
      <p:sp>
        <p:nvSpPr>
          <p:cNvPr id="5" name="Footer Placeholder 4">
            <a:extLst>
              <a:ext uri="{FF2B5EF4-FFF2-40B4-BE49-F238E27FC236}">
                <a16:creationId xmlns:a16="http://schemas.microsoft.com/office/drawing/2014/main" id="{50A18CC9-99DB-64B1-31F5-AE6CB351366D}"/>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BE4F7055-20EA-4809-272F-CC9D8211C515}"/>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6023E548-F0C6-BB34-9A03-C4D78CFC39CF}"/>
              </a:ext>
            </a:extLst>
          </p:cNvPr>
          <p:cNvPicPr>
            <a:picLocks noChangeAspect="1"/>
          </p:cNvPicPr>
          <p:nvPr/>
        </p:nvPicPr>
        <p:blipFill>
          <a:blip r:embed="rId2"/>
          <a:stretch>
            <a:fillRect/>
          </a:stretch>
        </p:blipFill>
        <p:spPr>
          <a:xfrm>
            <a:off x="642937" y="1500188"/>
            <a:ext cx="10906125" cy="4676775"/>
          </a:xfrm>
          <a:prstGeom prst="rect">
            <a:avLst/>
          </a:prstGeom>
        </p:spPr>
      </p:pic>
    </p:spTree>
    <p:extLst>
      <p:ext uri="{BB962C8B-B14F-4D97-AF65-F5344CB8AC3E}">
        <p14:creationId xmlns:p14="http://schemas.microsoft.com/office/powerpoint/2010/main" val="340058472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94F2A-03E9-84DC-066D-6F960744A31C}"/>
              </a:ext>
            </a:extLst>
          </p:cNvPr>
          <p:cNvSpPr>
            <a:spLocks noGrp="1"/>
          </p:cNvSpPr>
          <p:nvPr>
            <p:ph type="title"/>
          </p:nvPr>
        </p:nvSpPr>
        <p:spPr/>
        <p:txBody>
          <a:bodyPr/>
          <a:lstStyle/>
          <a:p>
            <a:r>
              <a:rPr lang="en-US" dirty="0"/>
              <a:t>7-7i Recursive Joins</a:t>
            </a:r>
          </a:p>
        </p:txBody>
      </p:sp>
      <p:sp>
        <p:nvSpPr>
          <p:cNvPr id="3" name="Content Placeholder 2">
            <a:extLst>
              <a:ext uri="{FF2B5EF4-FFF2-40B4-BE49-F238E27FC236}">
                <a16:creationId xmlns:a16="http://schemas.microsoft.com/office/drawing/2014/main" id="{CB89E78C-753F-167F-41B1-75C21B23FF7C}"/>
              </a:ext>
            </a:extLst>
          </p:cNvPr>
          <p:cNvSpPr>
            <a:spLocks noGrp="1"/>
          </p:cNvSpPr>
          <p:nvPr>
            <p:ph idx="1"/>
          </p:nvPr>
        </p:nvSpPr>
        <p:spPr/>
        <p:txBody>
          <a:bodyPr/>
          <a:lstStyle/>
          <a:p>
            <a:r>
              <a:rPr lang="en-US" sz="2400" b="1" i="0" dirty="0">
                <a:solidFill>
                  <a:srgbClr val="007DAF"/>
                </a:solidFill>
                <a:effectLst/>
                <a:latin typeface="MyriadPro-BoldSemiCn"/>
              </a:rPr>
              <a:t>recursive query </a:t>
            </a:r>
            <a:r>
              <a:rPr lang="en-US" sz="2400" b="0" i="0" dirty="0">
                <a:solidFill>
                  <a:srgbClr val="242021"/>
                </a:solidFill>
                <a:effectLst/>
                <a:latin typeface="MyriadPro-SemiCn"/>
              </a:rPr>
              <a:t>A query that joins a table to itself.</a:t>
            </a:r>
            <a:r>
              <a:rPr lang="en-US" sz="2400" dirty="0"/>
              <a:t> </a:t>
            </a:r>
          </a:p>
          <a:p>
            <a:r>
              <a:rPr lang="en-US" sz="2400" dirty="0"/>
              <a:t>Using the data in the EMP table, you can generate a list of all employees with their managers’ names by joining the EMP table to itself. </a:t>
            </a:r>
            <a:br>
              <a:rPr lang="en-US" dirty="0"/>
            </a:br>
            <a:endParaRPr lang="en-US" dirty="0"/>
          </a:p>
        </p:txBody>
      </p:sp>
      <p:sp>
        <p:nvSpPr>
          <p:cNvPr id="4" name="Slide Number Placeholder 3">
            <a:extLst>
              <a:ext uri="{FF2B5EF4-FFF2-40B4-BE49-F238E27FC236}">
                <a16:creationId xmlns:a16="http://schemas.microsoft.com/office/drawing/2014/main" id="{16D06273-D50C-CE0C-9243-FC7215747C0B}"/>
              </a:ext>
            </a:extLst>
          </p:cNvPr>
          <p:cNvSpPr>
            <a:spLocks noGrp="1"/>
          </p:cNvSpPr>
          <p:nvPr>
            <p:ph type="sldNum" sz="quarter" idx="10"/>
          </p:nvPr>
        </p:nvSpPr>
        <p:spPr/>
        <p:txBody>
          <a:bodyPr/>
          <a:lstStyle/>
          <a:p>
            <a:pPr>
              <a:defRPr/>
            </a:pPr>
            <a:fld id="{34A84676-C444-4AC5-8B4E-405A7C81C0FB}" type="slidenum">
              <a:rPr lang="en-US" altLang="en-US" smtClean="0"/>
              <a:pPr>
                <a:defRPr/>
              </a:pPr>
              <a:t>72</a:t>
            </a:fld>
            <a:endParaRPr lang="en-US" altLang="en-US"/>
          </a:p>
        </p:txBody>
      </p:sp>
      <p:sp>
        <p:nvSpPr>
          <p:cNvPr id="5" name="Footer Placeholder 4">
            <a:extLst>
              <a:ext uri="{FF2B5EF4-FFF2-40B4-BE49-F238E27FC236}">
                <a16:creationId xmlns:a16="http://schemas.microsoft.com/office/drawing/2014/main" id="{D3496172-03B2-38F5-677D-407A8EA3BBCC}"/>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5F9FF793-94C1-EF3C-4269-222639DD661B}"/>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F7690907-30BB-5506-89DC-7D2B66D8E321}"/>
              </a:ext>
            </a:extLst>
          </p:cNvPr>
          <p:cNvPicPr>
            <a:picLocks noChangeAspect="1"/>
          </p:cNvPicPr>
          <p:nvPr/>
        </p:nvPicPr>
        <p:blipFill>
          <a:blip r:embed="rId2"/>
          <a:stretch>
            <a:fillRect/>
          </a:stretch>
        </p:blipFill>
        <p:spPr>
          <a:xfrm>
            <a:off x="833284" y="3989004"/>
            <a:ext cx="10229850" cy="828675"/>
          </a:xfrm>
          <a:prstGeom prst="rect">
            <a:avLst/>
          </a:prstGeom>
        </p:spPr>
      </p:pic>
    </p:spTree>
    <p:extLst>
      <p:ext uri="{BB962C8B-B14F-4D97-AF65-F5344CB8AC3E}">
        <p14:creationId xmlns:p14="http://schemas.microsoft.com/office/powerpoint/2010/main" val="22383743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A75568-7ED2-0DB0-C6D3-7B47DD336FE4}"/>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C9B2D6DF-EFFB-F087-9B5D-B4A62C12FBC6}"/>
              </a:ext>
            </a:extLst>
          </p:cNvPr>
          <p:cNvSpPr>
            <a:spLocks noGrp="1"/>
          </p:cNvSpPr>
          <p:nvPr>
            <p:ph type="sldNum" sz="quarter" idx="11"/>
          </p:nvPr>
        </p:nvSpPr>
        <p:spPr/>
        <p:txBody>
          <a:bodyPr/>
          <a:lstStyle/>
          <a:p>
            <a:pPr>
              <a:defRPr/>
            </a:pPr>
            <a:fld id="{D1AD3536-327C-4937-83AF-A64971CFA6D9}" type="slidenum">
              <a:rPr lang="en-US" smtClean="0"/>
              <a:pPr>
                <a:defRPr/>
              </a:pPr>
              <a:t>73</a:t>
            </a:fld>
            <a:endParaRPr lang="en-US"/>
          </a:p>
        </p:txBody>
      </p:sp>
      <p:sp>
        <p:nvSpPr>
          <p:cNvPr id="4" name="Footer Placeholder 3">
            <a:extLst>
              <a:ext uri="{FF2B5EF4-FFF2-40B4-BE49-F238E27FC236}">
                <a16:creationId xmlns:a16="http://schemas.microsoft.com/office/drawing/2014/main" id="{F26659BC-A3CF-195D-2BDF-2A90E6C4154C}"/>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7F8FEF76-A9E8-86A2-1CC1-60905CAF8233}"/>
              </a:ext>
            </a:extLst>
          </p:cNvPr>
          <p:cNvPicPr>
            <a:picLocks noChangeAspect="1"/>
          </p:cNvPicPr>
          <p:nvPr/>
        </p:nvPicPr>
        <p:blipFill>
          <a:blip r:embed="rId2"/>
          <a:stretch>
            <a:fillRect/>
          </a:stretch>
        </p:blipFill>
        <p:spPr>
          <a:xfrm>
            <a:off x="628650" y="90487"/>
            <a:ext cx="10934700" cy="6677025"/>
          </a:xfrm>
          <a:prstGeom prst="rect">
            <a:avLst/>
          </a:prstGeom>
        </p:spPr>
      </p:pic>
      <p:pic>
        <p:nvPicPr>
          <p:cNvPr id="8" name="Picture 7">
            <a:extLst>
              <a:ext uri="{FF2B5EF4-FFF2-40B4-BE49-F238E27FC236}">
                <a16:creationId xmlns:a16="http://schemas.microsoft.com/office/drawing/2014/main" id="{244E2034-1397-BCD6-7B61-2FE602204BCC}"/>
              </a:ext>
            </a:extLst>
          </p:cNvPr>
          <p:cNvPicPr>
            <a:picLocks noChangeAspect="1"/>
          </p:cNvPicPr>
          <p:nvPr/>
        </p:nvPicPr>
        <p:blipFill>
          <a:blip r:embed="rId3"/>
          <a:stretch>
            <a:fillRect/>
          </a:stretch>
        </p:blipFill>
        <p:spPr>
          <a:xfrm>
            <a:off x="1391265" y="5829301"/>
            <a:ext cx="10258425" cy="733425"/>
          </a:xfrm>
          <a:prstGeom prst="rect">
            <a:avLst/>
          </a:prstGeom>
        </p:spPr>
      </p:pic>
    </p:spTree>
    <p:extLst>
      <p:ext uri="{BB962C8B-B14F-4D97-AF65-F5344CB8AC3E}">
        <p14:creationId xmlns:p14="http://schemas.microsoft.com/office/powerpoint/2010/main" val="390190512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E2D2F-D1A2-CA10-B02C-827E59FAA210}"/>
              </a:ext>
            </a:extLst>
          </p:cNvPr>
          <p:cNvSpPr>
            <a:spLocks noGrp="1"/>
          </p:cNvSpPr>
          <p:nvPr>
            <p:ph type="title"/>
          </p:nvPr>
        </p:nvSpPr>
        <p:spPr/>
        <p:txBody>
          <a:bodyPr/>
          <a:lstStyle/>
          <a:p>
            <a:r>
              <a:rPr lang="en-US" dirty="0"/>
              <a:t>7-8 Aggregate Processing</a:t>
            </a:r>
          </a:p>
        </p:txBody>
      </p:sp>
      <p:sp>
        <p:nvSpPr>
          <p:cNvPr id="3" name="Date Placeholder 2">
            <a:extLst>
              <a:ext uri="{FF2B5EF4-FFF2-40B4-BE49-F238E27FC236}">
                <a16:creationId xmlns:a16="http://schemas.microsoft.com/office/drawing/2014/main" id="{AE05801A-0230-CD47-D823-29E09B908634}"/>
              </a:ext>
            </a:extLst>
          </p:cNvPr>
          <p:cNvSpPr>
            <a:spLocks noGrp="1"/>
          </p:cNvSpPr>
          <p:nvPr>
            <p:ph type="dt" sz="half" idx="10"/>
          </p:nvPr>
        </p:nvSpPr>
        <p:spPr/>
        <p:txBody>
          <a:bodyPr/>
          <a:lstStyle/>
          <a:p>
            <a:pPr>
              <a:defRPr/>
            </a:pPr>
            <a:fld id="{7F53EECD-5EF2-4F97-996E-6CBAC1BF3011}" type="datetime1">
              <a:rPr lang="en-US" smtClean="0"/>
              <a:pPr>
                <a:defRPr/>
              </a:pPr>
              <a:t>12/19/2024</a:t>
            </a:fld>
            <a:endParaRPr lang="en-US"/>
          </a:p>
        </p:txBody>
      </p:sp>
      <p:sp>
        <p:nvSpPr>
          <p:cNvPr id="4" name="Slide Number Placeholder 3">
            <a:extLst>
              <a:ext uri="{FF2B5EF4-FFF2-40B4-BE49-F238E27FC236}">
                <a16:creationId xmlns:a16="http://schemas.microsoft.com/office/drawing/2014/main" id="{0741CEDF-48A9-32C5-7292-95FFC9875019}"/>
              </a:ext>
            </a:extLst>
          </p:cNvPr>
          <p:cNvSpPr>
            <a:spLocks noGrp="1"/>
          </p:cNvSpPr>
          <p:nvPr>
            <p:ph type="sldNum" sz="quarter" idx="11"/>
          </p:nvPr>
        </p:nvSpPr>
        <p:spPr/>
        <p:txBody>
          <a:bodyPr/>
          <a:lstStyle/>
          <a:p>
            <a:pPr>
              <a:defRPr/>
            </a:pPr>
            <a:fld id="{F9126DDB-45DE-4D72-94FB-1E2D565E80AF}" type="slidenum">
              <a:rPr lang="en-US" smtClean="0"/>
              <a:pPr>
                <a:defRPr/>
              </a:pPr>
              <a:t>74</a:t>
            </a:fld>
            <a:endParaRPr lang="en-US"/>
          </a:p>
        </p:txBody>
      </p:sp>
      <p:sp>
        <p:nvSpPr>
          <p:cNvPr id="5" name="Footer Placeholder 4">
            <a:extLst>
              <a:ext uri="{FF2B5EF4-FFF2-40B4-BE49-F238E27FC236}">
                <a16:creationId xmlns:a16="http://schemas.microsoft.com/office/drawing/2014/main" id="{4E781F20-C89A-1896-9B33-433C864EDCCB}"/>
              </a:ext>
            </a:extLst>
          </p:cNvPr>
          <p:cNvSpPr>
            <a:spLocks noGrp="1"/>
          </p:cNvSpPr>
          <p:nvPr>
            <p:ph type="ftr" sz="quarter" idx="12"/>
          </p:nvPr>
        </p:nvSpPr>
        <p:spPr/>
        <p:txBody>
          <a:bodyPr/>
          <a:lstStyle/>
          <a:p>
            <a:pPr>
              <a:defRPr/>
            </a:pPr>
            <a:r>
              <a:rPr lang="en-US"/>
              <a:t>Database System Design, Implementation And Management </a:t>
            </a:r>
          </a:p>
        </p:txBody>
      </p:sp>
    </p:spTree>
    <p:extLst>
      <p:ext uri="{BB962C8B-B14F-4D97-AF65-F5344CB8AC3E}">
        <p14:creationId xmlns:p14="http://schemas.microsoft.com/office/powerpoint/2010/main" val="384775748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8F5AF-1332-795A-CCD3-D15DC31885C3}"/>
              </a:ext>
            </a:extLst>
          </p:cNvPr>
          <p:cNvSpPr>
            <a:spLocks noGrp="1"/>
          </p:cNvSpPr>
          <p:nvPr>
            <p:ph type="title"/>
          </p:nvPr>
        </p:nvSpPr>
        <p:spPr/>
        <p:txBody>
          <a:bodyPr/>
          <a:lstStyle/>
          <a:p>
            <a:r>
              <a:rPr lang="en-US" dirty="0"/>
              <a:t>7-8a Aggregate Functions</a:t>
            </a:r>
          </a:p>
        </p:txBody>
      </p:sp>
      <p:sp>
        <p:nvSpPr>
          <p:cNvPr id="3" name="Content Placeholder 2">
            <a:extLst>
              <a:ext uri="{FF2B5EF4-FFF2-40B4-BE49-F238E27FC236}">
                <a16:creationId xmlns:a16="http://schemas.microsoft.com/office/drawing/2014/main" id="{A50EE2D1-F1A5-7BD9-E542-40079405F21B}"/>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6D8FE44E-1F9B-684B-F89D-26BB7CC4353E}"/>
              </a:ext>
            </a:extLst>
          </p:cNvPr>
          <p:cNvSpPr>
            <a:spLocks noGrp="1"/>
          </p:cNvSpPr>
          <p:nvPr>
            <p:ph type="sldNum" sz="quarter" idx="10"/>
          </p:nvPr>
        </p:nvSpPr>
        <p:spPr/>
        <p:txBody>
          <a:bodyPr/>
          <a:lstStyle/>
          <a:p>
            <a:pPr>
              <a:defRPr/>
            </a:pPr>
            <a:fld id="{34A84676-C444-4AC5-8B4E-405A7C81C0FB}" type="slidenum">
              <a:rPr lang="en-US" altLang="en-US" smtClean="0"/>
              <a:pPr>
                <a:defRPr/>
              </a:pPr>
              <a:t>75</a:t>
            </a:fld>
            <a:endParaRPr lang="en-US" altLang="en-US"/>
          </a:p>
        </p:txBody>
      </p:sp>
      <p:sp>
        <p:nvSpPr>
          <p:cNvPr id="5" name="Footer Placeholder 4">
            <a:extLst>
              <a:ext uri="{FF2B5EF4-FFF2-40B4-BE49-F238E27FC236}">
                <a16:creationId xmlns:a16="http://schemas.microsoft.com/office/drawing/2014/main" id="{8C85BB3E-3437-955E-DB0A-8B8F276DA36C}"/>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31C1181A-4685-C3F2-72C1-C82A7B4EAE4C}"/>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E27EE75E-881C-0D63-D41A-B7237DF198C0}"/>
              </a:ext>
            </a:extLst>
          </p:cNvPr>
          <p:cNvPicPr>
            <a:picLocks noChangeAspect="1"/>
          </p:cNvPicPr>
          <p:nvPr/>
        </p:nvPicPr>
        <p:blipFill>
          <a:blip r:embed="rId2"/>
          <a:stretch>
            <a:fillRect/>
          </a:stretch>
        </p:blipFill>
        <p:spPr>
          <a:xfrm>
            <a:off x="533400" y="2407444"/>
            <a:ext cx="10934700" cy="3476625"/>
          </a:xfrm>
          <a:prstGeom prst="rect">
            <a:avLst/>
          </a:prstGeom>
        </p:spPr>
      </p:pic>
    </p:spTree>
    <p:extLst>
      <p:ext uri="{BB962C8B-B14F-4D97-AF65-F5344CB8AC3E}">
        <p14:creationId xmlns:p14="http://schemas.microsoft.com/office/powerpoint/2010/main" val="214670396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775E3E-05CB-87A1-216D-892321F9DD69}"/>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2C0FD23C-6995-994D-7A1E-8C647A8EA807}"/>
              </a:ext>
            </a:extLst>
          </p:cNvPr>
          <p:cNvSpPr>
            <a:spLocks noGrp="1"/>
          </p:cNvSpPr>
          <p:nvPr>
            <p:ph type="sldNum" sz="quarter" idx="11"/>
          </p:nvPr>
        </p:nvSpPr>
        <p:spPr/>
        <p:txBody>
          <a:bodyPr/>
          <a:lstStyle/>
          <a:p>
            <a:pPr>
              <a:defRPr/>
            </a:pPr>
            <a:fld id="{D1AD3536-327C-4937-83AF-A64971CFA6D9}" type="slidenum">
              <a:rPr lang="en-US" smtClean="0"/>
              <a:pPr>
                <a:defRPr/>
              </a:pPr>
              <a:t>76</a:t>
            </a:fld>
            <a:endParaRPr lang="en-US"/>
          </a:p>
        </p:txBody>
      </p:sp>
      <p:sp>
        <p:nvSpPr>
          <p:cNvPr id="4" name="Footer Placeholder 3">
            <a:extLst>
              <a:ext uri="{FF2B5EF4-FFF2-40B4-BE49-F238E27FC236}">
                <a16:creationId xmlns:a16="http://schemas.microsoft.com/office/drawing/2014/main" id="{1869A8AF-42C3-4936-CB0A-BB7E9145F3D4}"/>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3A5A4126-E3BB-61B8-97D8-85418A9C9BB2}"/>
              </a:ext>
            </a:extLst>
          </p:cNvPr>
          <p:cNvPicPr>
            <a:picLocks noChangeAspect="1"/>
          </p:cNvPicPr>
          <p:nvPr/>
        </p:nvPicPr>
        <p:blipFill>
          <a:blip r:embed="rId2"/>
          <a:stretch>
            <a:fillRect/>
          </a:stretch>
        </p:blipFill>
        <p:spPr>
          <a:xfrm>
            <a:off x="614361" y="1890712"/>
            <a:ext cx="10963275" cy="2324100"/>
          </a:xfrm>
          <a:prstGeom prst="rect">
            <a:avLst/>
          </a:prstGeom>
        </p:spPr>
      </p:pic>
      <p:pic>
        <p:nvPicPr>
          <p:cNvPr id="8" name="Picture 7">
            <a:extLst>
              <a:ext uri="{FF2B5EF4-FFF2-40B4-BE49-F238E27FC236}">
                <a16:creationId xmlns:a16="http://schemas.microsoft.com/office/drawing/2014/main" id="{5F93B20D-4A9B-FC92-77C2-5B70AAE0F91D}"/>
              </a:ext>
            </a:extLst>
          </p:cNvPr>
          <p:cNvPicPr>
            <a:picLocks noChangeAspect="1"/>
          </p:cNvPicPr>
          <p:nvPr/>
        </p:nvPicPr>
        <p:blipFill>
          <a:blip r:embed="rId3"/>
          <a:stretch>
            <a:fillRect/>
          </a:stretch>
        </p:blipFill>
        <p:spPr>
          <a:xfrm>
            <a:off x="3733800" y="4343400"/>
            <a:ext cx="4543425" cy="752475"/>
          </a:xfrm>
          <a:prstGeom prst="rect">
            <a:avLst/>
          </a:prstGeom>
        </p:spPr>
      </p:pic>
    </p:spTree>
    <p:extLst>
      <p:ext uri="{BB962C8B-B14F-4D97-AF65-F5344CB8AC3E}">
        <p14:creationId xmlns:p14="http://schemas.microsoft.com/office/powerpoint/2010/main" val="181461624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EC05CB-B17F-BBCD-C749-7976F29B01AC}"/>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77BC9C24-4034-5004-97DA-A88D167DDE41}"/>
              </a:ext>
            </a:extLst>
          </p:cNvPr>
          <p:cNvSpPr>
            <a:spLocks noGrp="1"/>
          </p:cNvSpPr>
          <p:nvPr>
            <p:ph type="sldNum" sz="quarter" idx="11"/>
          </p:nvPr>
        </p:nvSpPr>
        <p:spPr/>
        <p:txBody>
          <a:bodyPr/>
          <a:lstStyle/>
          <a:p>
            <a:pPr>
              <a:defRPr/>
            </a:pPr>
            <a:fld id="{D1AD3536-327C-4937-83AF-A64971CFA6D9}" type="slidenum">
              <a:rPr lang="en-US" smtClean="0"/>
              <a:pPr>
                <a:defRPr/>
              </a:pPr>
              <a:t>77</a:t>
            </a:fld>
            <a:endParaRPr lang="en-US"/>
          </a:p>
        </p:txBody>
      </p:sp>
      <p:sp>
        <p:nvSpPr>
          <p:cNvPr id="4" name="Footer Placeholder 3">
            <a:extLst>
              <a:ext uri="{FF2B5EF4-FFF2-40B4-BE49-F238E27FC236}">
                <a16:creationId xmlns:a16="http://schemas.microsoft.com/office/drawing/2014/main" id="{F27ED112-C47B-AF40-ABD2-FDA6D7A83A6A}"/>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0CEEE0D1-C393-3BF7-D6AD-07E97B1E44AE}"/>
              </a:ext>
            </a:extLst>
          </p:cNvPr>
          <p:cNvPicPr>
            <a:picLocks noChangeAspect="1"/>
          </p:cNvPicPr>
          <p:nvPr/>
        </p:nvPicPr>
        <p:blipFill>
          <a:blip r:embed="rId2"/>
          <a:stretch>
            <a:fillRect/>
          </a:stretch>
        </p:blipFill>
        <p:spPr>
          <a:xfrm>
            <a:off x="638175" y="2309812"/>
            <a:ext cx="10915650" cy="2238375"/>
          </a:xfrm>
          <a:prstGeom prst="rect">
            <a:avLst/>
          </a:prstGeom>
        </p:spPr>
      </p:pic>
      <p:pic>
        <p:nvPicPr>
          <p:cNvPr id="8" name="Picture 7">
            <a:extLst>
              <a:ext uri="{FF2B5EF4-FFF2-40B4-BE49-F238E27FC236}">
                <a16:creationId xmlns:a16="http://schemas.microsoft.com/office/drawing/2014/main" id="{20B93376-F9BB-166C-E58B-64A9509BAD72}"/>
              </a:ext>
            </a:extLst>
          </p:cNvPr>
          <p:cNvPicPr>
            <a:picLocks noChangeAspect="1"/>
          </p:cNvPicPr>
          <p:nvPr/>
        </p:nvPicPr>
        <p:blipFill>
          <a:blip r:embed="rId3"/>
          <a:stretch>
            <a:fillRect/>
          </a:stretch>
        </p:blipFill>
        <p:spPr>
          <a:xfrm>
            <a:off x="3657600" y="4783930"/>
            <a:ext cx="4524375" cy="790575"/>
          </a:xfrm>
          <a:prstGeom prst="rect">
            <a:avLst/>
          </a:prstGeom>
        </p:spPr>
      </p:pic>
    </p:spTree>
    <p:extLst>
      <p:ext uri="{BB962C8B-B14F-4D97-AF65-F5344CB8AC3E}">
        <p14:creationId xmlns:p14="http://schemas.microsoft.com/office/powerpoint/2010/main" val="388650884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5BB939-A2CA-D16B-DEDA-537393AC333B}"/>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BD639E66-009B-DEE4-876D-9F6282073C7F}"/>
              </a:ext>
            </a:extLst>
          </p:cNvPr>
          <p:cNvSpPr>
            <a:spLocks noGrp="1"/>
          </p:cNvSpPr>
          <p:nvPr>
            <p:ph type="sldNum" sz="quarter" idx="11"/>
          </p:nvPr>
        </p:nvSpPr>
        <p:spPr/>
        <p:txBody>
          <a:bodyPr/>
          <a:lstStyle/>
          <a:p>
            <a:pPr>
              <a:defRPr/>
            </a:pPr>
            <a:fld id="{D1AD3536-327C-4937-83AF-A64971CFA6D9}" type="slidenum">
              <a:rPr lang="en-US" smtClean="0"/>
              <a:pPr>
                <a:defRPr/>
              </a:pPr>
              <a:t>78</a:t>
            </a:fld>
            <a:endParaRPr lang="en-US"/>
          </a:p>
        </p:txBody>
      </p:sp>
      <p:sp>
        <p:nvSpPr>
          <p:cNvPr id="4" name="Footer Placeholder 3">
            <a:extLst>
              <a:ext uri="{FF2B5EF4-FFF2-40B4-BE49-F238E27FC236}">
                <a16:creationId xmlns:a16="http://schemas.microsoft.com/office/drawing/2014/main" id="{D39760E4-EB1C-29E2-0F9B-A4BE87C87A84}"/>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F434DFB6-C5DC-5BB0-780C-E6F343A85D48}"/>
              </a:ext>
            </a:extLst>
          </p:cNvPr>
          <p:cNvPicPr>
            <a:picLocks noChangeAspect="1"/>
          </p:cNvPicPr>
          <p:nvPr/>
        </p:nvPicPr>
        <p:blipFill>
          <a:blip r:embed="rId2"/>
          <a:stretch>
            <a:fillRect/>
          </a:stretch>
        </p:blipFill>
        <p:spPr>
          <a:xfrm>
            <a:off x="595312" y="1662112"/>
            <a:ext cx="11001375" cy="3533775"/>
          </a:xfrm>
          <a:prstGeom prst="rect">
            <a:avLst/>
          </a:prstGeom>
        </p:spPr>
      </p:pic>
    </p:spTree>
    <p:extLst>
      <p:ext uri="{BB962C8B-B14F-4D97-AF65-F5344CB8AC3E}">
        <p14:creationId xmlns:p14="http://schemas.microsoft.com/office/powerpoint/2010/main" val="41324571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D85AC7-AFA8-BB5A-C1FF-C44E681FE8F2}"/>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9E1A734A-002E-238C-4A81-FAB85C11E4CF}"/>
              </a:ext>
            </a:extLst>
          </p:cNvPr>
          <p:cNvSpPr>
            <a:spLocks noGrp="1"/>
          </p:cNvSpPr>
          <p:nvPr>
            <p:ph type="sldNum" sz="quarter" idx="11"/>
          </p:nvPr>
        </p:nvSpPr>
        <p:spPr/>
        <p:txBody>
          <a:bodyPr/>
          <a:lstStyle/>
          <a:p>
            <a:pPr>
              <a:defRPr/>
            </a:pPr>
            <a:fld id="{D1AD3536-327C-4937-83AF-A64971CFA6D9}" type="slidenum">
              <a:rPr lang="en-US" smtClean="0"/>
              <a:pPr>
                <a:defRPr/>
              </a:pPr>
              <a:t>79</a:t>
            </a:fld>
            <a:endParaRPr lang="en-US"/>
          </a:p>
        </p:txBody>
      </p:sp>
      <p:sp>
        <p:nvSpPr>
          <p:cNvPr id="4" name="Footer Placeholder 3">
            <a:extLst>
              <a:ext uri="{FF2B5EF4-FFF2-40B4-BE49-F238E27FC236}">
                <a16:creationId xmlns:a16="http://schemas.microsoft.com/office/drawing/2014/main" id="{8F8FA50A-4F63-0437-298F-3043F01F002C}"/>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5D2D5793-390E-9474-1656-22085A01B0CD}"/>
              </a:ext>
            </a:extLst>
          </p:cNvPr>
          <p:cNvPicPr>
            <a:picLocks noChangeAspect="1"/>
          </p:cNvPicPr>
          <p:nvPr/>
        </p:nvPicPr>
        <p:blipFill>
          <a:blip r:embed="rId2"/>
          <a:stretch>
            <a:fillRect/>
          </a:stretch>
        </p:blipFill>
        <p:spPr>
          <a:xfrm>
            <a:off x="647700" y="271462"/>
            <a:ext cx="10896600" cy="6315075"/>
          </a:xfrm>
          <a:prstGeom prst="rect">
            <a:avLst/>
          </a:prstGeom>
        </p:spPr>
      </p:pic>
    </p:spTree>
    <p:extLst>
      <p:ext uri="{BB962C8B-B14F-4D97-AF65-F5344CB8AC3E}">
        <p14:creationId xmlns:p14="http://schemas.microsoft.com/office/powerpoint/2010/main" val="247698374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1F45F-883D-8002-1081-3B09FEF0FAD6}"/>
              </a:ext>
            </a:extLst>
          </p:cNvPr>
          <p:cNvSpPr>
            <a:spLocks noGrp="1"/>
          </p:cNvSpPr>
          <p:nvPr>
            <p:ph type="title"/>
          </p:nvPr>
        </p:nvSpPr>
        <p:spPr/>
        <p:txBody>
          <a:bodyPr/>
          <a:lstStyle/>
          <a:p>
            <a:r>
              <a:rPr lang="en-US" dirty="0"/>
              <a:t>MIN and MAX</a:t>
            </a:r>
          </a:p>
        </p:txBody>
      </p:sp>
      <p:sp>
        <p:nvSpPr>
          <p:cNvPr id="3" name="Content Placeholder 2">
            <a:extLst>
              <a:ext uri="{FF2B5EF4-FFF2-40B4-BE49-F238E27FC236}">
                <a16:creationId xmlns:a16="http://schemas.microsoft.com/office/drawing/2014/main" id="{9F6DE675-8945-FBC3-BF79-CE8D913DAC0D}"/>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B216490B-6912-9C15-7BC7-30E88F7B4800}"/>
              </a:ext>
            </a:extLst>
          </p:cNvPr>
          <p:cNvSpPr>
            <a:spLocks noGrp="1"/>
          </p:cNvSpPr>
          <p:nvPr>
            <p:ph type="sldNum" sz="quarter" idx="10"/>
          </p:nvPr>
        </p:nvSpPr>
        <p:spPr/>
        <p:txBody>
          <a:bodyPr/>
          <a:lstStyle/>
          <a:p>
            <a:pPr>
              <a:defRPr/>
            </a:pPr>
            <a:fld id="{34A84676-C444-4AC5-8B4E-405A7C81C0FB}" type="slidenum">
              <a:rPr lang="en-US" altLang="en-US" smtClean="0"/>
              <a:pPr>
                <a:defRPr/>
              </a:pPr>
              <a:t>80</a:t>
            </a:fld>
            <a:endParaRPr lang="en-US" altLang="en-US"/>
          </a:p>
        </p:txBody>
      </p:sp>
      <p:sp>
        <p:nvSpPr>
          <p:cNvPr id="5" name="Footer Placeholder 4">
            <a:extLst>
              <a:ext uri="{FF2B5EF4-FFF2-40B4-BE49-F238E27FC236}">
                <a16:creationId xmlns:a16="http://schemas.microsoft.com/office/drawing/2014/main" id="{BA1669BC-9484-83BD-3521-CF68CEC32B9A}"/>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D22C9C0E-8660-4646-B8CE-3F22FF11469C}"/>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45086BD6-9538-EF6E-3C72-468C1BE27ED2}"/>
              </a:ext>
            </a:extLst>
          </p:cNvPr>
          <p:cNvPicPr>
            <a:picLocks noChangeAspect="1"/>
          </p:cNvPicPr>
          <p:nvPr/>
        </p:nvPicPr>
        <p:blipFill>
          <a:blip r:embed="rId2"/>
          <a:stretch>
            <a:fillRect/>
          </a:stretch>
        </p:blipFill>
        <p:spPr>
          <a:xfrm>
            <a:off x="576262" y="2209800"/>
            <a:ext cx="11039475" cy="3486150"/>
          </a:xfrm>
          <a:prstGeom prst="rect">
            <a:avLst/>
          </a:prstGeom>
        </p:spPr>
      </p:pic>
    </p:spTree>
    <p:extLst>
      <p:ext uri="{BB962C8B-B14F-4D97-AF65-F5344CB8AC3E}">
        <p14:creationId xmlns:p14="http://schemas.microsoft.com/office/powerpoint/2010/main" val="115379854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CD5F8-2EAF-3D80-545C-44CE71F3A80D}"/>
              </a:ext>
            </a:extLst>
          </p:cNvPr>
          <p:cNvSpPr>
            <a:spLocks noGrp="1"/>
          </p:cNvSpPr>
          <p:nvPr>
            <p:ph type="title"/>
          </p:nvPr>
        </p:nvSpPr>
        <p:spPr/>
        <p:txBody>
          <a:bodyPr/>
          <a:lstStyle/>
          <a:p>
            <a:r>
              <a:rPr lang="en-US" dirty="0"/>
              <a:t>SUM and AVG</a:t>
            </a:r>
          </a:p>
        </p:txBody>
      </p:sp>
      <p:sp>
        <p:nvSpPr>
          <p:cNvPr id="3" name="Content Placeholder 2">
            <a:extLst>
              <a:ext uri="{FF2B5EF4-FFF2-40B4-BE49-F238E27FC236}">
                <a16:creationId xmlns:a16="http://schemas.microsoft.com/office/drawing/2014/main" id="{FF2050DD-0CCA-949E-0CF8-9D8148D06AE8}"/>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5B64AE14-2BDA-921B-81C2-1A265B59867B}"/>
              </a:ext>
            </a:extLst>
          </p:cNvPr>
          <p:cNvSpPr>
            <a:spLocks noGrp="1"/>
          </p:cNvSpPr>
          <p:nvPr>
            <p:ph type="sldNum" sz="quarter" idx="10"/>
          </p:nvPr>
        </p:nvSpPr>
        <p:spPr/>
        <p:txBody>
          <a:bodyPr/>
          <a:lstStyle/>
          <a:p>
            <a:pPr>
              <a:defRPr/>
            </a:pPr>
            <a:fld id="{34A84676-C444-4AC5-8B4E-405A7C81C0FB}" type="slidenum">
              <a:rPr lang="en-US" altLang="en-US" smtClean="0"/>
              <a:pPr>
                <a:defRPr/>
              </a:pPr>
              <a:t>81</a:t>
            </a:fld>
            <a:endParaRPr lang="en-US" altLang="en-US"/>
          </a:p>
        </p:txBody>
      </p:sp>
      <p:sp>
        <p:nvSpPr>
          <p:cNvPr id="5" name="Footer Placeholder 4">
            <a:extLst>
              <a:ext uri="{FF2B5EF4-FFF2-40B4-BE49-F238E27FC236}">
                <a16:creationId xmlns:a16="http://schemas.microsoft.com/office/drawing/2014/main" id="{16708872-ED4C-C6CD-F1B4-CFDED7DECB2E}"/>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A612C82E-3DD7-AA66-A12F-56855A9B5713}"/>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4D806009-3B57-ADFB-4D6B-26AB57ACEA36}"/>
              </a:ext>
            </a:extLst>
          </p:cNvPr>
          <p:cNvPicPr>
            <a:picLocks noChangeAspect="1"/>
          </p:cNvPicPr>
          <p:nvPr/>
        </p:nvPicPr>
        <p:blipFill>
          <a:blip r:embed="rId2"/>
          <a:stretch>
            <a:fillRect/>
          </a:stretch>
        </p:blipFill>
        <p:spPr>
          <a:xfrm>
            <a:off x="633412" y="2114550"/>
            <a:ext cx="10925175" cy="2238375"/>
          </a:xfrm>
          <a:prstGeom prst="rect">
            <a:avLst/>
          </a:prstGeom>
        </p:spPr>
      </p:pic>
      <p:pic>
        <p:nvPicPr>
          <p:cNvPr id="10" name="Picture 9">
            <a:extLst>
              <a:ext uri="{FF2B5EF4-FFF2-40B4-BE49-F238E27FC236}">
                <a16:creationId xmlns:a16="http://schemas.microsoft.com/office/drawing/2014/main" id="{23D5DF4A-651C-74A6-4AF6-379A11E8FCC9}"/>
              </a:ext>
            </a:extLst>
          </p:cNvPr>
          <p:cNvPicPr>
            <a:picLocks noChangeAspect="1"/>
          </p:cNvPicPr>
          <p:nvPr/>
        </p:nvPicPr>
        <p:blipFill>
          <a:blip r:embed="rId3"/>
          <a:stretch>
            <a:fillRect/>
          </a:stretch>
        </p:blipFill>
        <p:spPr>
          <a:xfrm>
            <a:off x="2462211" y="4474368"/>
            <a:ext cx="7267575" cy="790575"/>
          </a:xfrm>
          <a:prstGeom prst="rect">
            <a:avLst/>
          </a:prstGeom>
        </p:spPr>
      </p:pic>
    </p:spTree>
    <p:extLst>
      <p:ext uri="{BB962C8B-B14F-4D97-AF65-F5344CB8AC3E}">
        <p14:creationId xmlns:p14="http://schemas.microsoft.com/office/powerpoint/2010/main" val="50431909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C5CCF9-892D-6960-F654-B61EF38A44F1}"/>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24266436-C70E-D536-5823-B64BE955CF81}"/>
              </a:ext>
            </a:extLst>
          </p:cNvPr>
          <p:cNvSpPr>
            <a:spLocks noGrp="1"/>
          </p:cNvSpPr>
          <p:nvPr>
            <p:ph type="sldNum" sz="quarter" idx="11"/>
          </p:nvPr>
        </p:nvSpPr>
        <p:spPr/>
        <p:txBody>
          <a:bodyPr/>
          <a:lstStyle/>
          <a:p>
            <a:pPr>
              <a:defRPr/>
            </a:pPr>
            <a:fld id="{D1AD3536-327C-4937-83AF-A64971CFA6D9}" type="slidenum">
              <a:rPr lang="en-US" smtClean="0"/>
              <a:pPr>
                <a:defRPr/>
              </a:pPr>
              <a:t>82</a:t>
            </a:fld>
            <a:endParaRPr lang="en-US"/>
          </a:p>
        </p:txBody>
      </p:sp>
      <p:sp>
        <p:nvSpPr>
          <p:cNvPr id="4" name="Footer Placeholder 3">
            <a:extLst>
              <a:ext uri="{FF2B5EF4-FFF2-40B4-BE49-F238E27FC236}">
                <a16:creationId xmlns:a16="http://schemas.microsoft.com/office/drawing/2014/main" id="{8C9B8316-6ED6-278A-F609-1F1733483ADD}"/>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CDC80255-2C13-148D-F022-E9560DD009E4}"/>
              </a:ext>
            </a:extLst>
          </p:cNvPr>
          <p:cNvPicPr>
            <a:picLocks noChangeAspect="1"/>
          </p:cNvPicPr>
          <p:nvPr/>
        </p:nvPicPr>
        <p:blipFill>
          <a:blip r:embed="rId2"/>
          <a:stretch>
            <a:fillRect/>
          </a:stretch>
        </p:blipFill>
        <p:spPr>
          <a:xfrm>
            <a:off x="628650" y="2290762"/>
            <a:ext cx="10934700" cy="2276475"/>
          </a:xfrm>
          <a:prstGeom prst="rect">
            <a:avLst/>
          </a:prstGeom>
        </p:spPr>
      </p:pic>
      <p:pic>
        <p:nvPicPr>
          <p:cNvPr id="8" name="Picture 7">
            <a:extLst>
              <a:ext uri="{FF2B5EF4-FFF2-40B4-BE49-F238E27FC236}">
                <a16:creationId xmlns:a16="http://schemas.microsoft.com/office/drawing/2014/main" id="{B03C0D0F-6D93-C47C-4FB9-006276807AC5}"/>
              </a:ext>
            </a:extLst>
          </p:cNvPr>
          <p:cNvPicPr>
            <a:picLocks noChangeAspect="1"/>
          </p:cNvPicPr>
          <p:nvPr/>
        </p:nvPicPr>
        <p:blipFill>
          <a:blip r:embed="rId3"/>
          <a:stretch>
            <a:fillRect/>
          </a:stretch>
        </p:blipFill>
        <p:spPr>
          <a:xfrm>
            <a:off x="3048000" y="4633605"/>
            <a:ext cx="6010275" cy="762000"/>
          </a:xfrm>
          <a:prstGeom prst="rect">
            <a:avLst/>
          </a:prstGeom>
        </p:spPr>
      </p:pic>
    </p:spTree>
    <p:extLst>
      <p:ext uri="{BB962C8B-B14F-4D97-AF65-F5344CB8AC3E}">
        <p14:creationId xmlns:p14="http://schemas.microsoft.com/office/powerpoint/2010/main" val="69321336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14196-1CF3-FD64-7669-B9BC03BD3810}"/>
              </a:ext>
            </a:extLst>
          </p:cNvPr>
          <p:cNvSpPr>
            <a:spLocks noGrp="1"/>
          </p:cNvSpPr>
          <p:nvPr>
            <p:ph type="title"/>
          </p:nvPr>
        </p:nvSpPr>
        <p:spPr/>
        <p:txBody>
          <a:bodyPr/>
          <a:lstStyle/>
          <a:p>
            <a:r>
              <a:rPr lang="en-US" dirty="0"/>
              <a:t>7-8b Grouping Data</a:t>
            </a:r>
          </a:p>
        </p:txBody>
      </p:sp>
      <p:sp>
        <p:nvSpPr>
          <p:cNvPr id="3" name="Content Placeholder 2">
            <a:extLst>
              <a:ext uri="{FF2B5EF4-FFF2-40B4-BE49-F238E27FC236}">
                <a16:creationId xmlns:a16="http://schemas.microsoft.com/office/drawing/2014/main" id="{9FC3C42C-B1AA-E5AF-6377-3A2E4F9C87B9}"/>
              </a:ext>
            </a:extLst>
          </p:cNvPr>
          <p:cNvSpPr>
            <a:spLocks noGrp="1"/>
          </p:cNvSpPr>
          <p:nvPr>
            <p:ph idx="1"/>
          </p:nvPr>
        </p:nvSpPr>
        <p:spPr/>
        <p:txBody>
          <a:bodyPr/>
          <a:lstStyle/>
          <a:p>
            <a:r>
              <a:rPr lang="en-US" sz="1800" b="0" i="0" dirty="0">
                <a:solidFill>
                  <a:srgbClr val="242021"/>
                </a:solidFill>
                <a:effectLst/>
                <a:latin typeface="NewCaledoniaLTStd"/>
              </a:rPr>
              <a:t>Rows can be grouped into smaller collections quickly and easily using the </a:t>
            </a:r>
            <a:r>
              <a:rPr lang="en-US" sz="1800" b="1" i="0" dirty="0">
                <a:solidFill>
                  <a:srgbClr val="007DAF"/>
                </a:solidFill>
                <a:effectLst/>
                <a:latin typeface="MyriadPro-Bold"/>
              </a:rPr>
              <a:t>GROUP BY </a:t>
            </a:r>
            <a:r>
              <a:rPr lang="en-US" sz="1800" b="0" i="0" dirty="0">
                <a:solidFill>
                  <a:srgbClr val="242021"/>
                </a:solidFill>
                <a:effectLst/>
                <a:latin typeface="NewCaledoniaLTStd"/>
              </a:rPr>
              <a:t>clause within the SELECT statement. </a:t>
            </a:r>
          </a:p>
          <a:p>
            <a:r>
              <a:rPr lang="en-US" sz="1800" b="0" i="0" dirty="0">
                <a:solidFill>
                  <a:srgbClr val="242021"/>
                </a:solidFill>
                <a:effectLst/>
                <a:latin typeface="NewCaledoniaLTStd"/>
              </a:rPr>
              <a:t>The aggregate functions will then summarize the data within each smaller collection.</a:t>
            </a:r>
            <a:r>
              <a:rPr lang="en-US" dirty="0"/>
              <a:t> </a:t>
            </a:r>
            <a:br>
              <a:rPr lang="en-US" dirty="0"/>
            </a:br>
            <a:br>
              <a:rPr lang="en-US" dirty="0"/>
            </a:br>
            <a:endParaRPr lang="en-US" dirty="0"/>
          </a:p>
        </p:txBody>
      </p:sp>
      <p:sp>
        <p:nvSpPr>
          <p:cNvPr id="4" name="Slide Number Placeholder 3">
            <a:extLst>
              <a:ext uri="{FF2B5EF4-FFF2-40B4-BE49-F238E27FC236}">
                <a16:creationId xmlns:a16="http://schemas.microsoft.com/office/drawing/2014/main" id="{89E0330A-397C-2C2E-8B77-F415FD57F13C}"/>
              </a:ext>
            </a:extLst>
          </p:cNvPr>
          <p:cNvSpPr>
            <a:spLocks noGrp="1"/>
          </p:cNvSpPr>
          <p:nvPr>
            <p:ph type="sldNum" sz="quarter" idx="10"/>
          </p:nvPr>
        </p:nvSpPr>
        <p:spPr/>
        <p:txBody>
          <a:bodyPr/>
          <a:lstStyle/>
          <a:p>
            <a:pPr>
              <a:defRPr/>
            </a:pPr>
            <a:fld id="{34A84676-C444-4AC5-8B4E-405A7C81C0FB}" type="slidenum">
              <a:rPr lang="en-US" altLang="en-US" smtClean="0"/>
              <a:pPr>
                <a:defRPr/>
              </a:pPr>
              <a:t>83</a:t>
            </a:fld>
            <a:endParaRPr lang="en-US" altLang="en-US"/>
          </a:p>
        </p:txBody>
      </p:sp>
      <p:sp>
        <p:nvSpPr>
          <p:cNvPr id="5" name="Footer Placeholder 4">
            <a:extLst>
              <a:ext uri="{FF2B5EF4-FFF2-40B4-BE49-F238E27FC236}">
                <a16:creationId xmlns:a16="http://schemas.microsoft.com/office/drawing/2014/main" id="{FB9A8304-3053-BE9D-B684-E30C4344BA6E}"/>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0EDA95A7-C624-E4C4-E26F-7A35FA5DB56B}"/>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15CC81D3-7889-CAF1-CA3E-29E4526122B3}"/>
              </a:ext>
            </a:extLst>
          </p:cNvPr>
          <p:cNvPicPr>
            <a:picLocks noChangeAspect="1"/>
          </p:cNvPicPr>
          <p:nvPr/>
        </p:nvPicPr>
        <p:blipFill>
          <a:blip r:embed="rId2"/>
          <a:stretch>
            <a:fillRect/>
          </a:stretch>
        </p:blipFill>
        <p:spPr>
          <a:xfrm>
            <a:off x="3581400" y="3505200"/>
            <a:ext cx="5257800" cy="2009775"/>
          </a:xfrm>
          <a:prstGeom prst="rect">
            <a:avLst/>
          </a:prstGeom>
        </p:spPr>
      </p:pic>
    </p:spTree>
    <p:extLst>
      <p:ext uri="{BB962C8B-B14F-4D97-AF65-F5344CB8AC3E}">
        <p14:creationId xmlns:p14="http://schemas.microsoft.com/office/powerpoint/2010/main" val="316917959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D3F38A-1321-FC59-4C09-8F315B75D44D}"/>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15E0E679-AF70-5018-6BC5-2A3EBBB72435}"/>
              </a:ext>
            </a:extLst>
          </p:cNvPr>
          <p:cNvSpPr>
            <a:spLocks noGrp="1"/>
          </p:cNvSpPr>
          <p:nvPr>
            <p:ph type="sldNum" sz="quarter" idx="11"/>
          </p:nvPr>
        </p:nvSpPr>
        <p:spPr/>
        <p:txBody>
          <a:bodyPr/>
          <a:lstStyle/>
          <a:p>
            <a:pPr>
              <a:defRPr/>
            </a:pPr>
            <a:fld id="{D1AD3536-327C-4937-83AF-A64971CFA6D9}" type="slidenum">
              <a:rPr lang="en-US" smtClean="0"/>
              <a:pPr>
                <a:defRPr/>
              </a:pPr>
              <a:t>84</a:t>
            </a:fld>
            <a:endParaRPr lang="en-US"/>
          </a:p>
        </p:txBody>
      </p:sp>
      <p:sp>
        <p:nvSpPr>
          <p:cNvPr id="4" name="Footer Placeholder 3">
            <a:extLst>
              <a:ext uri="{FF2B5EF4-FFF2-40B4-BE49-F238E27FC236}">
                <a16:creationId xmlns:a16="http://schemas.microsoft.com/office/drawing/2014/main" id="{E45D319E-E02D-8A1E-8F79-CA3D4B051F2C}"/>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F1573F8B-749B-EFBC-EF57-DADD94EDA334}"/>
              </a:ext>
            </a:extLst>
          </p:cNvPr>
          <p:cNvPicPr>
            <a:picLocks noChangeAspect="1"/>
          </p:cNvPicPr>
          <p:nvPr/>
        </p:nvPicPr>
        <p:blipFill>
          <a:blip r:embed="rId2"/>
          <a:stretch>
            <a:fillRect/>
          </a:stretch>
        </p:blipFill>
        <p:spPr>
          <a:xfrm>
            <a:off x="585787" y="433387"/>
            <a:ext cx="11020425" cy="5991225"/>
          </a:xfrm>
          <a:prstGeom prst="rect">
            <a:avLst/>
          </a:prstGeom>
        </p:spPr>
      </p:pic>
    </p:spTree>
    <p:extLst>
      <p:ext uri="{BB962C8B-B14F-4D97-AF65-F5344CB8AC3E}">
        <p14:creationId xmlns:p14="http://schemas.microsoft.com/office/powerpoint/2010/main" val="58768894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BA03A-888A-8A30-CFCF-B630DF0160C4}"/>
              </a:ext>
            </a:extLst>
          </p:cNvPr>
          <p:cNvSpPr>
            <a:spLocks noGrp="1"/>
          </p:cNvSpPr>
          <p:nvPr>
            <p:ph type="title"/>
          </p:nvPr>
        </p:nvSpPr>
        <p:spPr/>
        <p:txBody>
          <a:bodyPr/>
          <a:lstStyle/>
          <a:p>
            <a:r>
              <a:rPr lang="en-US" dirty="0"/>
              <a:t>7-8c HAVING Clause</a:t>
            </a:r>
          </a:p>
        </p:txBody>
      </p:sp>
      <p:sp>
        <p:nvSpPr>
          <p:cNvPr id="3" name="Content Placeholder 2">
            <a:extLst>
              <a:ext uri="{FF2B5EF4-FFF2-40B4-BE49-F238E27FC236}">
                <a16:creationId xmlns:a16="http://schemas.microsoft.com/office/drawing/2014/main" id="{C4F7175E-D659-D8C9-04A1-C97251DEFC5A}"/>
              </a:ext>
            </a:extLst>
          </p:cNvPr>
          <p:cNvSpPr>
            <a:spLocks noGrp="1"/>
          </p:cNvSpPr>
          <p:nvPr>
            <p:ph idx="1"/>
          </p:nvPr>
        </p:nvSpPr>
        <p:spPr/>
        <p:txBody>
          <a:bodyPr/>
          <a:lstStyle/>
          <a:p>
            <a:r>
              <a:rPr lang="en-US" sz="1800" b="1" i="0" dirty="0">
                <a:solidFill>
                  <a:srgbClr val="007DAF"/>
                </a:solidFill>
                <a:effectLst/>
                <a:latin typeface="MyriadPro-BoldSemiCn"/>
              </a:rPr>
              <a:t>HAVING </a:t>
            </a:r>
            <a:r>
              <a:rPr lang="en-US" sz="1800" b="0" i="0" dirty="0">
                <a:solidFill>
                  <a:srgbClr val="242021"/>
                </a:solidFill>
                <a:effectLst/>
                <a:latin typeface="MyriadPro-SemiCn"/>
              </a:rPr>
              <a:t>A clause applied to the output of a GROUP BY operation to restrict selected rows.</a:t>
            </a:r>
            <a:r>
              <a:rPr lang="en-US" dirty="0"/>
              <a:t> </a:t>
            </a:r>
          </a:p>
          <a:p>
            <a:pPr marL="0" indent="0">
              <a:buNone/>
            </a:pPr>
            <a:br>
              <a:rPr lang="en-US" dirty="0"/>
            </a:br>
            <a:endParaRPr lang="en-US" dirty="0"/>
          </a:p>
        </p:txBody>
      </p:sp>
      <p:sp>
        <p:nvSpPr>
          <p:cNvPr id="4" name="Slide Number Placeholder 3">
            <a:extLst>
              <a:ext uri="{FF2B5EF4-FFF2-40B4-BE49-F238E27FC236}">
                <a16:creationId xmlns:a16="http://schemas.microsoft.com/office/drawing/2014/main" id="{E5CA1DC8-EF4F-1A8D-2707-9ED686755C0E}"/>
              </a:ext>
            </a:extLst>
          </p:cNvPr>
          <p:cNvSpPr>
            <a:spLocks noGrp="1"/>
          </p:cNvSpPr>
          <p:nvPr>
            <p:ph type="sldNum" sz="quarter" idx="10"/>
          </p:nvPr>
        </p:nvSpPr>
        <p:spPr/>
        <p:txBody>
          <a:bodyPr/>
          <a:lstStyle/>
          <a:p>
            <a:pPr>
              <a:defRPr/>
            </a:pPr>
            <a:fld id="{34A84676-C444-4AC5-8B4E-405A7C81C0FB}" type="slidenum">
              <a:rPr lang="en-US" altLang="en-US" smtClean="0"/>
              <a:pPr>
                <a:defRPr/>
              </a:pPr>
              <a:t>85</a:t>
            </a:fld>
            <a:endParaRPr lang="en-US" altLang="en-US"/>
          </a:p>
        </p:txBody>
      </p:sp>
      <p:sp>
        <p:nvSpPr>
          <p:cNvPr id="5" name="Footer Placeholder 4">
            <a:extLst>
              <a:ext uri="{FF2B5EF4-FFF2-40B4-BE49-F238E27FC236}">
                <a16:creationId xmlns:a16="http://schemas.microsoft.com/office/drawing/2014/main" id="{DCC31B40-6D46-E6AC-19F7-E5C2C3BE5CBD}"/>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9445AFC8-1199-0E3A-BB45-57D5E8BE9E99}"/>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8C367756-F35D-8208-6CDD-C9C9F8098CED}"/>
              </a:ext>
            </a:extLst>
          </p:cNvPr>
          <p:cNvPicPr>
            <a:picLocks noChangeAspect="1"/>
          </p:cNvPicPr>
          <p:nvPr/>
        </p:nvPicPr>
        <p:blipFill>
          <a:blip r:embed="rId2"/>
          <a:stretch>
            <a:fillRect/>
          </a:stretch>
        </p:blipFill>
        <p:spPr>
          <a:xfrm>
            <a:off x="3448050" y="3048000"/>
            <a:ext cx="5295900" cy="2324100"/>
          </a:xfrm>
          <a:prstGeom prst="rect">
            <a:avLst/>
          </a:prstGeom>
        </p:spPr>
      </p:pic>
    </p:spTree>
    <p:extLst>
      <p:ext uri="{BB962C8B-B14F-4D97-AF65-F5344CB8AC3E}">
        <p14:creationId xmlns:p14="http://schemas.microsoft.com/office/powerpoint/2010/main" val="31139082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74D959-7DB0-889E-7EA9-DC5160EBD452}"/>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8F90C7EB-3957-8445-ECEA-7C5338D3CAD8}"/>
              </a:ext>
            </a:extLst>
          </p:cNvPr>
          <p:cNvSpPr>
            <a:spLocks noGrp="1"/>
          </p:cNvSpPr>
          <p:nvPr>
            <p:ph type="sldNum" sz="quarter" idx="11"/>
          </p:nvPr>
        </p:nvSpPr>
        <p:spPr/>
        <p:txBody>
          <a:bodyPr/>
          <a:lstStyle/>
          <a:p>
            <a:pPr>
              <a:defRPr/>
            </a:pPr>
            <a:fld id="{D1AD3536-327C-4937-83AF-A64971CFA6D9}" type="slidenum">
              <a:rPr lang="en-US" smtClean="0"/>
              <a:pPr>
                <a:defRPr/>
              </a:pPr>
              <a:t>86</a:t>
            </a:fld>
            <a:endParaRPr lang="en-US"/>
          </a:p>
        </p:txBody>
      </p:sp>
      <p:sp>
        <p:nvSpPr>
          <p:cNvPr id="4" name="Footer Placeholder 3">
            <a:extLst>
              <a:ext uri="{FF2B5EF4-FFF2-40B4-BE49-F238E27FC236}">
                <a16:creationId xmlns:a16="http://schemas.microsoft.com/office/drawing/2014/main" id="{C894D623-FF5A-C336-7A2D-890B7B5B5311}"/>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3E3B3152-3D19-B547-2E7B-EE53B9D3FDC5}"/>
              </a:ext>
            </a:extLst>
          </p:cNvPr>
          <p:cNvPicPr>
            <a:picLocks noChangeAspect="1"/>
          </p:cNvPicPr>
          <p:nvPr/>
        </p:nvPicPr>
        <p:blipFill>
          <a:blip r:embed="rId2"/>
          <a:stretch>
            <a:fillRect/>
          </a:stretch>
        </p:blipFill>
        <p:spPr>
          <a:xfrm>
            <a:off x="623887" y="1052512"/>
            <a:ext cx="10944225" cy="4752975"/>
          </a:xfrm>
          <a:prstGeom prst="rect">
            <a:avLst/>
          </a:prstGeom>
        </p:spPr>
      </p:pic>
    </p:spTree>
    <p:extLst>
      <p:ext uri="{BB962C8B-B14F-4D97-AF65-F5344CB8AC3E}">
        <p14:creationId xmlns:p14="http://schemas.microsoft.com/office/powerpoint/2010/main" val="190279124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9804D-D838-B347-636E-41CB24E55010}"/>
              </a:ext>
            </a:extLst>
          </p:cNvPr>
          <p:cNvSpPr>
            <a:spLocks noGrp="1"/>
          </p:cNvSpPr>
          <p:nvPr>
            <p:ph type="title"/>
          </p:nvPr>
        </p:nvSpPr>
        <p:spPr/>
        <p:txBody>
          <a:bodyPr/>
          <a:lstStyle/>
          <a:p>
            <a:r>
              <a:rPr lang="en-US" dirty="0"/>
              <a:t>7-9 Subqueries</a:t>
            </a:r>
          </a:p>
        </p:txBody>
      </p:sp>
      <p:sp>
        <p:nvSpPr>
          <p:cNvPr id="3" name="Date Placeholder 2">
            <a:extLst>
              <a:ext uri="{FF2B5EF4-FFF2-40B4-BE49-F238E27FC236}">
                <a16:creationId xmlns:a16="http://schemas.microsoft.com/office/drawing/2014/main" id="{BC78B7C3-A673-554C-77A7-C7BF99151BC9}"/>
              </a:ext>
            </a:extLst>
          </p:cNvPr>
          <p:cNvSpPr>
            <a:spLocks noGrp="1"/>
          </p:cNvSpPr>
          <p:nvPr>
            <p:ph type="dt" sz="half" idx="10"/>
          </p:nvPr>
        </p:nvSpPr>
        <p:spPr/>
        <p:txBody>
          <a:bodyPr/>
          <a:lstStyle/>
          <a:p>
            <a:pPr>
              <a:defRPr/>
            </a:pPr>
            <a:fld id="{7F53EECD-5EF2-4F97-996E-6CBAC1BF3011}" type="datetime1">
              <a:rPr lang="en-US" smtClean="0"/>
              <a:pPr>
                <a:defRPr/>
              </a:pPr>
              <a:t>12/19/2024</a:t>
            </a:fld>
            <a:endParaRPr lang="en-US"/>
          </a:p>
        </p:txBody>
      </p:sp>
      <p:sp>
        <p:nvSpPr>
          <p:cNvPr id="4" name="Slide Number Placeholder 3">
            <a:extLst>
              <a:ext uri="{FF2B5EF4-FFF2-40B4-BE49-F238E27FC236}">
                <a16:creationId xmlns:a16="http://schemas.microsoft.com/office/drawing/2014/main" id="{DD77EE38-413C-8823-5A07-91D38376985F}"/>
              </a:ext>
            </a:extLst>
          </p:cNvPr>
          <p:cNvSpPr>
            <a:spLocks noGrp="1"/>
          </p:cNvSpPr>
          <p:nvPr>
            <p:ph type="sldNum" sz="quarter" idx="11"/>
          </p:nvPr>
        </p:nvSpPr>
        <p:spPr/>
        <p:txBody>
          <a:bodyPr/>
          <a:lstStyle/>
          <a:p>
            <a:pPr>
              <a:defRPr/>
            </a:pPr>
            <a:fld id="{F9126DDB-45DE-4D72-94FB-1E2D565E80AF}" type="slidenum">
              <a:rPr lang="en-US" smtClean="0"/>
              <a:pPr>
                <a:defRPr/>
              </a:pPr>
              <a:t>87</a:t>
            </a:fld>
            <a:endParaRPr lang="en-US"/>
          </a:p>
        </p:txBody>
      </p:sp>
      <p:sp>
        <p:nvSpPr>
          <p:cNvPr id="5" name="Footer Placeholder 4">
            <a:extLst>
              <a:ext uri="{FF2B5EF4-FFF2-40B4-BE49-F238E27FC236}">
                <a16:creationId xmlns:a16="http://schemas.microsoft.com/office/drawing/2014/main" id="{A85E5FA4-5059-668D-DA4E-BD51A7FF5B5F}"/>
              </a:ext>
            </a:extLst>
          </p:cNvPr>
          <p:cNvSpPr>
            <a:spLocks noGrp="1"/>
          </p:cNvSpPr>
          <p:nvPr>
            <p:ph type="ftr" sz="quarter" idx="12"/>
          </p:nvPr>
        </p:nvSpPr>
        <p:spPr/>
        <p:txBody>
          <a:bodyPr/>
          <a:lstStyle/>
          <a:p>
            <a:pPr>
              <a:defRPr/>
            </a:pPr>
            <a:r>
              <a:rPr lang="en-US"/>
              <a:t>Database System Design, Implementation And Management </a:t>
            </a:r>
          </a:p>
        </p:txBody>
      </p:sp>
    </p:spTree>
    <p:extLst>
      <p:ext uri="{BB962C8B-B14F-4D97-AF65-F5344CB8AC3E}">
        <p14:creationId xmlns:p14="http://schemas.microsoft.com/office/powerpoint/2010/main" val="207131502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E1641-9A32-CB36-BFEB-9CE25C854221}"/>
              </a:ext>
            </a:extLst>
          </p:cNvPr>
          <p:cNvSpPr>
            <a:spLocks noGrp="1"/>
          </p:cNvSpPr>
          <p:nvPr>
            <p:ph type="title"/>
          </p:nvPr>
        </p:nvSpPr>
        <p:spPr/>
        <p:txBody>
          <a:bodyPr/>
          <a:lstStyle/>
          <a:p>
            <a:r>
              <a:rPr lang="en-US" dirty="0"/>
              <a:t>7-9 Subqueries</a:t>
            </a:r>
          </a:p>
        </p:txBody>
      </p:sp>
      <p:sp>
        <p:nvSpPr>
          <p:cNvPr id="3" name="Content Placeholder 2">
            <a:extLst>
              <a:ext uri="{FF2B5EF4-FFF2-40B4-BE49-F238E27FC236}">
                <a16:creationId xmlns:a16="http://schemas.microsoft.com/office/drawing/2014/main" id="{E50E8AE2-EB23-5DED-4E10-9D5A1F89C7EC}"/>
              </a:ext>
            </a:extLst>
          </p:cNvPr>
          <p:cNvSpPr>
            <a:spLocks noGrp="1"/>
          </p:cNvSpPr>
          <p:nvPr>
            <p:ph idx="1"/>
          </p:nvPr>
        </p:nvSpPr>
        <p:spPr/>
        <p:txBody>
          <a:bodyPr/>
          <a:lstStyle/>
          <a:p>
            <a:r>
              <a:rPr lang="en-US" sz="1800" b="1" i="0" dirty="0">
                <a:solidFill>
                  <a:srgbClr val="007DAF"/>
                </a:solidFill>
                <a:effectLst/>
                <a:latin typeface="MyriadPro-BoldSemiCn"/>
              </a:rPr>
              <a:t>Subquery </a:t>
            </a:r>
            <a:r>
              <a:rPr lang="en-US" sz="1800" b="0" i="0" dirty="0">
                <a:solidFill>
                  <a:srgbClr val="242021"/>
                </a:solidFill>
                <a:effectLst/>
                <a:latin typeface="MyriadPro-SemiCn"/>
              </a:rPr>
              <a:t>A query that is embedded (or nested) inside another query. Also known as a </a:t>
            </a:r>
            <a:r>
              <a:rPr lang="en-US" sz="1800" b="0" i="1" dirty="0">
                <a:solidFill>
                  <a:srgbClr val="242021"/>
                </a:solidFill>
                <a:effectLst/>
                <a:latin typeface="MyriadPro-SemiCnIt"/>
              </a:rPr>
              <a:t>nested query</a:t>
            </a:r>
            <a:br>
              <a:rPr lang="en-US" sz="1800" b="0" i="1" dirty="0">
                <a:solidFill>
                  <a:srgbClr val="242021"/>
                </a:solidFill>
                <a:effectLst/>
                <a:latin typeface="MyriadPro-SemiCnIt"/>
              </a:rPr>
            </a:br>
            <a:r>
              <a:rPr lang="en-US" sz="1800" b="0" i="0" dirty="0">
                <a:solidFill>
                  <a:srgbClr val="242021"/>
                </a:solidFill>
                <a:effectLst/>
                <a:latin typeface="MyriadPro-SemiCn"/>
              </a:rPr>
              <a:t>or an </a:t>
            </a:r>
            <a:r>
              <a:rPr lang="en-US" sz="1800" b="0" i="1" dirty="0">
                <a:solidFill>
                  <a:srgbClr val="242021"/>
                </a:solidFill>
                <a:effectLst/>
                <a:latin typeface="MyriadPro-SemiCnIt"/>
              </a:rPr>
              <a:t>inner query</a:t>
            </a:r>
            <a:r>
              <a:rPr lang="en-US" sz="1800" b="0" i="0" dirty="0">
                <a:solidFill>
                  <a:srgbClr val="242021"/>
                </a:solidFill>
                <a:effectLst/>
                <a:latin typeface="MyriadPro-SemiCn"/>
              </a:rPr>
              <a:t>.</a:t>
            </a:r>
            <a:r>
              <a:rPr lang="en-US" dirty="0"/>
              <a:t> </a:t>
            </a:r>
            <a:br>
              <a:rPr lang="en-US" dirty="0"/>
            </a:br>
            <a:endParaRPr lang="en-US" dirty="0"/>
          </a:p>
        </p:txBody>
      </p:sp>
      <p:sp>
        <p:nvSpPr>
          <p:cNvPr id="4" name="Slide Number Placeholder 3">
            <a:extLst>
              <a:ext uri="{FF2B5EF4-FFF2-40B4-BE49-F238E27FC236}">
                <a16:creationId xmlns:a16="http://schemas.microsoft.com/office/drawing/2014/main" id="{F30E29CB-3589-CAA2-1A7B-A5445A4CE747}"/>
              </a:ext>
            </a:extLst>
          </p:cNvPr>
          <p:cNvSpPr>
            <a:spLocks noGrp="1"/>
          </p:cNvSpPr>
          <p:nvPr>
            <p:ph type="sldNum" sz="quarter" idx="10"/>
          </p:nvPr>
        </p:nvSpPr>
        <p:spPr/>
        <p:txBody>
          <a:bodyPr/>
          <a:lstStyle/>
          <a:p>
            <a:pPr>
              <a:defRPr/>
            </a:pPr>
            <a:fld id="{34A84676-C444-4AC5-8B4E-405A7C81C0FB}" type="slidenum">
              <a:rPr lang="en-US" altLang="en-US" smtClean="0"/>
              <a:pPr>
                <a:defRPr/>
              </a:pPr>
              <a:t>88</a:t>
            </a:fld>
            <a:endParaRPr lang="en-US" altLang="en-US"/>
          </a:p>
        </p:txBody>
      </p:sp>
      <p:sp>
        <p:nvSpPr>
          <p:cNvPr id="5" name="Footer Placeholder 4">
            <a:extLst>
              <a:ext uri="{FF2B5EF4-FFF2-40B4-BE49-F238E27FC236}">
                <a16:creationId xmlns:a16="http://schemas.microsoft.com/office/drawing/2014/main" id="{A53512B3-7600-0A3C-9EA7-8EE8EA86CCA2}"/>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96904626-0BB0-50F6-3F2A-27953F822444}"/>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10" name="Picture 9">
            <a:extLst>
              <a:ext uri="{FF2B5EF4-FFF2-40B4-BE49-F238E27FC236}">
                <a16:creationId xmlns:a16="http://schemas.microsoft.com/office/drawing/2014/main" id="{51B49900-1E02-57E2-C4A8-E582DE623FF7}"/>
              </a:ext>
            </a:extLst>
          </p:cNvPr>
          <p:cNvPicPr>
            <a:picLocks noChangeAspect="1"/>
          </p:cNvPicPr>
          <p:nvPr/>
        </p:nvPicPr>
        <p:blipFill>
          <a:blip r:embed="rId2"/>
          <a:stretch>
            <a:fillRect/>
          </a:stretch>
        </p:blipFill>
        <p:spPr>
          <a:xfrm>
            <a:off x="975852" y="2819400"/>
            <a:ext cx="10363200" cy="1600200"/>
          </a:xfrm>
          <a:prstGeom prst="rect">
            <a:avLst/>
          </a:prstGeom>
        </p:spPr>
      </p:pic>
      <p:pic>
        <p:nvPicPr>
          <p:cNvPr id="12" name="Picture 11">
            <a:extLst>
              <a:ext uri="{FF2B5EF4-FFF2-40B4-BE49-F238E27FC236}">
                <a16:creationId xmlns:a16="http://schemas.microsoft.com/office/drawing/2014/main" id="{1C993208-F5DF-C35C-0CD2-76E5E041C448}"/>
              </a:ext>
            </a:extLst>
          </p:cNvPr>
          <p:cNvPicPr>
            <a:picLocks noChangeAspect="1"/>
          </p:cNvPicPr>
          <p:nvPr/>
        </p:nvPicPr>
        <p:blipFill>
          <a:blip r:embed="rId3"/>
          <a:stretch>
            <a:fillRect/>
          </a:stretch>
        </p:blipFill>
        <p:spPr>
          <a:xfrm>
            <a:off x="975852" y="4683919"/>
            <a:ext cx="9582150" cy="1228725"/>
          </a:xfrm>
          <a:prstGeom prst="rect">
            <a:avLst/>
          </a:prstGeom>
        </p:spPr>
      </p:pic>
    </p:spTree>
    <p:extLst>
      <p:ext uri="{BB962C8B-B14F-4D97-AF65-F5344CB8AC3E}">
        <p14:creationId xmlns:p14="http://schemas.microsoft.com/office/powerpoint/2010/main" val="383875723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53380D2-4335-01D6-C6A7-BFC62872A3F4}"/>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895DE57E-DCF3-894B-9715-810CB78EA007}"/>
              </a:ext>
            </a:extLst>
          </p:cNvPr>
          <p:cNvSpPr>
            <a:spLocks noGrp="1"/>
          </p:cNvSpPr>
          <p:nvPr>
            <p:ph type="sldNum" sz="quarter" idx="11"/>
          </p:nvPr>
        </p:nvSpPr>
        <p:spPr/>
        <p:txBody>
          <a:bodyPr/>
          <a:lstStyle/>
          <a:p>
            <a:pPr>
              <a:defRPr/>
            </a:pPr>
            <a:fld id="{D1AD3536-327C-4937-83AF-A64971CFA6D9}" type="slidenum">
              <a:rPr lang="en-US" smtClean="0"/>
              <a:pPr>
                <a:defRPr/>
              </a:pPr>
              <a:t>89</a:t>
            </a:fld>
            <a:endParaRPr lang="en-US"/>
          </a:p>
        </p:txBody>
      </p:sp>
      <p:sp>
        <p:nvSpPr>
          <p:cNvPr id="4" name="Footer Placeholder 3">
            <a:extLst>
              <a:ext uri="{FF2B5EF4-FFF2-40B4-BE49-F238E27FC236}">
                <a16:creationId xmlns:a16="http://schemas.microsoft.com/office/drawing/2014/main" id="{AE3FB8CD-73C9-C667-4947-6F1A690768A2}"/>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D7A70225-6313-E17B-B87A-7290B9C899D2}"/>
              </a:ext>
            </a:extLst>
          </p:cNvPr>
          <p:cNvPicPr>
            <a:picLocks noChangeAspect="1"/>
          </p:cNvPicPr>
          <p:nvPr/>
        </p:nvPicPr>
        <p:blipFill>
          <a:blip r:embed="rId2"/>
          <a:stretch>
            <a:fillRect/>
          </a:stretch>
        </p:blipFill>
        <p:spPr>
          <a:xfrm>
            <a:off x="1719262" y="1747837"/>
            <a:ext cx="8753475" cy="3362325"/>
          </a:xfrm>
          <a:prstGeom prst="rect">
            <a:avLst/>
          </a:prstGeom>
        </p:spPr>
      </p:pic>
    </p:spTree>
    <p:extLst>
      <p:ext uri="{BB962C8B-B14F-4D97-AF65-F5344CB8AC3E}">
        <p14:creationId xmlns:p14="http://schemas.microsoft.com/office/powerpoint/2010/main" val="54261320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06DC4-08F5-32A0-4908-E11E6271497F}"/>
              </a:ext>
            </a:extLst>
          </p:cNvPr>
          <p:cNvSpPr>
            <a:spLocks noGrp="1"/>
          </p:cNvSpPr>
          <p:nvPr>
            <p:ph type="title"/>
          </p:nvPr>
        </p:nvSpPr>
        <p:spPr/>
        <p:txBody>
          <a:bodyPr/>
          <a:lstStyle/>
          <a:p>
            <a:r>
              <a:rPr lang="en-US" dirty="0"/>
              <a:t>7-9a WHERE Subqueries</a:t>
            </a:r>
          </a:p>
        </p:txBody>
      </p:sp>
      <p:sp>
        <p:nvSpPr>
          <p:cNvPr id="3" name="Content Placeholder 2">
            <a:extLst>
              <a:ext uri="{FF2B5EF4-FFF2-40B4-BE49-F238E27FC236}">
                <a16:creationId xmlns:a16="http://schemas.microsoft.com/office/drawing/2014/main" id="{E6248230-A12B-4536-F123-3276F81A09BB}"/>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9D7E3271-D343-9EDF-8BCC-7E66F619C32E}"/>
              </a:ext>
            </a:extLst>
          </p:cNvPr>
          <p:cNvSpPr>
            <a:spLocks noGrp="1"/>
          </p:cNvSpPr>
          <p:nvPr>
            <p:ph type="sldNum" sz="quarter" idx="10"/>
          </p:nvPr>
        </p:nvSpPr>
        <p:spPr/>
        <p:txBody>
          <a:bodyPr/>
          <a:lstStyle/>
          <a:p>
            <a:pPr>
              <a:defRPr/>
            </a:pPr>
            <a:fld id="{34A84676-C444-4AC5-8B4E-405A7C81C0FB}" type="slidenum">
              <a:rPr lang="en-US" altLang="en-US" smtClean="0"/>
              <a:pPr>
                <a:defRPr/>
              </a:pPr>
              <a:t>90</a:t>
            </a:fld>
            <a:endParaRPr lang="en-US" altLang="en-US"/>
          </a:p>
        </p:txBody>
      </p:sp>
      <p:sp>
        <p:nvSpPr>
          <p:cNvPr id="5" name="Footer Placeholder 4">
            <a:extLst>
              <a:ext uri="{FF2B5EF4-FFF2-40B4-BE49-F238E27FC236}">
                <a16:creationId xmlns:a16="http://schemas.microsoft.com/office/drawing/2014/main" id="{98C4D279-81B8-9236-F615-F3C7ED5993BB}"/>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638F6A9F-56D1-B076-4B5F-2D781E926A2B}"/>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9D9CEFDE-B3BA-98B5-67A5-A6C22B21747D}"/>
              </a:ext>
            </a:extLst>
          </p:cNvPr>
          <p:cNvPicPr>
            <a:picLocks noChangeAspect="1"/>
          </p:cNvPicPr>
          <p:nvPr/>
        </p:nvPicPr>
        <p:blipFill>
          <a:blip r:embed="rId2"/>
          <a:stretch>
            <a:fillRect/>
          </a:stretch>
        </p:blipFill>
        <p:spPr>
          <a:xfrm>
            <a:off x="1237943" y="1981200"/>
            <a:ext cx="9572625" cy="1171575"/>
          </a:xfrm>
          <a:prstGeom prst="rect">
            <a:avLst/>
          </a:prstGeom>
        </p:spPr>
      </p:pic>
      <p:pic>
        <p:nvPicPr>
          <p:cNvPr id="10" name="Picture 9">
            <a:extLst>
              <a:ext uri="{FF2B5EF4-FFF2-40B4-BE49-F238E27FC236}">
                <a16:creationId xmlns:a16="http://schemas.microsoft.com/office/drawing/2014/main" id="{D0E52076-51D3-0EF1-4F63-B8E00DBA6C6E}"/>
              </a:ext>
            </a:extLst>
          </p:cNvPr>
          <p:cNvPicPr>
            <a:picLocks noChangeAspect="1"/>
          </p:cNvPicPr>
          <p:nvPr/>
        </p:nvPicPr>
        <p:blipFill>
          <a:blip r:embed="rId3"/>
          <a:stretch>
            <a:fillRect/>
          </a:stretch>
        </p:blipFill>
        <p:spPr>
          <a:xfrm>
            <a:off x="1237943" y="3438397"/>
            <a:ext cx="9734550" cy="2324100"/>
          </a:xfrm>
          <a:prstGeom prst="rect">
            <a:avLst/>
          </a:prstGeom>
        </p:spPr>
      </p:pic>
    </p:spTree>
    <p:extLst>
      <p:ext uri="{BB962C8B-B14F-4D97-AF65-F5344CB8AC3E}">
        <p14:creationId xmlns:p14="http://schemas.microsoft.com/office/powerpoint/2010/main" val="207680022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5D577-AE70-1C26-CB46-4B52F42ECEE5}"/>
              </a:ext>
            </a:extLst>
          </p:cNvPr>
          <p:cNvSpPr>
            <a:spLocks noGrp="1"/>
          </p:cNvSpPr>
          <p:nvPr>
            <p:ph type="title"/>
          </p:nvPr>
        </p:nvSpPr>
        <p:spPr/>
        <p:txBody>
          <a:bodyPr/>
          <a:lstStyle/>
          <a:p>
            <a:r>
              <a:rPr lang="en-US" dirty="0"/>
              <a:t>7-9b IN Subqueries</a:t>
            </a:r>
          </a:p>
        </p:txBody>
      </p:sp>
      <p:sp>
        <p:nvSpPr>
          <p:cNvPr id="3" name="Content Placeholder 2">
            <a:extLst>
              <a:ext uri="{FF2B5EF4-FFF2-40B4-BE49-F238E27FC236}">
                <a16:creationId xmlns:a16="http://schemas.microsoft.com/office/drawing/2014/main" id="{23CA0FF9-52E1-88DA-6CA3-93954AC0AE18}"/>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7ECD051D-80AB-3E4B-D107-68B8619DC6B6}"/>
              </a:ext>
            </a:extLst>
          </p:cNvPr>
          <p:cNvSpPr>
            <a:spLocks noGrp="1"/>
          </p:cNvSpPr>
          <p:nvPr>
            <p:ph type="sldNum" sz="quarter" idx="10"/>
          </p:nvPr>
        </p:nvSpPr>
        <p:spPr/>
        <p:txBody>
          <a:bodyPr/>
          <a:lstStyle/>
          <a:p>
            <a:pPr>
              <a:defRPr/>
            </a:pPr>
            <a:fld id="{34A84676-C444-4AC5-8B4E-405A7C81C0FB}" type="slidenum">
              <a:rPr lang="en-US" altLang="en-US" smtClean="0"/>
              <a:pPr>
                <a:defRPr/>
              </a:pPr>
              <a:t>91</a:t>
            </a:fld>
            <a:endParaRPr lang="en-US" altLang="en-US"/>
          </a:p>
        </p:txBody>
      </p:sp>
      <p:sp>
        <p:nvSpPr>
          <p:cNvPr id="5" name="Footer Placeholder 4">
            <a:extLst>
              <a:ext uri="{FF2B5EF4-FFF2-40B4-BE49-F238E27FC236}">
                <a16:creationId xmlns:a16="http://schemas.microsoft.com/office/drawing/2014/main" id="{9FE358D5-9904-FB81-FCB6-9A5C2AC88A8B}"/>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CC30E386-EACC-3B70-99A6-C7B5300DD168}"/>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1CF7A0F4-C7E0-D037-AF96-3EFB602A2D53}"/>
              </a:ext>
            </a:extLst>
          </p:cNvPr>
          <p:cNvPicPr>
            <a:picLocks noChangeAspect="1"/>
          </p:cNvPicPr>
          <p:nvPr/>
        </p:nvPicPr>
        <p:blipFill>
          <a:blip r:embed="rId2"/>
          <a:stretch>
            <a:fillRect/>
          </a:stretch>
        </p:blipFill>
        <p:spPr>
          <a:xfrm>
            <a:off x="835742" y="2362200"/>
            <a:ext cx="10515600" cy="2962275"/>
          </a:xfrm>
          <a:prstGeom prst="rect">
            <a:avLst/>
          </a:prstGeom>
        </p:spPr>
      </p:pic>
    </p:spTree>
    <p:extLst>
      <p:ext uri="{BB962C8B-B14F-4D97-AF65-F5344CB8AC3E}">
        <p14:creationId xmlns:p14="http://schemas.microsoft.com/office/powerpoint/2010/main" val="145290176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E58FB-502F-9411-CE0C-80F81245835C}"/>
              </a:ext>
            </a:extLst>
          </p:cNvPr>
          <p:cNvSpPr>
            <a:spLocks noGrp="1"/>
          </p:cNvSpPr>
          <p:nvPr>
            <p:ph type="title"/>
          </p:nvPr>
        </p:nvSpPr>
        <p:spPr/>
        <p:txBody>
          <a:bodyPr/>
          <a:lstStyle/>
          <a:p>
            <a:r>
              <a:rPr lang="en-US" dirty="0"/>
              <a:t>7-9c HAVING Subqueries</a:t>
            </a:r>
          </a:p>
        </p:txBody>
      </p:sp>
      <p:sp>
        <p:nvSpPr>
          <p:cNvPr id="3" name="Content Placeholder 2">
            <a:extLst>
              <a:ext uri="{FF2B5EF4-FFF2-40B4-BE49-F238E27FC236}">
                <a16:creationId xmlns:a16="http://schemas.microsoft.com/office/drawing/2014/main" id="{17354034-F2D7-EB78-EFFA-43FCBA0BCCBB}"/>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292C79D3-330A-7986-AC7B-103658903070}"/>
              </a:ext>
            </a:extLst>
          </p:cNvPr>
          <p:cNvSpPr>
            <a:spLocks noGrp="1"/>
          </p:cNvSpPr>
          <p:nvPr>
            <p:ph type="sldNum" sz="quarter" idx="10"/>
          </p:nvPr>
        </p:nvSpPr>
        <p:spPr/>
        <p:txBody>
          <a:bodyPr/>
          <a:lstStyle/>
          <a:p>
            <a:pPr>
              <a:defRPr/>
            </a:pPr>
            <a:fld id="{34A84676-C444-4AC5-8B4E-405A7C81C0FB}" type="slidenum">
              <a:rPr lang="en-US" altLang="en-US" smtClean="0"/>
              <a:pPr>
                <a:defRPr/>
              </a:pPr>
              <a:t>92</a:t>
            </a:fld>
            <a:endParaRPr lang="en-US" altLang="en-US"/>
          </a:p>
        </p:txBody>
      </p:sp>
      <p:sp>
        <p:nvSpPr>
          <p:cNvPr id="5" name="Footer Placeholder 4">
            <a:extLst>
              <a:ext uri="{FF2B5EF4-FFF2-40B4-BE49-F238E27FC236}">
                <a16:creationId xmlns:a16="http://schemas.microsoft.com/office/drawing/2014/main" id="{15EA8DD7-AB3A-9140-8A97-C47B051DD51C}"/>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D8B0097F-B1BC-AED5-56D1-C63580FB43F4}"/>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0CF329B5-3301-5C98-96A5-671D7407343C}"/>
              </a:ext>
            </a:extLst>
          </p:cNvPr>
          <p:cNvPicPr>
            <a:picLocks noChangeAspect="1"/>
          </p:cNvPicPr>
          <p:nvPr/>
        </p:nvPicPr>
        <p:blipFill>
          <a:blip r:embed="rId2"/>
          <a:stretch>
            <a:fillRect/>
          </a:stretch>
        </p:blipFill>
        <p:spPr>
          <a:xfrm>
            <a:off x="747712" y="2628900"/>
            <a:ext cx="10696575" cy="1600200"/>
          </a:xfrm>
          <a:prstGeom prst="rect">
            <a:avLst/>
          </a:prstGeom>
        </p:spPr>
      </p:pic>
    </p:spTree>
    <p:extLst>
      <p:ext uri="{BB962C8B-B14F-4D97-AF65-F5344CB8AC3E}">
        <p14:creationId xmlns:p14="http://schemas.microsoft.com/office/powerpoint/2010/main" val="291836514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0291C-F7DC-5178-EEEF-10181CD05527}"/>
              </a:ext>
            </a:extLst>
          </p:cNvPr>
          <p:cNvSpPr>
            <a:spLocks noGrp="1"/>
          </p:cNvSpPr>
          <p:nvPr>
            <p:ph type="title"/>
          </p:nvPr>
        </p:nvSpPr>
        <p:spPr/>
        <p:txBody>
          <a:bodyPr/>
          <a:lstStyle/>
          <a:p>
            <a:r>
              <a:rPr lang="en-US" dirty="0"/>
              <a:t>7-9d Multirow Subquery Operators: ALL and ANY</a:t>
            </a:r>
          </a:p>
        </p:txBody>
      </p:sp>
      <p:sp>
        <p:nvSpPr>
          <p:cNvPr id="3" name="Content Placeholder 2">
            <a:extLst>
              <a:ext uri="{FF2B5EF4-FFF2-40B4-BE49-F238E27FC236}">
                <a16:creationId xmlns:a16="http://schemas.microsoft.com/office/drawing/2014/main" id="{4BB7FBE7-7234-4BED-306D-987346364A9B}"/>
              </a:ext>
            </a:extLst>
          </p:cNvPr>
          <p:cNvSpPr>
            <a:spLocks noGrp="1"/>
          </p:cNvSpPr>
          <p:nvPr>
            <p:ph idx="1"/>
          </p:nvPr>
        </p:nvSpPr>
        <p:spPr/>
        <p:txBody>
          <a:bodyPr/>
          <a:lstStyle/>
          <a:p>
            <a:r>
              <a:rPr lang="en-US" dirty="0"/>
              <a:t>which products cost more than all individual products provided by vendors from Florida</a:t>
            </a:r>
          </a:p>
        </p:txBody>
      </p:sp>
      <p:sp>
        <p:nvSpPr>
          <p:cNvPr id="4" name="Slide Number Placeholder 3">
            <a:extLst>
              <a:ext uri="{FF2B5EF4-FFF2-40B4-BE49-F238E27FC236}">
                <a16:creationId xmlns:a16="http://schemas.microsoft.com/office/drawing/2014/main" id="{504CFEE3-5ACD-387F-0745-F224F76B54D2}"/>
              </a:ext>
            </a:extLst>
          </p:cNvPr>
          <p:cNvSpPr>
            <a:spLocks noGrp="1"/>
          </p:cNvSpPr>
          <p:nvPr>
            <p:ph type="sldNum" sz="quarter" idx="10"/>
          </p:nvPr>
        </p:nvSpPr>
        <p:spPr/>
        <p:txBody>
          <a:bodyPr/>
          <a:lstStyle/>
          <a:p>
            <a:pPr>
              <a:defRPr/>
            </a:pPr>
            <a:fld id="{34A84676-C444-4AC5-8B4E-405A7C81C0FB}" type="slidenum">
              <a:rPr lang="en-US" altLang="en-US" smtClean="0"/>
              <a:pPr>
                <a:defRPr/>
              </a:pPr>
              <a:t>93</a:t>
            </a:fld>
            <a:endParaRPr lang="en-US" altLang="en-US"/>
          </a:p>
        </p:txBody>
      </p:sp>
      <p:sp>
        <p:nvSpPr>
          <p:cNvPr id="5" name="Footer Placeholder 4">
            <a:extLst>
              <a:ext uri="{FF2B5EF4-FFF2-40B4-BE49-F238E27FC236}">
                <a16:creationId xmlns:a16="http://schemas.microsoft.com/office/drawing/2014/main" id="{B801383D-28E0-7221-0232-499B6EB6DB74}"/>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6B295577-5DDF-7AFE-3808-07A47BADF570}"/>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FB4467D0-892E-D36C-E433-B6E9AA5DCA92}"/>
              </a:ext>
            </a:extLst>
          </p:cNvPr>
          <p:cNvPicPr>
            <a:picLocks noChangeAspect="1"/>
          </p:cNvPicPr>
          <p:nvPr/>
        </p:nvPicPr>
        <p:blipFill>
          <a:blip r:embed="rId2"/>
          <a:stretch>
            <a:fillRect/>
          </a:stretch>
        </p:blipFill>
        <p:spPr>
          <a:xfrm>
            <a:off x="838200" y="2895600"/>
            <a:ext cx="10515600" cy="2657475"/>
          </a:xfrm>
          <a:prstGeom prst="rect">
            <a:avLst/>
          </a:prstGeom>
        </p:spPr>
      </p:pic>
    </p:spTree>
    <p:extLst>
      <p:ext uri="{BB962C8B-B14F-4D97-AF65-F5344CB8AC3E}">
        <p14:creationId xmlns:p14="http://schemas.microsoft.com/office/powerpoint/2010/main" val="20878408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727E9-9DD8-F30F-B884-963F47E79169}"/>
              </a:ext>
            </a:extLst>
          </p:cNvPr>
          <p:cNvSpPr>
            <a:spLocks noGrp="1"/>
          </p:cNvSpPr>
          <p:nvPr>
            <p:ph type="title"/>
          </p:nvPr>
        </p:nvSpPr>
        <p:spPr/>
        <p:txBody>
          <a:bodyPr/>
          <a:lstStyle/>
          <a:p>
            <a:r>
              <a:rPr lang="en-US" dirty="0"/>
              <a:t>7-9e FROM Subqueries</a:t>
            </a:r>
          </a:p>
        </p:txBody>
      </p:sp>
      <p:sp>
        <p:nvSpPr>
          <p:cNvPr id="3" name="Content Placeholder 2">
            <a:extLst>
              <a:ext uri="{FF2B5EF4-FFF2-40B4-BE49-F238E27FC236}">
                <a16:creationId xmlns:a16="http://schemas.microsoft.com/office/drawing/2014/main" id="{BCF66453-931F-67BB-0DFA-892C1371BC7E}"/>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7B6BD473-04DC-30D9-7933-74267538BAEC}"/>
              </a:ext>
            </a:extLst>
          </p:cNvPr>
          <p:cNvSpPr>
            <a:spLocks noGrp="1"/>
          </p:cNvSpPr>
          <p:nvPr>
            <p:ph type="sldNum" sz="quarter" idx="10"/>
          </p:nvPr>
        </p:nvSpPr>
        <p:spPr/>
        <p:txBody>
          <a:bodyPr/>
          <a:lstStyle/>
          <a:p>
            <a:pPr>
              <a:defRPr/>
            </a:pPr>
            <a:fld id="{34A84676-C444-4AC5-8B4E-405A7C81C0FB}" type="slidenum">
              <a:rPr lang="en-US" altLang="en-US" smtClean="0"/>
              <a:pPr>
                <a:defRPr/>
              </a:pPr>
              <a:t>94</a:t>
            </a:fld>
            <a:endParaRPr lang="en-US" altLang="en-US"/>
          </a:p>
        </p:txBody>
      </p:sp>
      <p:sp>
        <p:nvSpPr>
          <p:cNvPr id="5" name="Footer Placeholder 4">
            <a:extLst>
              <a:ext uri="{FF2B5EF4-FFF2-40B4-BE49-F238E27FC236}">
                <a16:creationId xmlns:a16="http://schemas.microsoft.com/office/drawing/2014/main" id="{E169C9F9-7878-94E2-AF55-E7D2337BA097}"/>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826B4345-D275-7AAA-0B7F-7071D14F6764}"/>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E7B4F44D-C69C-CC64-2ADC-2A8F638E8BEC}"/>
              </a:ext>
            </a:extLst>
          </p:cNvPr>
          <p:cNvPicPr>
            <a:picLocks noChangeAspect="1"/>
          </p:cNvPicPr>
          <p:nvPr/>
        </p:nvPicPr>
        <p:blipFill>
          <a:blip r:embed="rId2"/>
          <a:stretch>
            <a:fillRect/>
          </a:stretch>
        </p:blipFill>
        <p:spPr>
          <a:xfrm>
            <a:off x="709612" y="1977231"/>
            <a:ext cx="10772775" cy="4048125"/>
          </a:xfrm>
          <a:prstGeom prst="rect">
            <a:avLst/>
          </a:prstGeom>
        </p:spPr>
      </p:pic>
    </p:spTree>
    <p:extLst>
      <p:ext uri="{BB962C8B-B14F-4D97-AF65-F5344CB8AC3E}">
        <p14:creationId xmlns:p14="http://schemas.microsoft.com/office/powerpoint/2010/main" val="141072323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F9622-D575-45AE-8729-B64FEB8B5C8B}"/>
              </a:ext>
            </a:extLst>
          </p:cNvPr>
          <p:cNvSpPr>
            <a:spLocks noGrp="1"/>
          </p:cNvSpPr>
          <p:nvPr>
            <p:ph type="title"/>
          </p:nvPr>
        </p:nvSpPr>
        <p:spPr/>
        <p:txBody>
          <a:bodyPr/>
          <a:lstStyle/>
          <a:p>
            <a:r>
              <a:rPr lang="en-US" dirty="0"/>
              <a:t>7-10 SQL Functions</a:t>
            </a:r>
          </a:p>
        </p:txBody>
      </p:sp>
      <p:sp>
        <p:nvSpPr>
          <p:cNvPr id="3" name="Content Placeholder 2">
            <a:extLst>
              <a:ext uri="{FF2B5EF4-FFF2-40B4-BE49-F238E27FC236}">
                <a16:creationId xmlns:a16="http://schemas.microsoft.com/office/drawing/2014/main" id="{DB93506A-2715-BE90-C4A8-F0D9878B5E86}"/>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FEB4205C-4C82-C8D4-CD12-B881B4E8A7A7}"/>
              </a:ext>
            </a:extLst>
          </p:cNvPr>
          <p:cNvSpPr>
            <a:spLocks noGrp="1"/>
          </p:cNvSpPr>
          <p:nvPr>
            <p:ph type="sldNum" sz="quarter" idx="10"/>
          </p:nvPr>
        </p:nvSpPr>
        <p:spPr/>
        <p:txBody>
          <a:bodyPr/>
          <a:lstStyle/>
          <a:p>
            <a:pPr>
              <a:defRPr/>
            </a:pPr>
            <a:fld id="{34A84676-C444-4AC5-8B4E-405A7C81C0FB}" type="slidenum">
              <a:rPr lang="en-US" altLang="en-US" smtClean="0"/>
              <a:pPr>
                <a:defRPr/>
              </a:pPr>
              <a:t>95</a:t>
            </a:fld>
            <a:endParaRPr lang="en-US" altLang="en-US"/>
          </a:p>
        </p:txBody>
      </p:sp>
      <p:sp>
        <p:nvSpPr>
          <p:cNvPr id="5" name="Footer Placeholder 4">
            <a:extLst>
              <a:ext uri="{FF2B5EF4-FFF2-40B4-BE49-F238E27FC236}">
                <a16:creationId xmlns:a16="http://schemas.microsoft.com/office/drawing/2014/main" id="{E3BCD7B2-0F7E-9863-4D15-831420070CE8}"/>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6AD4ACA9-5CA9-092A-214D-CE05DD96E843}"/>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116575558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409F73-C703-7BC6-3ECF-8EF88D1C6726}"/>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626228E7-385E-4CF7-39E3-251486E81A64}"/>
              </a:ext>
            </a:extLst>
          </p:cNvPr>
          <p:cNvSpPr>
            <a:spLocks noGrp="1"/>
          </p:cNvSpPr>
          <p:nvPr>
            <p:ph type="sldNum" sz="quarter" idx="11"/>
          </p:nvPr>
        </p:nvSpPr>
        <p:spPr/>
        <p:txBody>
          <a:bodyPr/>
          <a:lstStyle/>
          <a:p>
            <a:pPr>
              <a:defRPr/>
            </a:pPr>
            <a:fld id="{D1AD3536-327C-4937-83AF-A64971CFA6D9}" type="slidenum">
              <a:rPr lang="en-US" smtClean="0"/>
              <a:pPr>
                <a:defRPr/>
              </a:pPr>
              <a:t>96</a:t>
            </a:fld>
            <a:endParaRPr lang="en-US"/>
          </a:p>
        </p:txBody>
      </p:sp>
      <p:sp>
        <p:nvSpPr>
          <p:cNvPr id="4" name="Footer Placeholder 3">
            <a:extLst>
              <a:ext uri="{FF2B5EF4-FFF2-40B4-BE49-F238E27FC236}">
                <a16:creationId xmlns:a16="http://schemas.microsoft.com/office/drawing/2014/main" id="{E0B1BF61-BAE6-3BB5-004D-479462373C6B}"/>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1691C720-35A9-4CE7-8326-44DD3A51A5D1}"/>
              </a:ext>
            </a:extLst>
          </p:cNvPr>
          <p:cNvPicPr>
            <a:picLocks noChangeAspect="1"/>
          </p:cNvPicPr>
          <p:nvPr/>
        </p:nvPicPr>
        <p:blipFill>
          <a:blip r:embed="rId2"/>
          <a:stretch>
            <a:fillRect/>
          </a:stretch>
        </p:blipFill>
        <p:spPr>
          <a:xfrm>
            <a:off x="914400" y="985837"/>
            <a:ext cx="4048125" cy="4886325"/>
          </a:xfrm>
          <a:prstGeom prst="rect">
            <a:avLst/>
          </a:prstGeom>
        </p:spPr>
      </p:pic>
      <p:pic>
        <p:nvPicPr>
          <p:cNvPr id="8" name="Picture 7">
            <a:extLst>
              <a:ext uri="{FF2B5EF4-FFF2-40B4-BE49-F238E27FC236}">
                <a16:creationId xmlns:a16="http://schemas.microsoft.com/office/drawing/2014/main" id="{DE3F5700-084B-5944-FBF4-ADE3AEBF8138}"/>
              </a:ext>
            </a:extLst>
          </p:cNvPr>
          <p:cNvPicPr>
            <a:picLocks noChangeAspect="1"/>
          </p:cNvPicPr>
          <p:nvPr/>
        </p:nvPicPr>
        <p:blipFill>
          <a:blip r:embed="rId3"/>
          <a:stretch>
            <a:fillRect/>
          </a:stretch>
        </p:blipFill>
        <p:spPr>
          <a:xfrm>
            <a:off x="6172200" y="1828800"/>
            <a:ext cx="3981450" cy="3629025"/>
          </a:xfrm>
          <a:prstGeom prst="rect">
            <a:avLst/>
          </a:prstGeom>
        </p:spPr>
      </p:pic>
    </p:spTree>
    <p:extLst>
      <p:ext uri="{BB962C8B-B14F-4D97-AF65-F5344CB8AC3E}">
        <p14:creationId xmlns:p14="http://schemas.microsoft.com/office/powerpoint/2010/main" val="421877871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153920-6CFE-CB0A-6B41-6678F1B70021}"/>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D40B5388-A021-EE07-7C05-49A0F55FAC51}"/>
              </a:ext>
            </a:extLst>
          </p:cNvPr>
          <p:cNvSpPr>
            <a:spLocks noGrp="1"/>
          </p:cNvSpPr>
          <p:nvPr>
            <p:ph type="sldNum" sz="quarter" idx="11"/>
          </p:nvPr>
        </p:nvSpPr>
        <p:spPr/>
        <p:txBody>
          <a:bodyPr/>
          <a:lstStyle/>
          <a:p>
            <a:pPr>
              <a:defRPr/>
            </a:pPr>
            <a:fld id="{D1AD3536-327C-4937-83AF-A64971CFA6D9}" type="slidenum">
              <a:rPr lang="en-US" smtClean="0"/>
              <a:pPr>
                <a:defRPr/>
              </a:pPr>
              <a:t>97</a:t>
            </a:fld>
            <a:endParaRPr lang="en-US"/>
          </a:p>
        </p:txBody>
      </p:sp>
      <p:sp>
        <p:nvSpPr>
          <p:cNvPr id="4" name="Footer Placeholder 3">
            <a:extLst>
              <a:ext uri="{FF2B5EF4-FFF2-40B4-BE49-F238E27FC236}">
                <a16:creationId xmlns:a16="http://schemas.microsoft.com/office/drawing/2014/main" id="{77F7ACC5-D383-0995-F19B-7F437B3F60BD}"/>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16460274-66A8-4707-5FA4-D104A2C40595}"/>
              </a:ext>
            </a:extLst>
          </p:cNvPr>
          <p:cNvPicPr>
            <a:picLocks noChangeAspect="1"/>
          </p:cNvPicPr>
          <p:nvPr/>
        </p:nvPicPr>
        <p:blipFill>
          <a:blip r:embed="rId2"/>
          <a:stretch>
            <a:fillRect/>
          </a:stretch>
        </p:blipFill>
        <p:spPr>
          <a:xfrm>
            <a:off x="1219200" y="2209800"/>
            <a:ext cx="4010025" cy="2314575"/>
          </a:xfrm>
          <a:prstGeom prst="rect">
            <a:avLst/>
          </a:prstGeom>
        </p:spPr>
      </p:pic>
      <p:pic>
        <p:nvPicPr>
          <p:cNvPr id="8" name="Picture 7">
            <a:extLst>
              <a:ext uri="{FF2B5EF4-FFF2-40B4-BE49-F238E27FC236}">
                <a16:creationId xmlns:a16="http://schemas.microsoft.com/office/drawing/2014/main" id="{93B70BC8-8788-C1DE-0EE5-103D08077082}"/>
              </a:ext>
            </a:extLst>
          </p:cNvPr>
          <p:cNvPicPr>
            <a:picLocks noChangeAspect="1"/>
          </p:cNvPicPr>
          <p:nvPr/>
        </p:nvPicPr>
        <p:blipFill>
          <a:blip r:embed="rId3"/>
          <a:stretch>
            <a:fillRect/>
          </a:stretch>
        </p:blipFill>
        <p:spPr>
          <a:xfrm>
            <a:off x="6113206" y="1562100"/>
            <a:ext cx="4152900" cy="3733800"/>
          </a:xfrm>
          <a:prstGeom prst="rect">
            <a:avLst/>
          </a:prstGeom>
        </p:spPr>
      </p:pic>
    </p:spTree>
    <p:extLst>
      <p:ext uri="{BB962C8B-B14F-4D97-AF65-F5344CB8AC3E}">
        <p14:creationId xmlns:p14="http://schemas.microsoft.com/office/powerpoint/2010/main" val="230377512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46C6C5-D3D7-C5AD-812D-10AB2A392947}"/>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730269E1-92EC-BB48-CFB2-897E547B69F8}"/>
              </a:ext>
            </a:extLst>
          </p:cNvPr>
          <p:cNvSpPr>
            <a:spLocks noGrp="1"/>
          </p:cNvSpPr>
          <p:nvPr>
            <p:ph type="sldNum" sz="quarter" idx="11"/>
          </p:nvPr>
        </p:nvSpPr>
        <p:spPr/>
        <p:txBody>
          <a:bodyPr/>
          <a:lstStyle/>
          <a:p>
            <a:pPr>
              <a:defRPr/>
            </a:pPr>
            <a:fld id="{D1AD3536-327C-4937-83AF-A64971CFA6D9}" type="slidenum">
              <a:rPr lang="en-US" smtClean="0"/>
              <a:pPr>
                <a:defRPr/>
              </a:pPr>
              <a:t>98</a:t>
            </a:fld>
            <a:endParaRPr lang="en-US"/>
          </a:p>
        </p:txBody>
      </p:sp>
      <p:sp>
        <p:nvSpPr>
          <p:cNvPr id="4" name="Footer Placeholder 3">
            <a:extLst>
              <a:ext uri="{FF2B5EF4-FFF2-40B4-BE49-F238E27FC236}">
                <a16:creationId xmlns:a16="http://schemas.microsoft.com/office/drawing/2014/main" id="{4AB11906-0BAE-5FDA-E106-B509D3539CDF}"/>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FAC76DBD-DCD9-7EAC-37DD-4D2356DAB2A7}"/>
              </a:ext>
            </a:extLst>
          </p:cNvPr>
          <p:cNvPicPr>
            <a:picLocks noChangeAspect="1"/>
          </p:cNvPicPr>
          <p:nvPr/>
        </p:nvPicPr>
        <p:blipFill>
          <a:blip r:embed="rId2"/>
          <a:stretch>
            <a:fillRect/>
          </a:stretch>
        </p:blipFill>
        <p:spPr>
          <a:xfrm>
            <a:off x="1351935" y="1581150"/>
            <a:ext cx="4171950" cy="3695700"/>
          </a:xfrm>
          <a:prstGeom prst="rect">
            <a:avLst/>
          </a:prstGeom>
        </p:spPr>
      </p:pic>
      <p:pic>
        <p:nvPicPr>
          <p:cNvPr id="8" name="Picture 7">
            <a:extLst>
              <a:ext uri="{FF2B5EF4-FFF2-40B4-BE49-F238E27FC236}">
                <a16:creationId xmlns:a16="http://schemas.microsoft.com/office/drawing/2014/main" id="{1E98824A-51A0-8FF9-FF30-A27664937B6D}"/>
              </a:ext>
            </a:extLst>
          </p:cNvPr>
          <p:cNvPicPr>
            <a:picLocks noChangeAspect="1"/>
          </p:cNvPicPr>
          <p:nvPr/>
        </p:nvPicPr>
        <p:blipFill>
          <a:blip r:embed="rId3"/>
          <a:stretch>
            <a:fillRect/>
          </a:stretch>
        </p:blipFill>
        <p:spPr>
          <a:xfrm>
            <a:off x="6748462" y="2033587"/>
            <a:ext cx="4181475" cy="2790825"/>
          </a:xfrm>
          <a:prstGeom prst="rect">
            <a:avLst/>
          </a:prstGeom>
        </p:spPr>
      </p:pic>
    </p:spTree>
    <p:extLst>
      <p:ext uri="{BB962C8B-B14F-4D97-AF65-F5344CB8AC3E}">
        <p14:creationId xmlns:p14="http://schemas.microsoft.com/office/powerpoint/2010/main" val="52661866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3A1532-2336-1D26-388F-AC7458E680F5}"/>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05C8CD25-4A5E-DAF0-CE8A-3286C191396C}"/>
              </a:ext>
            </a:extLst>
          </p:cNvPr>
          <p:cNvSpPr>
            <a:spLocks noGrp="1"/>
          </p:cNvSpPr>
          <p:nvPr>
            <p:ph type="sldNum" sz="quarter" idx="11"/>
          </p:nvPr>
        </p:nvSpPr>
        <p:spPr/>
        <p:txBody>
          <a:bodyPr/>
          <a:lstStyle/>
          <a:p>
            <a:pPr>
              <a:defRPr/>
            </a:pPr>
            <a:fld id="{D1AD3536-327C-4937-83AF-A64971CFA6D9}" type="slidenum">
              <a:rPr lang="en-US" smtClean="0"/>
              <a:pPr>
                <a:defRPr/>
              </a:pPr>
              <a:t>99</a:t>
            </a:fld>
            <a:endParaRPr lang="en-US"/>
          </a:p>
        </p:txBody>
      </p:sp>
      <p:sp>
        <p:nvSpPr>
          <p:cNvPr id="4" name="Footer Placeholder 3">
            <a:extLst>
              <a:ext uri="{FF2B5EF4-FFF2-40B4-BE49-F238E27FC236}">
                <a16:creationId xmlns:a16="http://schemas.microsoft.com/office/drawing/2014/main" id="{3507CBFE-160E-3D6A-F4D7-4EE04E2D56D4}"/>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493E4163-A5E5-B375-58F5-7ADD84A8E8CC}"/>
              </a:ext>
            </a:extLst>
          </p:cNvPr>
          <p:cNvPicPr>
            <a:picLocks noChangeAspect="1"/>
          </p:cNvPicPr>
          <p:nvPr/>
        </p:nvPicPr>
        <p:blipFill>
          <a:blip r:embed="rId2"/>
          <a:stretch>
            <a:fillRect/>
          </a:stretch>
        </p:blipFill>
        <p:spPr>
          <a:xfrm>
            <a:off x="2548335" y="0"/>
            <a:ext cx="7095329" cy="6858000"/>
          </a:xfrm>
          <a:prstGeom prst="rect">
            <a:avLst/>
          </a:prstGeom>
        </p:spPr>
      </p:pic>
    </p:spTree>
    <p:extLst>
      <p:ext uri="{BB962C8B-B14F-4D97-AF65-F5344CB8AC3E}">
        <p14:creationId xmlns:p14="http://schemas.microsoft.com/office/powerpoint/2010/main" val="243983672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6AE70B-0030-8292-7A0C-7C7A65C1374A}"/>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7F55BE13-D136-E6B9-54D3-3464DBFCE9B1}"/>
              </a:ext>
            </a:extLst>
          </p:cNvPr>
          <p:cNvSpPr>
            <a:spLocks noGrp="1"/>
          </p:cNvSpPr>
          <p:nvPr>
            <p:ph type="sldNum" sz="quarter" idx="11"/>
          </p:nvPr>
        </p:nvSpPr>
        <p:spPr/>
        <p:txBody>
          <a:bodyPr/>
          <a:lstStyle/>
          <a:p>
            <a:pPr>
              <a:defRPr/>
            </a:pPr>
            <a:fld id="{D1AD3536-327C-4937-83AF-A64971CFA6D9}" type="slidenum">
              <a:rPr lang="en-US" smtClean="0"/>
              <a:pPr>
                <a:defRPr/>
              </a:pPr>
              <a:t>100</a:t>
            </a:fld>
            <a:endParaRPr lang="en-US"/>
          </a:p>
        </p:txBody>
      </p:sp>
      <p:sp>
        <p:nvSpPr>
          <p:cNvPr id="4" name="Footer Placeholder 3">
            <a:extLst>
              <a:ext uri="{FF2B5EF4-FFF2-40B4-BE49-F238E27FC236}">
                <a16:creationId xmlns:a16="http://schemas.microsoft.com/office/drawing/2014/main" id="{BED680E1-AD12-6F23-D506-F6ADC72BF127}"/>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7A79C491-3CAD-1715-9B14-B6C80ED0B293}"/>
              </a:ext>
            </a:extLst>
          </p:cNvPr>
          <p:cNvPicPr>
            <a:picLocks noChangeAspect="1"/>
          </p:cNvPicPr>
          <p:nvPr/>
        </p:nvPicPr>
        <p:blipFill>
          <a:blip r:embed="rId2"/>
          <a:stretch>
            <a:fillRect/>
          </a:stretch>
        </p:blipFill>
        <p:spPr>
          <a:xfrm>
            <a:off x="685800" y="1746454"/>
            <a:ext cx="10655020" cy="3743325"/>
          </a:xfrm>
          <a:prstGeom prst="rect">
            <a:avLst/>
          </a:prstGeom>
        </p:spPr>
      </p:pic>
    </p:spTree>
    <p:extLst>
      <p:ext uri="{BB962C8B-B14F-4D97-AF65-F5344CB8AC3E}">
        <p14:creationId xmlns:p14="http://schemas.microsoft.com/office/powerpoint/2010/main" val="114403237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5031C3-40FE-4123-8521-8F7B1D80DEFF}"/>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EF1DDA11-CD74-392E-FC49-A40FC57858A4}"/>
              </a:ext>
            </a:extLst>
          </p:cNvPr>
          <p:cNvSpPr>
            <a:spLocks noGrp="1"/>
          </p:cNvSpPr>
          <p:nvPr>
            <p:ph type="sldNum" sz="quarter" idx="11"/>
          </p:nvPr>
        </p:nvSpPr>
        <p:spPr/>
        <p:txBody>
          <a:bodyPr/>
          <a:lstStyle/>
          <a:p>
            <a:pPr>
              <a:defRPr/>
            </a:pPr>
            <a:fld id="{D1AD3536-327C-4937-83AF-A64971CFA6D9}" type="slidenum">
              <a:rPr lang="en-US" smtClean="0"/>
              <a:pPr>
                <a:defRPr/>
              </a:pPr>
              <a:t>101</a:t>
            </a:fld>
            <a:endParaRPr lang="en-US"/>
          </a:p>
        </p:txBody>
      </p:sp>
      <p:sp>
        <p:nvSpPr>
          <p:cNvPr id="4" name="Footer Placeholder 3">
            <a:extLst>
              <a:ext uri="{FF2B5EF4-FFF2-40B4-BE49-F238E27FC236}">
                <a16:creationId xmlns:a16="http://schemas.microsoft.com/office/drawing/2014/main" id="{DDB8BF5A-FEF7-3467-3F8C-4D58D4CDADD2}"/>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3462A00B-0F12-F40B-21E6-C1A1D4D4023B}"/>
              </a:ext>
            </a:extLst>
          </p:cNvPr>
          <p:cNvPicPr>
            <a:picLocks noChangeAspect="1"/>
          </p:cNvPicPr>
          <p:nvPr/>
        </p:nvPicPr>
        <p:blipFill>
          <a:blip r:embed="rId2"/>
          <a:stretch>
            <a:fillRect/>
          </a:stretch>
        </p:blipFill>
        <p:spPr>
          <a:xfrm>
            <a:off x="1367589" y="965456"/>
            <a:ext cx="9456821" cy="4991100"/>
          </a:xfrm>
          <a:prstGeom prst="rect">
            <a:avLst/>
          </a:prstGeom>
        </p:spPr>
      </p:pic>
    </p:spTree>
    <p:extLst>
      <p:ext uri="{BB962C8B-B14F-4D97-AF65-F5344CB8AC3E}">
        <p14:creationId xmlns:p14="http://schemas.microsoft.com/office/powerpoint/2010/main" val="344445005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8AEB87-21DC-A2B1-8DD9-43EB1EF12146}"/>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9A357665-E8FC-FCD3-F4EC-E9F048C04818}"/>
              </a:ext>
            </a:extLst>
          </p:cNvPr>
          <p:cNvSpPr>
            <a:spLocks noGrp="1"/>
          </p:cNvSpPr>
          <p:nvPr>
            <p:ph type="sldNum" sz="quarter" idx="11"/>
          </p:nvPr>
        </p:nvSpPr>
        <p:spPr/>
        <p:txBody>
          <a:bodyPr/>
          <a:lstStyle/>
          <a:p>
            <a:pPr>
              <a:defRPr/>
            </a:pPr>
            <a:fld id="{D1AD3536-327C-4937-83AF-A64971CFA6D9}" type="slidenum">
              <a:rPr lang="en-US" smtClean="0"/>
              <a:pPr>
                <a:defRPr/>
              </a:pPr>
              <a:t>102</a:t>
            </a:fld>
            <a:endParaRPr lang="en-US"/>
          </a:p>
        </p:txBody>
      </p:sp>
      <p:sp>
        <p:nvSpPr>
          <p:cNvPr id="4" name="Footer Placeholder 3">
            <a:extLst>
              <a:ext uri="{FF2B5EF4-FFF2-40B4-BE49-F238E27FC236}">
                <a16:creationId xmlns:a16="http://schemas.microsoft.com/office/drawing/2014/main" id="{BC09EF45-A391-D490-FAEA-127B2DE7D7F9}"/>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854B2DB0-2921-CC51-9968-326938348F56}"/>
              </a:ext>
            </a:extLst>
          </p:cNvPr>
          <p:cNvPicPr>
            <a:picLocks noChangeAspect="1"/>
          </p:cNvPicPr>
          <p:nvPr/>
        </p:nvPicPr>
        <p:blipFill>
          <a:blip r:embed="rId2"/>
          <a:stretch>
            <a:fillRect/>
          </a:stretch>
        </p:blipFill>
        <p:spPr>
          <a:xfrm>
            <a:off x="1924050" y="871537"/>
            <a:ext cx="8343900" cy="5114925"/>
          </a:xfrm>
          <a:prstGeom prst="rect">
            <a:avLst/>
          </a:prstGeom>
        </p:spPr>
      </p:pic>
    </p:spTree>
    <p:extLst>
      <p:ext uri="{BB962C8B-B14F-4D97-AF65-F5344CB8AC3E}">
        <p14:creationId xmlns:p14="http://schemas.microsoft.com/office/powerpoint/2010/main" val="295552663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FDDEAA-B3F9-8EA7-35CD-A5B4AF98E6AA}"/>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EAEC8EE9-E5A6-3C12-241F-6F452B09892B}"/>
              </a:ext>
            </a:extLst>
          </p:cNvPr>
          <p:cNvSpPr>
            <a:spLocks noGrp="1"/>
          </p:cNvSpPr>
          <p:nvPr>
            <p:ph type="sldNum" sz="quarter" idx="11"/>
          </p:nvPr>
        </p:nvSpPr>
        <p:spPr/>
        <p:txBody>
          <a:bodyPr/>
          <a:lstStyle/>
          <a:p>
            <a:pPr>
              <a:defRPr/>
            </a:pPr>
            <a:fld id="{D1AD3536-327C-4937-83AF-A64971CFA6D9}" type="slidenum">
              <a:rPr lang="en-US" smtClean="0"/>
              <a:pPr>
                <a:defRPr/>
              </a:pPr>
              <a:t>103</a:t>
            </a:fld>
            <a:endParaRPr lang="en-US"/>
          </a:p>
        </p:txBody>
      </p:sp>
      <p:sp>
        <p:nvSpPr>
          <p:cNvPr id="4" name="Footer Placeholder 3">
            <a:extLst>
              <a:ext uri="{FF2B5EF4-FFF2-40B4-BE49-F238E27FC236}">
                <a16:creationId xmlns:a16="http://schemas.microsoft.com/office/drawing/2014/main" id="{A8B612D0-53DF-DDB4-7EB9-77FE915ABC27}"/>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801E097E-A053-4C93-77F6-78C8057EA593}"/>
              </a:ext>
            </a:extLst>
          </p:cNvPr>
          <p:cNvPicPr>
            <a:picLocks noChangeAspect="1"/>
          </p:cNvPicPr>
          <p:nvPr/>
        </p:nvPicPr>
        <p:blipFill>
          <a:blip r:embed="rId2"/>
          <a:stretch>
            <a:fillRect/>
          </a:stretch>
        </p:blipFill>
        <p:spPr>
          <a:xfrm>
            <a:off x="1876425" y="2419350"/>
            <a:ext cx="8439150" cy="2019300"/>
          </a:xfrm>
          <a:prstGeom prst="rect">
            <a:avLst/>
          </a:prstGeom>
        </p:spPr>
      </p:pic>
    </p:spTree>
    <p:extLst>
      <p:ext uri="{BB962C8B-B14F-4D97-AF65-F5344CB8AC3E}">
        <p14:creationId xmlns:p14="http://schemas.microsoft.com/office/powerpoint/2010/main" val="137344863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FCEAF0-ECA3-98E0-64E2-F0D9565AF08A}"/>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AD1188D2-8F3C-AA79-9266-1E2689111EA0}"/>
              </a:ext>
            </a:extLst>
          </p:cNvPr>
          <p:cNvSpPr>
            <a:spLocks noGrp="1"/>
          </p:cNvSpPr>
          <p:nvPr>
            <p:ph type="sldNum" sz="quarter" idx="11"/>
          </p:nvPr>
        </p:nvSpPr>
        <p:spPr/>
        <p:txBody>
          <a:bodyPr/>
          <a:lstStyle/>
          <a:p>
            <a:pPr>
              <a:defRPr/>
            </a:pPr>
            <a:fld id="{D1AD3536-327C-4937-83AF-A64971CFA6D9}" type="slidenum">
              <a:rPr lang="en-US" smtClean="0"/>
              <a:pPr>
                <a:defRPr/>
              </a:pPr>
              <a:t>104</a:t>
            </a:fld>
            <a:endParaRPr lang="en-US"/>
          </a:p>
        </p:txBody>
      </p:sp>
      <p:sp>
        <p:nvSpPr>
          <p:cNvPr id="4" name="Footer Placeholder 3">
            <a:extLst>
              <a:ext uri="{FF2B5EF4-FFF2-40B4-BE49-F238E27FC236}">
                <a16:creationId xmlns:a16="http://schemas.microsoft.com/office/drawing/2014/main" id="{A5FC95EC-2C81-7701-0EA4-F2F4E1161729}"/>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145C93F6-30EA-2B46-D9EF-D712A7805B02}"/>
              </a:ext>
            </a:extLst>
          </p:cNvPr>
          <p:cNvPicPr>
            <a:picLocks noChangeAspect="1"/>
          </p:cNvPicPr>
          <p:nvPr/>
        </p:nvPicPr>
        <p:blipFill>
          <a:blip r:embed="rId2"/>
          <a:stretch>
            <a:fillRect/>
          </a:stretch>
        </p:blipFill>
        <p:spPr>
          <a:xfrm>
            <a:off x="2981325" y="547687"/>
            <a:ext cx="6229350" cy="5762625"/>
          </a:xfrm>
          <a:prstGeom prst="rect">
            <a:avLst/>
          </a:prstGeom>
        </p:spPr>
      </p:pic>
    </p:spTree>
    <p:extLst>
      <p:ext uri="{BB962C8B-B14F-4D97-AF65-F5344CB8AC3E}">
        <p14:creationId xmlns:p14="http://schemas.microsoft.com/office/powerpoint/2010/main" val="320046347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388F8E-C604-8303-E16D-D0B2C28A7642}"/>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EF315D22-AABC-C273-8ABE-3854017F9EC4}"/>
              </a:ext>
            </a:extLst>
          </p:cNvPr>
          <p:cNvSpPr>
            <a:spLocks noGrp="1"/>
          </p:cNvSpPr>
          <p:nvPr>
            <p:ph type="sldNum" sz="quarter" idx="11"/>
          </p:nvPr>
        </p:nvSpPr>
        <p:spPr/>
        <p:txBody>
          <a:bodyPr/>
          <a:lstStyle/>
          <a:p>
            <a:pPr>
              <a:defRPr/>
            </a:pPr>
            <a:fld id="{D1AD3536-327C-4937-83AF-A64971CFA6D9}" type="slidenum">
              <a:rPr lang="en-US" smtClean="0"/>
              <a:pPr>
                <a:defRPr/>
              </a:pPr>
              <a:t>105</a:t>
            </a:fld>
            <a:endParaRPr lang="en-US"/>
          </a:p>
        </p:txBody>
      </p:sp>
      <p:sp>
        <p:nvSpPr>
          <p:cNvPr id="4" name="Footer Placeholder 3">
            <a:extLst>
              <a:ext uri="{FF2B5EF4-FFF2-40B4-BE49-F238E27FC236}">
                <a16:creationId xmlns:a16="http://schemas.microsoft.com/office/drawing/2014/main" id="{4D99F3AC-832F-3508-E5F6-EC7072F04BBF}"/>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34391317-3A1E-FDC4-0420-9E7A92CB7EBF}"/>
              </a:ext>
            </a:extLst>
          </p:cNvPr>
          <p:cNvPicPr>
            <a:picLocks noChangeAspect="1"/>
          </p:cNvPicPr>
          <p:nvPr/>
        </p:nvPicPr>
        <p:blipFill>
          <a:blip r:embed="rId2"/>
          <a:stretch>
            <a:fillRect/>
          </a:stretch>
        </p:blipFill>
        <p:spPr>
          <a:xfrm>
            <a:off x="2995612" y="1281112"/>
            <a:ext cx="6200775" cy="4295775"/>
          </a:xfrm>
          <a:prstGeom prst="rect">
            <a:avLst/>
          </a:prstGeom>
        </p:spPr>
      </p:pic>
    </p:spTree>
    <p:extLst>
      <p:ext uri="{BB962C8B-B14F-4D97-AF65-F5344CB8AC3E}">
        <p14:creationId xmlns:p14="http://schemas.microsoft.com/office/powerpoint/2010/main" val="422173195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21F2EE1-0D0D-3F20-A0DE-472717DF2F62}"/>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E470CE6F-2495-7568-3DB1-D68B0990662E}"/>
              </a:ext>
            </a:extLst>
          </p:cNvPr>
          <p:cNvSpPr>
            <a:spLocks noGrp="1"/>
          </p:cNvSpPr>
          <p:nvPr>
            <p:ph type="sldNum" sz="quarter" idx="11"/>
          </p:nvPr>
        </p:nvSpPr>
        <p:spPr/>
        <p:txBody>
          <a:bodyPr/>
          <a:lstStyle/>
          <a:p>
            <a:pPr>
              <a:defRPr/>
            </a:pPr>
            <a:fld id="{D1AD3536-327C-4937-83AF-A64971CFA6D9}" type="slidenum">
              <a:rPr lang="en-US" smtClean="0"/>
              <a:pPr>
                <a:defRPr/>
              </a:pPr>
              <a:t>106</a:t>
            </a:fld>
            <a:endParaRPr lang="en-US"/>
          </a:p>
        </p:txBody>
      </p:sp>
      <p:sp>
        <p:nvSpPr>
          <p:cNvPr id="4" name="Footer Placeholder 3">
            <a:extLst>
              <a:ext uri="{FF2B5EF4-FFF2-40B4-BE49-F238E27FC236}">
                <a16:creationId xmlns:a16="http://schemas.microsoft.com/office/drawing/2014/main" id="{C1E867BB-862D-6CF3-A4C1-925F5BC3F08B}"/>
              </a:ext>
            </a:extLst>
          </p:cNvPr>
          <p:cNvSpPr>
            <a:spLocks noGrp="1"/>
          </p:cNvSpPr>
          <p:nvPr>
            <p:ph type="ftr" sz="quarter" idx="12"/>
          </p:nvPr>
        </p:nvSpPr>
        <p:spPr/>
        <p:txBody>
          <a:bodyPr/>
          <a:lstStyle/>
          <a:p>
            <a:pPr>
              <a:defRPr/>
            </a:pPr>
            <a:r>
              <a:rPr lang="en-US"/>
              <a:t>Database System Design, Implementation And Management </a:t>
            </a:r>
          </a:p>
        </p:txBody>
      </p:sp>
      <p:pic>
        <p:nvPicPr>
          <p:cNvPr id="8" name="Picture 7">
            <a:extLst>
              <a:ext uri="{FF2B5EF4-FFF2-40B4-BE49-F238E27FC236}">
                <a16:creationId xmlns:a16="http://schemas.microsoft.com/office/drawing/2014/main" id="{C2A0C383-8DB6-4B29-50AD-18BECBCA3D9D}"/>
              </a:ext>
            </a:extLst>
          </p:cNvPr>
          <p:cNvPicPr>
            <a:picLocks noChangeAspect="1"/>
          </p:cNvPicPr>
          <p:nvPr/>
        </p:nvPicPr>
        <p:blipFill>
          <a:blip r:embed="rId2"/>
          <a:stretch>
            <a:fillRect/>
          </a:stretch>
        </p:blipFill>
        <p:spPr>
          <a:xfrm>
            <a:off x="3038475" y="628650"/>
            <a:ext cx="6115050" cy="5600700"/>
          </a:xfrm>
          <a:prstGeom prst="rect">
            <a:avLst/>
          </a:prstGeom>
        </p:spPr>
      </p:pic>
    </p:spTree>
    <p:extLst>
      <p:ext uri="{BB962C8B-B14F-4D97-AF65-F5344CB8AC3E}">
        <p14:creationId xmlns:p14="http://schemas.microsoft.com/office/powerpoint/2010/main" val="364864539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CB74D2-E497-945D-97E3-EE6C77F5B1DC}"/>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F2A11F50-DEC9-CF62-1B74-46B7A19DF78F}"/>
              </a:ext>
            </a:extLst>
          </p:cNvPr>
          <p:cNvSpPr>
            <a:spLocks noGrp="1"/>
          </p:cNvSpPr>
          <p:nvPr>
            <p:ph type="sldNum" sz="quarter" idx="11"/>
          </p:nvPr>
        </p:nvSpPr>
        <p:spPr/>
        <p:txBody>
          <a:bodyPr/>
          <a:lstStyle/>
          <a:p>
            <a:pPr>
              <a:defRPr/>
            </a:pPr>
            <a:fld id="{D1AD3536-327C-4937-83AF-A64971CFA6D9}" type="slidenum">
              <a:rPr lang="en-US" smtClean="0"/>
              <a:pPr>
                <a:defRPr/>
              </a:pPr>
              <a:t>107</a:t>
            </a:fld>
            <a:endParaRPr lang="en-US"/>
          </a:p>
        </p:txBody>
      </p:sp>
      <p:sp>
        <p:nvSpPr>
          <p:cNvPr id="4" name="Footer Placeholder 3">
            <a:extLst>
              <a:ext uri="{FF2B5EF4-FFF2-40B4-BE49-F238E27FC236}">
                <a16:creationId xmlns:a16="http://schemas.microsoft.com/office/drawing/2014/main" id="{919AB5E8-19E8-B518-F095-91A75345FA63}"/>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DD565A17-32EA-E7BF-DB24-BD830538BC70}"/>
              </a:ext>
            </a:extLst>
          </p:cNvPr>
          <p:cNvPicPr>
            <a:picLocks noChangeAspect="1"/>
          </p:cNvPicPr>
          <p:nvPr/>
        </p:nvPicPr>
        <p:blipFill>
          <a:blip r:embed="rId2"/>
          <a:stretch>
            <a:fillRect/>
          </a:stretch>
        </p:blipFill>
        <p:spPr>
          <a:xfrm>
            <a:off x="3014662" y="2300287"/>
            <a:ext cx="6162675" cy="2257425"/>
          </a:xfrm>
          <a:prstGeom prst="rect">
            <a:avLst/>
          </a:prstGeom>
        </p:spPr>
      </p:pic>
    </p:spTree>
    <p:extLst>
      <p:ext uri="{BB962C8B-B14F-4D97-AF65-F5344CB8AC3E}">
        <p14:creationId xmlns:p14="http://schemas.microsoft.com/office/powerpoint/2010/main" val="413249026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9E20B8-C1E6-0B6F-99CB-5C2F8E932F0A}"/>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8C5E4063-2352-DB9E-8785-BAD05E5520AC}"/>
              </a:ext>
            </a:extLst>
          </p:cNvPr>
          <p:cNvSpPr>
            <a:spLocks noGrp="1"/>
          </p:cNvSpPr>
          <p:nvPr>
            <p:ph type="sldNum" sz="quarter" idx="11"/>
          </p:nvPr>
        </p:nvSpPr>
        <p:spPr/>
        <p:txBody>
          <a:bodyPr/>
          <a:lstStyle/>
          <a:p>
            <a:pPr>
              <a:defRPr/>
            </a:pPr>
            <a:fld id="{D1AD3536-327C-4937-83AF-A64971CFA6D9}" type="slidenum">
              <a:rPr lang="en-US" smtClean="0"/>
              <a:pPr>
                <a:defRPr/>
              </a:pPr>
              <a:t>108</a:t>
            </a:fld>
            <a:endParaRPr lang="en-US"/>
          </a:p>
        </p:txBody>
      </p:sp>
      <p:sp>
        <p:nvSpPr>
          <p:cNvPr id="4" name="Footer Placeholder 3">
            <a:extLst>
              <a:ext uri="{FF2B5EF4-FFF2-40B4-BE49-F238E27FC236}">
                <a16:creationId xmlns:a16="http://schemas.microsoft.com/office/drawing/2014/main" id="{52D9766F-F965-3363-57D7-3C0B7FEFE04E}"/>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6DB40E87-F15C-5A98-3303-215C23F4B21A}"/>
              </a:ext>
            </a:extLst>
          </p:cNvPr>
          <p:cNvPicPr>
            <a:picLocks noChangeAspect="1"/>
          </p:cNvPicPr>
          <p:nvPr/>
        </p:nvPicPr>
        <p:blipFill>
          <a:blip r:embed="rId2"/>
          <a:stretch>
            <a:fillRect/>
          </a:stretch>
        </p:blipFill>
        <p:spPr>
          <a:xfrm>
            <a:off x="2957512" y="1281112"/>
            <a:ext cx="6276975" cy="4295775"/>
          </a:xfrm>
          <a:prstGeom prst="rect">
            <a:avLst/>
          </a:prstGeom>
        </p:spPr>
      </p:pic>
    </p:spTree>
    <p:extLst>
      <p:ext uri="{BB962C8B-B14F-4D97-AF65-F5344CB8AC3E}">
        <p14:creationId xmlns:p14="http://schemas.microsoft.com/office/powerpoint/2010/main" val="356904098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931D67-5235-E6EE-A82F-46A891521F0D}"/>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10F92486-7635-9FC7-B96B-B29BABE4C8D6}"/>
              </a:ext>
            </a:extLst>
          </p:cNvPr>
          <p:cNvSpPr>
            <a:spLocks noGrp="1"/>
          </p:cNvSpPr>
          <p:nvPr>
            <p:ph type="sldNum" sz="quarter" idx="11"/>
          </p:nvPr>
        </p:nvSpPr>
        <p:spPr/>
        <p:txBody>
          <a:bodyPr/>
          <a:lstStyle/>
          <a:p>
            <a:pPr>
              <a:defRPr/>
            </a:pPr>
            <a:fld id="{D1AD3536-327C-4937-83AF-A64971CFA6D9}" type="slidenum">
              <a:rPr lang="en-US" smtClean="0"/>
              <a:pPr>
                <a:defRPr/>
              </a:pPr>
              <a:t>109</a:t>
            </a:fld>
            <a:endParaRPr lang="en-US"/>
          </a:p>
        </p:txBody>
      </p:sp>
      <p:sp>
        <p:nvSpPr>
          <p:cNvPr id="4" name="Footer Placeholder 3">
            <a:extLst>
              <a:ext uri="{FF2B5EF4-FFF2-40B4-BE49-F238E27FC236}">
                <a16:creationId xmlns:a16="http://schemas.microsoft.com/office/drawing/2014/main" id="{A7418EE3-DFFE-1956-2DBB-4E8635C9B271}"/>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54307494-C6C7-4888-F7DC-74DD770C5583}"/>
              </a:ext>
            </a:extLst>
          </p:cNvPr>
          <p:cNvPicPr>
            <a:picLocks noChangeAspect="1"/>
          </p:cNvPicPr>
          <p:nvPr/>
        </p:nvPicPr>
        <p:blipFill>
          <a:blip r:embed="rId2"/>
          <a:stretch>
            <a:fillRect/>
          </a:stretch>
        </p:blipFill>
        <p:spPr>
          <a:xfrm>
            <a:off x="2962275" y="1538287"/>
            <a:ext cx="6267450" cy="3781425"/>
          </a:xfrm>
          <a:prstGeom prst="rect">
            <a:avLst/>
          </a:prstGeom>
        </p:spPr>
      </p:pic>
    </p:spTree>
    <p:extLst>
      <p:ext uri="{BB962C8B-B14F-4D97-AF65-F5344CB8AC3E}">
        <p14:creationId xmlns:p14="http://schemas.microsoft.com/office/powerpoint/2010/main" val="303782447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EA9890-8DC8-E9F5-84EF-551715E746BF}"/>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FA067922-5BA5-2835-F434-243BF6910A42}"/>
              </a:ext>
            </a:extLst>
          </p:cNvPr>
          <p:cNvSpPr>
            <a:spLocks noGrp="1"/>
          </p:cNvSpPr>
          <p:nvPr>
            <p:ph type="sldNum" sz="quarter" idx="11"/>
          </p:nvPr>
        </p:nvSpPr>
        <p:spPr/>
        <p:txBody>
          <a:bodyPr/>
          <a:lstStyle/>
          <a:p>
            <a:pPr>
              <a:defRPr/>
            </a:pPr>
            <a:fld id="{D1AD3536-327C-4937-83AF-A64971CFA6D9}" type="slidenum">
              <a:rPr lang="en-US" smtClean="0"/>
              <a:pPr>
                <a:defRPr/>
              </a:pPr>
              <a:t>110</a:t>
            </a:fld>
            <a:endParaRPr lang="en-US"/>
          </a:p>
        </p:txBody>
      </p:sp>
      <p:sp>
        <p:nvSpPr>
          <p:cNvPr id="4" name="Footer Placeholder 3">
            <a:extLst>
              <a:ext uri="{FF2B5EF4-FFF2-40B4-BE49-F238E27FC236}">
                <a16:creationId xmlns:a16="http://schemas.microsoft.com/office/drawing/2014/main" id="{C5851A0D-19B1-7F2E-0B38-23FD20F83402}"/>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D9B0A904-817E-05E7-C536-CEA31DA4A821}"/>
              </a:ext>
            </a:extLst>
          </p:cNvPr>
          <p:cNvPicPr>
            <a:picLocks noChangeAspect="1"/>
          </p:cNvPicPr>
          <p:nvPr/>
        </p:nvPicPr>
        <p:blipFill>
          <a:blip r:embed="rId2"/>
          <a:stretch>
            <a:fillRect/>
          </a:stretch>
        </p:blipFill>
        <p:spPr>
          <a:xfrm>
            <a:off x="3005137" y="814387"/>
            <a:ext cx="6181725" cy="5229225"/>
          </a:xfrm>
          <a:prstGeom prst="rect">
            <a:avLst/>
          </a:prstGeom>
        </p:spPr>
      </p:pic>
    </p:spTree>
    <p:extLst>
      <p:ext uri="{BB962C8B-B14F-4D97-AF65-F5344CB8AC3E}">
        <p14:creationId xmlns:p14="http://schemas.microsoft.com/office/powerpoint/2010/main" val="31775797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D37082-4C17-AE9F-0FCB-484231660575}"/>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F551F89D-73C7-DAAC-C7D6-8A7D3F753A03}"/>
              </a:ext>
            </a:extLst>
          </p:cNvPr>
          <p:cNvSpPr>
            <a:spLocks noGrp="1"/>
          </p:cNvSpPr>
          <p:nvPr>
            <p:ph type="sldNum" sz="quarter" idx="11"/>
          </p:nvPr>
        </p:nvSpPr>
        <p:spPr/>
        <p:txBody>
          <a:bodyPr/>
          <a:lstStyle/>
          <a:p>
            <a:pPr>
              <a:defRPr/>
            </a:pPr>
            <a:fld id="{D1AD3536-327C-4937-83AF-A64971CFA6D9}" type="slidenum">
              <a:rPr lang="en-US" smtClean="0"/>
              <a:pPr>
                <a:defRPr/>
              </a:pPr>
              <a:t>111</a:t>
            </a:fld>
            <a:endParaRPr lang="en-US"/>
          </a:p>
        </p:txBody>
      </p:sp>
      <p:sp>
        <p:nvSpPr>
          <p:cNvPr id="4" name="Footer Placeholder 3">
            <a:extLst>
              <a:ext uri="{FF2B5EF4-FFF2-40B4-BE49-F238E27FC236}">
                <a16:creationId xmlns:a16="http://schemas.microsoft.com/office/drawing/2014/main" id="{C9EBD4E8-85B3-F33E-3DF1-3675C3AB3E39}"/>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3106F673-2B22-ABDA-5193-6772392C6EC4}"/>
              </a:ext>
            </a:extLst>
          </p:cNvPr>
          <p:cNvPicPr>
            <a:picLocks noChangeAspect="1"/>
          </p:cNvPicPr>
          <p:nvPr/>
        </p:nvPicPr>
        <p:blipFill>
          <a:blip r:embed="rId2"/>
          <a:stretch>
            <a:fillRect/>
          </a:stretch>
        </p:blipFill>
        <p:spPr>
          <a:xfrm>
            <a:off x="2986087" y="2647950"/>
            <a:ext cx="6219825" cy="1562100"/>
          </a:xfrm>
          <a:prstGeom prst="rect">
            <a:avLst/>
          </a:prstGeom>
        </p:spPr>
      </p:pic>
    </p:spTree>
    <p:extLst>
      <p:ext uri="{BB962C8B-B14F-4D97-AF65-F5344CB8AC3E}">
        <p14:creationId xmlns:p14="http://schemas.microsoft.com/office/powerpoint/2010/main" val="256805921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A91E1-E1DA-8E3E-43D0-58016245C808}"/>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B615C8B0-67E7-8E46-3A37-949E0A2AEC09}"/>
              </a:ext>
            </a:extLst>
          </p:cNvPr>
          <p:cNvSpPr>
            <a:spLocks noGrp="1"/>
          </p:cNvSpPr>
          <p:nvPr>
            <p:ph type="sldNum" sz="quarter" idx="11"/>
          </p:nvPr>
        </p:nvSpPr>
        <p:spPr/>
        <p:txBody>
          <a:bodyPr/>
          <a:lstStyle/>
          <a:p>
            <a:pPr>
              <a:defRPr/>
            </a:pPr>
            <a:fld id="{D1AD3536-327C-4937-83AF-A64971CFA6D9}" type="slidenum">
              <a:rPr lang="en-US" smtClean="0"/>
              <a:pPr>
                <a:defRPr/>
              </a:pPr>
              <a:t>112</a:t>
            </a:fld>
            <a:endParaRPr lang="en-US"/>
          </a:p>
        </p:txBody>
      </p:sp>
      <p:sp>
        <p:nvSpPr>
          <p:cNvPr id="4" name="Footer Placeholder 3">
            <a:extLst>
              <a:ext uri="{FF2B5EF4-FFF2-40B4-BE49-F238E27FC236}">
                <a16:creationId xmlns:a16="http://schemas.microsoft.com/office/drawing/2014/main" id="{22161660-FAE7-8596-57C6-3472FF738145}"/>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5970239E-0C88-90B9-D941-238D22DC6FDF}"/>
              </a:ext>
            </a:extLst>
          </p:cNvPr>
          <p:cNvPicPr>
            <a:picLocks noChangeAspect="1"/>
          </p:cNvPicPr>
          <p:nvPr/>
        </p:nvPicPr>
        <p:blipFill>
          <a:blip r:embed="rId2"/>
          <a:stretch>
            <a:fillRect/>
          </a:stretch>
        </p:blipFill>
        <p:spPr>
          <a:xfrm>
            <a:off x="3014662" y="871537"/>
            <a:ext cx="6162675" cy="5114925"/>
          </a:xfrm>
          <a:prstGeom prst="rect">
            <a:avLst/>
          </a:prstGeom>
        </p:spPr>
      </p:pic>
    </p:spTree>
    <p:extLst>
      <p:ext uri="{BB962C8B-B14F-4D97-AF65-F5344CB8AC3E}">
        <p14:creationId xmlns:p14="http://schemas.microsoft.com/office/powerpoint/2010/main" val="3672137911"/>
      </p:ext>
    </p:extLst>
  </p:cSld>
  <p:clrMapOvr>
    <a:masterClrMapping/>
  </p:clrMapOvr>
</p:sld>
</file>

<file path=ppt/theme/theme1.xml><?xml version="1.0" encoding="utf-8"?>
<a:theme xmlns:a="http://schemas.openxmlformats.org/drawingml/2006/main" name="Vicostone Templat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u thuyet trình cong ty Vicostone" id="{123813FF-2186-4307-88AB-E52DC4E764C5}" vid="{7A2E833A-1ED4-4E30-9CFE-D6481D7B3B54}"/>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3061</Words>
  <Application>Microsoft Office PowerPoint</Application>
  <PresentationFormat>Widescreen</PresentationFormat>
  <Paragraphs>504</Paragraphs>
  <Slides>112</Slides>
  <Notes>1</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112</vt:i4>
      </vt:variant>
    </vt:vector>
  </HeadingPairs>
  <TitlesOfParts>
    <vt:vector size="129" baseType="lpstr">
      <vt:lpstr>Arial</vt:lpstr>
      <vt:lpstr>Calibri</vt:lpstr>
      <vt:lpstr>Calibri Light</vt:lpstr>
      <vt:lpstr>Courier</vt:lpstr>
      <vt:lpstr>Courier New</vt:lpstr>
      <vt:lpstr>MyriadPro-Black</vt:lpstr>
      <vt:lpstr>MyriadPro-Bold</vt:lpstr>
      <vt:lpstr>MyriadPro-BoldSemiCn</vt:lpstr>
      <vt:lpstr>MyriadPro-SemiboldSemiCn</vt:lpstr>
      <vt:lpstr>MyriadPro-SemiCn</vt:lpstr>
      <vt:lpstr>MyriadPro-SemiCnIt</vt:lpstr>
      <vt:lpstr>NewCaledoniaLTStd</vt:lpstr>
      <vt:lpstr>NewCaledoniaLTStd-BoldIt</vt:lpstr>
      <vt:lpstr>NewCaledoniaLTStd-It</vt:lpstr>
      <vt:lpstr>Times New Roman</vt:lpstr>
      <vt:lpstr>Wingdings</vt:lpstr>
      <vt:lpstr>Vicostone Template</vt:lpstr>
      <vt:lpstr>Learning Objectives</vt:lpstr>
      <vt:lpstr>National Economics University Faculty of Data Science &amp; Artificial Intelligence</vt:lpstr>
      <vt:lpstr>Learning Objectives</vt:lpstr>
      <vt:lpstr>7-1 SQL Basics</vt:lpstr>
      <vt:lpstr>7-1 SQL Basics</vt:lpstr>
      <vt:lpstr>PowerPoint Presentation</vt:lpstr>
      <vt:lpstr>PowerPoint Presentation</vt:lpstr>
      <vt:lpstr>PowerPoint Presentation</vt:lpstr>
      <vt:lpstr>PowerPoint Presentation</vt:lpstr>
      <vt:lpstr>7-1a Data Types</vt:lpstr>
      <vt:lpstr>7-1b SQL Queries</vt:lpstr>
      <vt:lpstr>7-1c The Database Model</vt:lpstr>
      <vt:lpstr>PowerPoint Presentation</vt:lpstr>
      <vt:lpstr>7-2 Basic SELECT Queries</vt:lpstr>
      <vt:lpstr>PowerPoint Presentation</vt:lpstr>
      <vt:lpstr>7-3 SELECT Statement Options</vt:lpstr>
      <vt:lpstr>7-3 SELECT Statement Options</vt:lpstr>
      <vt:lpstr>PowerPoint Presentation</vt:lpstr>
      <vt:lpstr>PowerPoint Presentation</vt:lpstr>
      <vt:lpstr>7-3a Using Column Aliases</vt:lpstr>
      <vt:lpstr>PowerPoint Presentation</vt:lpstr>
      <vt:lpstr>PowerPoint Presentation</vt:lpstr>
      <vt:lpstr>7-3b Using Computed Columns</vt:lpstr>
      <vt:lpstr>PowerPoint Presentation</vt:lpstr>
      <vt:lpstr>PowerPoint Presentation</vt:lpstr>
      <vt:lpstr>7-3c Arithmetic Operators: The Rule of Precedence</vt:lpstr>
      <vt:lpstr>7-3d Date Arithmetic</vt:lpstr>
      <vt:lpstr>7-3e Listing Unique Values</vt:lpstr>
      <vt:lpstr>7-4 FROM Clause Options</vt:lpstr>
      <vt:lpstr>7-4 FROM Clause Options</vt:lpstr>
      <vt:lpstr>7-5 ORDER BY Clause Options</vt:lpstr>
      <vt:lpstr>7-5 ORDER BY Clause Options</vt:lpstr>
      <vt:lpstr>PowerPoint Presentation</vt:lpstr>
      <vt:lpstr>PowerPoint Presentation</vt:lpstr>
      <vt:lpstr>PowerPoint Presentation</vt:lpstr>
      <vt:lpstr>PowerPoint Presentation</vt:lpstr>
      <vt:lpstr>7-6 WHERE Clause Options</vt:lpstr>
      <vt:lpstr>7-6a Selecting Rows with Conditional Restrictions</vt:lpstr>
      <vt:lpstr>PowerPoint Presentation</vt:lpstr>
      <vt:lpstr>PowerPoint Presentation</vt:lpstr>
      <vt:lpstr>PowerPoint Presentation</vt:lpstr>
      <vt:lpstr>PowerPoint Presentation</vt:lpstr>
      <vt:lpstr>7-6b Using Comparison Operators on Character Attributes</vt:lpstr>
      <vt:lpstr>7-6c Using Comparison Operators on Dates</vt:lpstr>
      <vt:lpstr>7-6d Logical Operators: AND, OR, and NOT</vt:lpstr>
      <vt:lpstr>PowerPoint Presentation</vt:lpstr>
      <vt:lpstr>7-6e Special Operators</vt:lpstr>
      <vt:lpstr>The BETWEEN Special Operator</vt:lpstr>
      <vt:lpstr>PowerPoint Presentation</vt:lpstr>
      <vt:lpstr>The IN Special Operator</vt:lpstr>
      <vt:lpstr>The LIKE Special Operator</vt:lpstr>
      <vt:lpstr>PowerPoint Presentation</vt:lpstr>
      <vt:lpstr>PowerPoint Presentation</vt:lpstr>
      <vt:lpstr>The IS NULL Special Operator</vt:lpstr>
      <vt:lpstr>7-7 JOIN Operations</vt:lpstr>
      <vt:lpstr>7-7a Natural Join</vt:lpstr>
      <vt:lpstr>PowerPoint Presentation</vt:lpstr>
      <vt:lpstr>PowerPoint Presentation</vt:lpstr>
      <vt:lpstr>7-7b JOIN USING Syntax</vt:lpstr>
      <vt:lpstr>PowerPoint Presentation</vt:lpstr>
      <vt:lpstr>7-7c JOIN ON Syntax</vt:lpstr>
      <vt:lpstr>7-7d Common Attribute Names</vt:lpstr>
      <vt:lpstr>7-7e Old-Style Joins</vt:lpstr>
      <vt:lpstr>7-7f Outer Joins</vt:lpstr>
      <vt:lpstr>PowerPoint Presentation</vt:lpstr>
      <vt:lpstr>PowerPoint Presentation</vt:lpstr>
      <vt:lpstr>PowerPoint Presentation</vt:lpstr>
      <vt:lpstr>PowerPoint Presentation</vt:lpstr>
      <vt:lpstr>PowerPoint Presentation</vt:lpstr>
      <vt:lpstr>7-7g Cross Join</vt:lpstr>
      <vt:lpstr>7-7h Joining Tables with an Alias</vt:lpstr>
      <vt:lpstr>7-7i Recursive Joins</vt:lpstr>
      <vt:lpstr>PowerPoint Presentation</vt:lpstr>
      <vt:lpstr>7-8 Aggregate Processing</vt:lpstr>
      <vt:lpstr>7-8a Aggregate Functions</vt:lpstr>
      <vt:lpstr>PowerPoint Presentation</vt:lpstr>
      <vt:lpstr>PowerPoint Presentation</vt:lpstr>
      <vt:lpstr>PowerPoint Presentation</vt:lpstr>
      <vt:lpstr>PowerPoint Presentation</vt:lpstr>
      <vt:lpstr>MIN and MAX</vt:lpstr>
      <vt:lpstr>SUM and AVG</vt:lpstr>
      <vt:lpstr>PowerPoint Presentation</vt:lpstr>
      <vt:lpstr>7-8b Grouping Data</vt:lpstr>
      <vt:lpstr>PowerPoint Presentation</vt:lpstr>
      <vt:lpstr>7-8c HAVING Clause</vt:lpstr>
      <vt:lpstr>PowerPoint Presentation</vt:lpstr>
      <vt:lpstr>7-9 Subqueries</vt:lpstr>
      <vt:lpstr>7-9 Subqueries</vt:lpstr>
      <vt:lpstr>PowerPoint Presentation</vt:lpstr>
      <vt:lpstr>7-9a WHERE Subqueries</vt:lpstr>
      <vt:lpstr>7-9b IN Subqueries</vt:lpstr>
      <vt:lpstr>7-9c HAVING Subqueries</vt:lpstr>
      <vt:lpstr>7-9d Multirow Subquery Operators: ALL and ANY</vt:lpstr>
      <vt:lpstr>7-9e FROM Subqueries</vt:lpstr>
      <vt:lpstr>7-10 SQL Functions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subject/>
  <dc:creator/>
  <cp:lastModifiedBy/>
  <cp:revision>462</cp:revision>
  <dcterms:created xsi:type="dcterms:W3CDTF">2009-09-28T17:47:54Z</dcterms:created>
  <dcterms:modified xsi:type="dcterms:W3CDTF">2024-12-19T10:59:25Z</dcterms:modified>
</cp:coreProperties>
</file>