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8" r:id="rId1"/>
  </p:sldMasterIdLst>
  <p:notesMasterIdLst>
    <p:notesMasterId r:id="rId81"/>
  </p:notesMasterIdLst>
  <p:handoutMasterIdLst>
    <p:handoutMasterId r:id="rId82"/>
  </p:handoutMasterIdLst>
  <p:sldIdLst>
    <p:sldId id="412" r:id="rId2"/>
    <p:sldId id="333" r:id="rId3"/>
    <p:sldId id="337" r:id="rId4"/>
    <p:sldId id="338" r:id="rId5"/>
    <p:sldId id="339" r:id="rId6"/>
    <p:sldId id="340" r:id="rId7"/>
    <p:sldId id="341" r:id="rId8"/>
    <p:sldId id="342" r:id="rId9"/>
    <p:sldId id="343" r:id="rId10"/>
    <p:sldId id="344" r:id="rId11"/>
    <p:sldId id="345" r:id="rId12"/>
    <p:sldId id="346" r:id="rId13"/>
    <p:sldId id="347" r:id="rId14"/>
    <p:sldId id="348" r:id="rId15"/>
    <p:sldId id="349" r:id="rId16"/>
    <p:sldId id="350" r:id="rId17"/>
    <p:sldId id="351" r:id="rId18"/>
    <p:sldId id="352" r:id="rId19"/>
    <p:sldId id="353" r:id="rId20"/>
    <p:sldId id="354" r:id="rId21"/>
    <p:sldId id="355" r:id="rId22"/>
    <p:sldId id="356" r:id="rId23"/>
    <p:sldId id="357" r:id="rId24"/>
    <p:sldId id="358" r:id="rId25"/>
    <p:sldId id="359" r:id="rId26"/>
    <p:sldId id="360" r:id="rId27"/>
    <p:sldId id="361" r:id="rId28"/>
    <p:sldId id="362" r:id="rId29"/>
    <p:sldId id="363" r:id="rId30"/>
    <p:sldId id="364" r:id="rId31"/>
    <p:sldId id="365" r:id="rId32"/>
    <p:sldId id="366" r:id="rId33"/>
    <p:sldId id="367" r:id="rId34"/>
    <p:sldId id="368" r:id="rId35"/>
    <p:sldId id="369" r:id="rId36"/>
    <p:sldId id="370" r:id="rId37"/>
    <p:sldId id="371" r:id="rId38"/>
    <p:sldId id="372" r:id="rId39"/>
    <p:sldId id="373" r:id="rId40"/>
    <p:sldId id="374" r:id="rId41"/>
    <p:sldId id="375" r:id="rId42"/>
    <p:sldId id="376" r:id="rId43"/>
    <p:sldId id="377" r:id="rId44"/>
    <p:sldId id="378" r:id="rId45"/>
    <p:sldId id="379" r:id="rId46"/>
    <p:sldId id="380" r:id="rId47"/>
    <p:sldId id="381" r:id="rId48"/>
    <p:sldId id="382" r:id="rId49"/>
    <p:sldId id="383" r:id="rId50"/>
    <p:sldId id="384" r:id="rId51"/>
    <p:sldId id="385" r:id="rId52"/>
    <p:sldId id="386" r:id="rId53"/>
    <p:sldId id="387" r:id="rId54"/>
    <p:sldId id="388" r:id="rId55"/>
    <p:sldId id="389" r:id="rId56"/>
    <p:sldId id="390" r:id="rId57"/>
    <p:sldId id="391" r:id="rId58"/>
    <p:sldId id="392" r:id="rId59"/>
    <p:sldId id="393" r:id="rId60"/>
    <p:sldId id="394" r:id="rId61"/>
    <p:sldId id="395" r:id="rId62"/>
    <p:sldId id="396" r:id="rId63"/>
    <p:sldId id="397" r:id="rId64"/>
    <p:sldId id="398" r:id="rId65"/>
    <p:sldId id="399" r:id="rId66"/>
    <p:sldId id="400" r:id="rId67"/>
    <p:sldId id="401" r:id="rId68"/>
    <p:sldId id="402" r:id="rId69"/>
    <p:sldId id="403" r:id="rId70"/>
    <p:sldId id="404" r:id="rId71"/>
    <p:sldId id="405" r:id="rId72"/>
    <p:sldId id="406" r:id="rId73"/>
    <p:sldId id="407" r:id="rId74"/>
    <p:sldId id="408" r:id="rId75"/>
    <p:sldId id="409" r:id="rId76"/>
    <p:sldId id="410" r:id="rId77"/>
    <p:sldId id="411" r:id="rId78"/>
    <p:sldId id="335" r:id="rId79"/>
    <p:sldId id="336" r:id="rId80"/>
  </p:sldIdLst>
  <p:sldSz cx="9144000" cy="6858000" type="screen4x3"/>
  <p:notesSz cx="6858000" cy="9144000"/>
  <p:custDataLst>
    <p:tags r:id="rId83"/>
  </p:custDataLst>
  <p:defaultTextStyle>
    <a:defPPr>
      <a:defRPr lang="en-US"/>
    </a:defPPr>
    <a:lvl1pPr algn="l" rtl="0" fontAlgn="base">
      <a:spcBef>
        <a:spcPct val="0"/>
      </a:spcBef>
      <a:spcAft>
        <a:spcPct val="0"/>
      </a:spcAft>
      <a:defRPr sz="2200" kern="1200">
        <a:solidFill>
          <a:schemeClr val="tx1"/>
        </a:solidFill>
        <a:latin typeface="Times New Roman" pitchFamily="18" charset="0"/>
        <a:ea typeface="+mn-ea"/>
        <a:cs typeface="+mn-cs"/>
      </a:defRPr>
    </a:lvl1pPr>
    <a:lvl2pPr marL="457200" algn="l" rtl="0" fontAlgn="base">
      <a:spcBef>
        <a:spcPct val="0"/>
      </a:spcBef>
      <a:spcAft>
        <a:spcPct val="0"/>
      </a:spcAft>
      <a:defRPr sz="2200" kern="1200">
        <a:solidFill>
          <a:schemeClr val="tx1"/>
        </a:solidFill>
        <a:latin typeface="Times New Roman" pitchFamily="18" charset="0"/>
        <a:ea typeface="+mn-ea"/>
        <a:cs typeface="+mn-cs"/>
      </a:defRPr>
    </a:lvl2pPr>
    <a:lvl3pPr marL="914400" algn="l" rtl="0" fontAlgn="base">
      <a:spcBef>
        <a:spcPct val="0"/>
      </a:spcBef>
      <a:spcAft>
        <a:spcPct val="0"/>
      </a:spcAft>
      <a:defRPr sz="2200" kern="1200">
        <a:solidFill>
          <a:schemeClr val="tx1"/>
        </a:solidFill>
        <a:latin typeface="Times New Roman" pitchFamily="18" charset="0"/>
        <a:ea typeface="+mn-ea"/>
        <a:cs typeface="+mn-cs"/>
      </a:defRPr>
    </a:lvl3pPr>
    <a:lvl4pPr marL="1371600" algn="l" rtl="0" fontAlgn="base">
      <a:spcBef>
        <a:spcPct val="0"/>
      </a:spcBef>
      <a:spcAft>
        <a:spcPct val="0"/>
      </a:spcAft>
      <a:defRPr sz="2200" kern="1200">
        <a:solidFill>
          <a:schemeClr val="tx1"/>
        </a:solidFill>
        <a:latin typeface="Times New Roman" pitchFamily="18" charset="0"/>
        <a:ea typeface="+mn-ea"/>
        <a:cs typeface="+mn-cs"/>
      </a:defRPr>
    </a:lvl4pPr>
    <a:lvl5pPr marL="1828800" algn="l" rtl="0" fontAlgn="base">
      <a:spcBef>
        <a:spcPct val="0"/>
      </a:spcBef>
      <a:spcAft>
        <a:spcPct val="0"/>
      </a:spcAft>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chwalbe" initials="ks" lastIdx="2" clrIdx="0"/>
  <p:cmAuthor id="1" name="Rafael Ignacio Bonilla Armijos" initials="RIBA" lastIdx="2" clrIdx="1"/>
  <p:cmAuthor id="2" name="Stulga, Michele L" initials="SML" lastIdx="19" clrIdx="2"/>
  <p:cmAuthor id="3" name="Marianne Freeman" initials="MF" lastIdx="2" clrIdx="3">
    <p:extLst>
      <p:ext uri="{19B8F6BF-5375-455C-9EA6-DF929625EA0E}">
        <p15:presenceInfo xmlns:p15="http://schemas.microsoft.com/office/powerpoint/2012/main" userId="1199072752_tp_dropbox" providerId="Windows Live"/>
      </p:ext>
    </p:extLst>
  </p:cmAuthor>
  <p:cmAuthor id="4" name="Julie Tomsho" initials="JRT" lastIdx="2" clrIdx="4">
    <p:extLst>
      <p:ext uri="{19B8F6BF-5375-455C-9EA6-DF929625EA0E}">
        <p15:presenceInfo xmlns:p15="http://schemas.microsoft.com/office/powerpoint/2012/main" userId="Julie Tomsh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FF7"/>
    <a:srgbClr val="CBDDEF"/>
    <a:srgbClr val="C00000"/>
    <a:srgbClr val="8A3800"/>
    <a:srgbClr val="006800"/>
    <a:srgbClr val="8A0500"/>
    <a:srgbClr val="5B53FF"/>
    <a:srgbClr val="666699"/>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5024" autoAdjust="0"/>
    <p:restoredTop sz="96408" autoAdjust="0"/>
  </p:normalViewPr>
  <p:slideViewPr>
    <p:cSldViewPr>
      <p:cViewPr varScale="1">
        <p:scale>
          <a:sx n="83" d="100"/>
          <a:sy n="83" d="100"/>
        </p:scale>
        <p:origin x="1478" y="67"/>
      </p:cViewPr>
      <p:guideLst>
        <p:guide orient="horz" pos="2160"/>
        <p:guide pos="2880"/>
      </p:guideLst>
    </p:cSldViewPr>
  </p:slideViewPr>
  <p:outlineViewPr>
    <p:cViewPr>
      <p:scale>
        <a:sx n="50" d="100"/>
        <a:sy n="50" d="100"/>
      </p:scale>
      <p:origin x="0" y="-138672"/>
    </p:cViewPr>
  </p:outlineViewPr>
  <p:notesTextViewPr>
    <p:cViewPr>
      <p:scale>
        <a:sx n="100" d="100"/>
        <a:sy n="100" d="100"/>
      </p:scale>
      <p:origin x="0" y="0"/>
    </p:cViewPr>
  </p:notesTextViewPr>
  <p:sorterViewPr>
    <p:cViewPr>
      <p:scale>
        <a:sx n="66" d="100"/>
        <a:sy n="66" d="100"/>
      </p:scale>
      <p:origin x="0" y="-3945"/>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commentAuthors" Target="commentAuthors.xml"/><Relationship Id="rId89" Type="http://schemas.microsoft.com/office/2016/11/relationships/changesInfo" Target="changesInfos/changesInfo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gs" Target="tags/tag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handoutMaster" Target="handoutMasters/handoutMaster1.xml"/><Relationship Id="rId19"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nne Freeman" userId="1199072752_tp_dropbox" providerId="OAuth2" clId="{DD108009-3A17-F945-AE10-5C179473AF08}"/>
    <pc:docChg chg="undo custSel modSld">
      <pc:chgData name="Marianne Freeman" userId="1199072752_tp_dropbox" providerId="OAuth2" clId="{DD108009-3A17-F945-AE10-5C179473AF08}" dt="2018-09-28T02:59:53.091" v="378" actId="20577"/>
      <pc:docMkLst>
        <pc:docMk/>
      </pc:docMkLst>
      <pc:sldChg chg="addSp modSp addCm modCm">
        <pc:chgData name="Marianne Freeman" userId="1199072752_tp_dropbox" providerId="OAuth2" clId="{DD108009-3A17-F945-AE10-5C179473AF08}" dt="2018-09-28T00:43:18.893" v="3"/>
        <pc:sldMkLst>
          <pc:docMk/>
          <pc:sldMk cId="0" sldId="257"/>
        </pc:sldMkLst>
        <pc:spChg chg="mod">
          <ac:chgData name="Marianne Freeman" userId="1199072752_tp_dropbox" providerId="OAuth2" clId="{DD108009-3A17-F945-AE10-5C179473AF08}" dt="2018-09-28T00:43:13.521" v="2" actId="20577"/>
          <ac:spMkLst>
            <pc:docMk/>
            <pc:sldMk cId="0" sldId="257"/>
            <ac:spMk id="4" creationId="{2B7206C4-20D6-1E4B-A9BF-F06AB8FA9727}"/>
          </ac:spMkLst>
        </pc:spChg>
        <pc:inkChg chg="add">
          <ac:chgData name="Marianne Freeman" userId="1199072752_tp_dropbox" providerId="OAuth2" clId="{DD108009-3A17-F945-AE10-5C179473AF08}" dt="2018-09-28T00:43:18.893" v="3"/>
          <ac:inkMkLst>
            <pc:docMk/>
            <pc:sldMk cId="0" sldId="257"/>
            <ac:inkMk id="3" creationId="{869125AA-CCAF-DF4C-94E9-4EF94D93DA29}"/>
          </ac:inkMkLst>
        </pc:inkChg>
      </pc:sldChg>
      <pc:sldChg chg="addSp modSp">
        <pc:chgData name="Marianne Freeman" userId="1199072752_tp_dropbox" providerId="OAuth2" clId="{DD108009-3A17-F945-AE10-5C179473AF08}" dt="2018-09-28T02:59:12.381" v="365"/>
        <pc:sldMkLst>
          <pc:docMk/>
          <pc:sldMk cId="3458693513" sldId="335"/>
        </pc:sldMkLst>
        <pc:spChg chg="mod">
          <ac:chgData name="Marianne Freeman" userId="1199072752_tp_dropbox" providerId="OAuth2" clId="{DD108009-3A17-F945-AE10-5C179473AF08}" dt="2018-09-28T02:59:07.187" v="363" actId="20577"/>
          <ac:spMkLst>
            <pc:docMk/>
            <pc:sldMk cId="3458693513" sldId="335"/>
            <ac:spMk id="3" creationId="{00000000-0000-0000-0000-000000000000}"/>
          </ac:spMkLst>
        </pc:spChg>
        <pc:inkChg chg="add">
          <ac:chgData name="Marianne Freeman" userId="1199072752_tp_dropbox" providerId="OAuth2" clId="{DD108009-3A17-F945-AE10-5C179473AF08}" dt="2018-09-28T02:59:11.514" v="364"/>
          <ac:inkMkLst>
            <pc:docMk/>
            <pc:sldMk cId="3458693513" sldId="335"/>
            <ac:inkMk id="5" creationId="{A528CD4B-4314-404B-B194-826128452D63}"/>
          </ac:inkMkLst>
        </pc:inkChg>
        <pc:inkChg chg="add">
          <ac:chgData name="Marianne Freeman" userId="1199072752_tp_dropbox" providerId="OAuth2" clId="{DD108009-3A17-F945-AE10-5C179473AF08}" dt="2018-09-28T02:59:12.381" v="365"/>
          <ac:inkMkLst>
            <pc:docMk/>
            <pc:sldMk cId="3458693513" sldId="335"/>
            <ac:inkMk id="6" creationId="{43F45314-00CD-A243-8BDC-10967A1183E2}"/>
          </ac:inkMkLst>
        </pc:inkChg>
      </pc:sldChg>
      <pc:sldChg chg="addSp modSp">
        <pc:chgData name="Marianne Freeman" userId="1199072752_tp_dropbox" providerId="OAuth2" clId="{DD108009-3A17-F945-AE10-5C179473AF08}" dt="2018-09-28T02:59:53.091" v="378" actId="20577"/>
        <pc:sldMkLst>
          <pc:docMk/>
          <pc:sldMk cId="1421201180" sldId="336"/>
        </pc:sldMkLst>
        <pc:spChg chg="mod">
          <ac:chgData name="Marianne Freeman" userId="1199072752_tp_dropbox" providerId="OAuth2" clId="{DD108009-3A17-F945-AE10-5C179473AF08}" dt="2018-09-28T02:59:53.091" v="378" actId="20577"/>
          <ac:spMkLst>
            <pc:docMk/>
            <pc:sldMk cId="1421201180" sldId="336"/>
            <ac:spMk id="3" creationId="{00000000-0000-0000-0000-000000000000}"/>
          </ac:spMkLst>
        </pc:spChg>
        <pc:inkChg chg="add">
          <ac:chgData name="Marianne Freeman" userId="1199072752_tp_dropbox" providerId="OAuth2" clId="{DD108009-3A17-F945-AE10-5C179473AF08}" dt="2018-09-28T02:59:40.897" v="366"/>
          <ac:inkMkLst>
            <pc:docMk/>
            <pc:sldMk cId="1421201180" sldId="336"/>
            <ac:inkMk id="5" creationId="{5C183123-7012-4145-B7EB-C16274F6B242}"/>
          </ac:inkMkLst>
        </pc:inkChg>
        <pc:inkChg chg="add">
          <ac:chgData name="Marianne Freeman" userId="1199072752_tp_dropbox" providerId="OAuth2" clId="{DD108009-3A17-F945-AE10-5C179473AF08}" dt="2018-09-28T02:59:42.023" v="367"/>
          <ac:inkMkLst>
            <pc:docMk/>
            <pc:sldMk cId="1421201180" sldId="336"/>
            <ac:inkMk id="6" creationId="{EE22BDA4-1B8E-2846-BB1B-B06BD89D21E1}"/>
          </ac:inkMkLst>
        </pc:inkChg>
      </pc:sldChg>
      <pc:sldChg chg="addSp delSp modSp">
        <pc:chgData name="Marianne Freeman" userId="1199072752_tp_dropbox" providerId="OAuth2" clId="{DD108009-3A17-F945-AE10-5C179473AF08}" dt="2018-09-28T00:44:19.471" v="11"/>
        <pc:sldMkLst>
          <pc:docMk/>
          <pc:sldMk cId="32678165" sldId="337"/>
        </pc:sldMkLst>
        <pc:spChg chg="mod">
          <ac:chgData name="Marianne Freeman" userId="1199072752_tp_dropbox" providerId="OAuth2" clId="{DD108009-3A17-F945-AE10-5C179473AF08}" dt="2018-09-28T00:44:14.315" v="9" actId="20577"/>
          <ac:spMkLst>
            <pc:docMk/>
            <pc:sldMk cId="32678165" sldId="337"/>
            <ac:spMk id="3" creationId="{00000000-0000-0000-0000-000000000000}"/>
          </ac:spMkLst>
        </pc:spChg>
        <pc:inkChg chg="add del">
          <ac:chgData name="Marianne Freeman" userId="1199072752_tp_dropbox" providerId="OAuth2" clId="{DD108009-3A17-F945-AE10-5C179473AF08}" dt="2018-09-28T00:44:02.552" v="7"/>
          <ac:inkMkLst>
            <pc:docMk/>
            <pc:sldMk cId="32678165" sldId="337"/>
            <ac:inkMk id="5" creationId="{1177F12A-4F98-D84C-B514-06AC0C643AE3}"/>
          </ac:inkMkLst>
        </pc:inkChg>
        <pc:inkChg chg="add del">
          <ac:chgData name="Marianne Freeman" userId="1199072752_tp_dropbox" providerId="OAuth2" clId="{DD108009-3A17-F945-AE10-5C179473AF08}" dt="2018-09-28T00:44:01.154" v="6"/>
          <ac:inkMkLst>
            <pc:docMk/>
            <pc:sldMk cId="32678165" sldId="337"/>
            <ac:inkMk id="6" creationId="{573504B6-F552-C142-B96B-D67F11706E61}"/>
          </ac:inkMkLst>
        </pc:inkChg>
        <pc:inkChg chg="add">
          <ac:chgData name="Marianne Freeman" userId="1199072752_tp_dropbox" providerId="OAuth2" clId="{DD108009-3A17-F945-AE10-5C179473AF08}" dt="2018-09-28T00:44:18.739" v="10"/>
          <ac:inkMkLst>
            <pc:docMk/>
            <pc:sldMk cId="32678165" sldId="337"/>
            <ac:inkMk id="7" creationId="{F0963966-E8EF-DD4D-B582-80530C8520A6}"/>
          </ac:inkMkLst>
        </pc:inkChg>
        <pc:inkChg chg="add">
          <ac:chgData name="Marianne Freeman" userId="1199072752_tp_dropbox" providerId="OAuth2" clId="{DD108009-3A17-F945-AE10-5C179473AF08}" dt="2018-09-28T00:44:19.471" v="11"/>
          <ac:inkMkLst>
            <pc:docMk/>
            <pc:sldMk cId="32678165" sldId="337"/>
            <ac:inkMk id="8" creationId="{E54A59A5-85CB-644A-8187-3FB538CF7E8F}"/>
          </ac:inkMkLst>
        </pc:inkChg>
      </pc:sldChg>
      <pc:sldChg chg="addSp delSp modSp addCm modCm">
        <pc:chgData name="Marianne Freeman" userId="1199072752_tp_dropbox" providerId="OAuth2" clId="{DD108009-3A17-F945-AE10-5C179473AF08}" dt="2018-09-28T00:51:19.375" v="69"/>
        <pc:sldMkLst>
          <pc:docMk/>
          <pc:sldMk cId="516791644" sldId="339"/>
        </pc:sldMkLst>
        <pc:graphicFrameChg chg="mod modGraphic">
          <ac:chgData name="Marianne Freeman" userId="1199072752_tp_dropbox" providerId="OAuth2" clId="{DD108009-3A17-F945-AE10-5C179473AF08}" dt="2018-09-28T00:49:50.776" v="59" actId="20577"/>
          <ac:graphicFrameMkLst>
            <pc:docMk/>
            <pc:sldMk cId="516791644" sldId="339"/>
            <ac:graphicFrameMk id="5" creationId="{00000000-0000-0000-0000-000000000000}"/>
          </ac:graphicFrameMkLst>
        </pc:graphicFrameChg>
        <pc:inkChg chg="add del">
          <ac:chgData name="Marianne Freeman" userId="1199072752_tp_dropbox" providerId="OAuth2" clId="{DD108009-3A17-F945-AE10-5C179473AF08}" dt="2018-09-28T00:45:49.668" v="27" actId="478"/>
          <ac:inkMkLst>
            <pc:docMk/>
            <pc:sldMk cId="516791644" sldId="339"/>
            <ac:inkMk id="6" creationId="{4B19AE4F-2238-4245-BDF1-5EBE965BEF25}"/>
          </ac:inkMkLst>
        </pc:inkChg>
        <pc:inkChg chg="add">
          <ac:chgData name="Marianne Freeman" userId="1199072752_tp_dropbox" providerId="OAuth2" clId="{DD108009-3A17-F945-AE10-5C179473AF08}" dt="2018-09-28T00:45:54.582" v="28"/>
          <ac:inkMkLst>
            <pc:docMk/>
            <pc:sldMk cId="516791644" sldId="339"/>
            <ac:inkMk id="7" creationId="{39D7412B-BD5D-8F40-AC77-4FBD9255E1B0}"/>
          </ac:inkMkLst>
        </pc:inkChg>
        <pc:inkChg chg="add">
          <ac:chgData name="Marianne Freeman" userId="1199072752_tp_dropbox" providerId="OAuth2" clId="{DD108009-3A17-F945-AE10-5C179473AF08}" dt="2018-09-28T00:45:56.131" v="29"/>
          <ac:inkMkLst>
            <pc:docMk/>
            <pc:sldMk cId="516791644" sldId="339"/>
            <ac:inkMk id="8" creationId="{E3AC02EC-0A1C-E24C-8FA6-E752C79E8EA4}"/>
          </ac:inkMkLst>
        </pc:inkChg>
        <pc:inkChg chg="add">
          <ac:chgData name="Marianne Freeman" userId="1199072752_tp_dropbox" providerId="OAuth2" clId="{DD108009-3A17-F945-AE10-5C179473AF08}" dt="2018-09-28T00:49:58.589" v="60"/>
          <ac:inkMkLst>
            <pc:docMk/>
            <pc:sldMk cId="516791644" sldId="339"/>
            <ac:inkMk id="9" creationId="{6E63996E-ED4B-704E-A6DF-FB96BE2E7982}"/>
          </ac:inkMkLst>
        </pc:inkChg>
        <pc:inkChg chg="add">
          <ac:chgData name="Marianne Freeman" userId="1199072752_tp_dropbox" providerId="OAuth2" clId="{DD108009-3A17-F945-AE10-5C179473AF08}" dt="2018-09-28T00:50:00.316" v="61"/>
          <ac:inkMkLst>
            <pc:docMk/>
            <pc:sldMk cId="516791644" sldId="339"/>
            <ac:inkMk id="10" creationId="{71313061-F17C-3144-85D8-17AF943D989C}"/>
          </ac:inkMkLst>
        </pc:inkChg>
        <pc:inkChg chg="add">
          <ac:chgData name="Marianne Freeman" userId="1199072752_tp_dropbox" providerId="OAuth2" clId="{DD108009-3A17-F945-AE10-5C179473AF08}" dt="2018-09-28T00:50:01.199" v="62"/>
          <ac:inkMkLst>
            <pc:docMk/>
            <pc:sldMk cId="516791644" sldId="339"/>
            <ac:inkMk id="11" creationId="{C17BD6D5-FD94-0041-94C8-72396C770ABB}"/>
          </ac:inkMkLst>
        </pc:inkChg>
        <pc:inkChg chg="add">
          <ac:chgData name="Marianne Freeman" userId="1199072752_tp_dropbox" providerId="OAuth2" clId="{DD108009-3A17-F945-AE10-5C179473AF08}" dt="2018-09-28T00:50:02.050" v="63"/>
          <ac:inkMkLst>
            <pc:docMk/>
            <pc:sldMk cId="516791644" sldId="339"/>
            <ac:inkMk id="12" creationId="{53272355-E426-6C4A-854F-3384FEE932A1}"/>
          </ac:inkMkLst>
        </pc:inkChg>
      </pc:sldChg>
      <pc:sldChg chg="addSp delSp modSp">
        <pc:chgData name="Marianne Freeman" userId="1199072752_tp_dropbox" providerId="OAuth2" clId="{DD108009-3A17-F945-AE10-5C179473AF08}" dt="2018-09-28T00:46:43.515" v="44"/>
        <pc:sldMkLst>
          <pc:docMk/>
          <pc:sldMk cId="4030306516" sldId="340"/>
        </pc:sldMkLst>
        <pc:spChg chg="mod">
          <ac:chgData name="Marianne Freeman" userId="1199072752_tp_dropbox" providerId="OAuth2" clId="{DD108009-3A17-F945-AE10-5C179473AF08}" dt="2018-09-28T00:46:38.252" v="41" actId="20577"/>
          <ac:spMkLst>
            <pc:docMk/>
            <pc:sldMk cId="4030306516" sldId="340"/>
            <ac:spMk id="3" creationId="{00000000-0000-0000-0000-000000000000}"/>
          </ac:spMkLst>
        </pc:spChg>
        <pc:inkChg chg="add del">
          <ac:chgData name="Marianne Freeman" userId="1199072752_tp_dropbox" providerId="OAuth2" clId="{DD108009-3A17-F945-AE10-5C179473AF08}" dt="2018-09-28T00:46:23.144" v="31"/>
          <ac:inkMkLst>
            <pc:docMk/>
            <pc:sldMk cId="4030306516" sldId="340"/>
            <ac:inkMk id="5" creationId="{9E741689-71A9-5F42-AFC8-D1A902E2C796}"/>
          </ac:inkMkLst>
        </pc:inkChg>
        <pc:inkChg chg="add">
          <ac:chgData name="Marianne Freeman" userId="1199072752_tp_dropbox" providerId="OAuth2" clId="{DD108009-3A17-F945-AE10-5C179473AF08}" dt="2018-09-28T00:46:24.515" v="32"/>
          <ac:inkMkLst>
            <pc:docMk/>
            <pc:sldMk cId="4030306516" sldId="340"/>
            <ac:inkMk id="6" creationId="{37FB20ED-335A-D040-A557-21E0797980AC}"/>
          </ac:inkMkLst>
        </pc:inkChg>
        <pc:inkChg chg="add">
          <ac:chgData name="Marianne Freeman" userId="1199072752_tp_dropbox" providerId="OAuth2" clId="{DD108009-3A17-F945-AE10-5C179473AF08}" dt="2018-09-28T00:46:41.781" v="42"/>
          <ac:inkMkLst>
            <pc:docMk/>
            <pc:sldMk cId="4030306516" sldId="340"/>
            <ac:inkMk id="7" creationId="{E9E765D2-FFA2-6E48-B0DB-67B397E54123}"/>
          </ac:inkMkLst>
        </pc:inkChg>
        <pc:inkChg chg="add">
          <ac:chgData name="Marianne Freeman" userId="1199072752_tp_dropbox" providerId="OAuth2" clId="{DD108009-3A17-F945-AE10-5C179473AF08}" dt="2018-09-28T00:46:42.923" v="43"/>
          <ac:inkMkLst>
            <pc:docMk/>
            <pc:sldMk cId="4030306516" sldId="340"/>
            <ac:inkMk id="8" creationId="{58A879DF-4EC4-1B4D-9B46-EA26D7CDAB4D}"/>
          </ac:inkMkLst>
        </pc:inkChg>
        <pc:inkChg chg="add">
          <ac:chgData name="Marianne Freeman" userId="1199072752_tp_dropbox" providerId="OAuth2" clId="{DD108009-3A17-F945-AE10-5C179473AF08}" dt="2018-09-28T00:46:43.515" v="44"/>
          <ac:inkMkLst>
            <pc:docMk/>
            <pc:sldMk cId="4030306516" sldId="340"/>
            <ac:inkMk id="9" creationId="{8CE60FD3-BED3-8D4A-88D8-BF8FD4D15211}"/>
          </ac:inkMkLst>
        </pc:inkChg>
      </pc:sldChg>
      <pc:sldChg chg="addSp modSp">
        <pc:chgData name="Marianne Freeman" userId="1199072752_tp_dropbox" providerId="OAuth2" clId="{DD108009-3A17-F945-AE10-5C179473AF08}" dt="2018-09-28T00:48:09.723" v="53" actId="20577"/>
        <pc:sldMkLst>
          <pc:docMk/>
          <pc:sldMk cId="1802981649" sldId="341"/>
        </pc:sldMkLst>
        <pc:spChg chg="mod">
          <ac:chgData name="Marianne Freeman" userId="1199072752_tp_dropbox" providerId="OAuth2" clId="{DD108009-3A17-F945-AE10-5C179473AF08}" dt="2018-09-28T00:48:09.723" v="53" actId="20577"/>
          <ac:spMkLst>
            <pc:docMk/>
            <pc:sldMk cId="1802981649" sldId="341"/>
            <ac:spMk id="3" creationId="{00000000-0000-0000-0000-000000000000}"/>
          </ac:spMkLst>
        </pc:spChg>
        <pc:inkChg chg="add">
          <ac:chgData name="Marianne Freeman" userId="1199072752_tp_dropbox" providerId="OAuth2" clId="{DD108009-3A17-F945-AE10-5C179473AF08}" dt="2018-09-28T00:47:02.517" v="45"/>
          <ac:inkMkLst>
            <pc:docMk/>
            <pc:sldMk cId="1802981649" sldId="341"/>
            <ac:inkMk id="5" creationId="{47171A2F-B1A3-1E41-AB27-60C3A7284A24}"/>
          </ac:inkMkLst>
        </pc:inkChg>
        <pc:inkChg chg="add">
          <ac:chgData name="Marianne Freeman" userId="1199072752_tp_dropbox" providerId="OAuth2" clId="{DD108009-3A17-F945-AE10-5C179473AF08}" dt="2018-09-28T00:47:22.273" v="49"/>
          <ac:inkMkLst>
            <pc:docMk/>
            <pc:sldMk cId="1802981649" sldId="341"/>
            <ac:inkMk id="6" creationId="{326C19ED-2ABE-9542-99F6-D398E229A8EE}"/>
          </ac:inkMkLst>
        </pc:inkChg>
        <pc:inkChg chg="add">
          <ac:chgData name="Marianne Freeman" userId="1199072752_tp_dropbox" providerId="OAuth2" clId="{DD108009-3A17-F945-AE10-5C179473AF08}" dt="2018-09-28T00:47:52.520" v="50"/>
          <ac:inkMkLst>
            <pc:docMk/>
            <pc:sldMk cId="1802981649" sldId="341"/>
            <ac:inkMk id="7" creationId="{8039E143-C8D3-5341-A20F-438660F46E9B}"/>
          </ac:inkMkLst>
        </pc:inkChg>
        <pc:inkChg chg="add">
          <ac:chgData name="Marianne Freeman" userId="1199072752_tp_dropbox" providerId="OAuth2" clId="{DD108009-3A17-F945-AE10-5C179473AF08}" dt="2018-09-28T00:47:54.217" v="51"/>
          <ac:inkMkLst>
            <pc:docMk/>
            <pc:sldMk cId="1802981649" sldId="341"/>
            <ac:inkMk id="8" creationId="{57833638-FC06-324D-A141-668EE9D77D9D}"/>
          </ac:inkMkLst>
        </pc:inkChg>
      </pc:sldChg>
      <pc:sldChg chg="addSp delSp">
        <pc:chgData name="Marianne Freeman" userId="1199072752_tp_dropbox" providerId="OAuth2" clId="{DD108009-3A17-F945-AE10-5C179473AF08}" dt="2018-09-28T00:50:30.314" v="67"/>
        <pc:sldMkLst>
          <pc:docMk/>
          <pc:sldMk cId="3031028219" sldId="342"/>
        </pc:sldMkLst>
        <pc:inkChg chg="add del">
          <ac:chgData name="Marianne Freeman" userId="1199072752_tp_dropbox" providerId="OAuth2" clId="{DD108009-3A17-F945-AE10-5C179473AF08}" dt="2018-09-28T00:50:26.954" v="65"/>
          <ac:inkMkLst>
            <pc:docMk/>
            <pc:sldMk cId="3031028219" sldId="342"/>
            <ac:inkMk id="6" creationId="{A68019B2-00DF-474F-AEEB-9CD75F981399}"/>
          </ac:inkMkLst>
        </pc:inkChg>
        <pc:inkChg chg="add del">
          <ac:chgData name="Marianne Freeman" userId="1199072752_tp_dropbox" providerId="OAuth2" clId="{DD108009-3A17-F945-AE10-5C179473AF08}" dt="2018-09-28T00:50:30.314" v="67"/>
          <ac:inkMkLst>
            <pc:docMk/>
            <pc:sldMk cId="3031028219" sldId="342"/>
            <ac:inkMk id="7" creationId="{8E3C8CBA-BC06-0946-9D03-0DC2EF9A2A93}"/>
          </ac:inkMkLst>
        </pc:inkChg>
      </pc:sldChg>
      <pc:sldChg chg="modSp">
        <pc:chgData name="Marianne Freeman" userId="1199072752_tp_dropbox" providerId="OAuth2" clId="{DD108009-3A17-F945-AE10-5C179473AF08}" dt="2018-09-28T00:52:14.578" v="75" actId="20577"/>
        <pc:sldMkLst>
          <pc:docMk/>
          <pc:sldMk cId="3774409934" sldId="344"/>
        </pc:sldMkLst>
        <pc:graphicFrameChg chg="modGraphic">
          <ac:chgData name="Marianne Freeman" userId="1199072752_tp_dropbox" providerId="OAuth2" clId="{DD108009-3A17-F945-AE10-5C179473AF08}" dt="2018-09-28T00:52:14.578" v="75" actId="20577"/>
          <ac:graphicFrameMkLst>
            <pc:docMk/>
            <pc:sldMk cId="3774409934" sldId="344"/>
            <ac:graphicFrameMk id="5" creationId="{00000000-0000-0000-0000-000000000000}"/>
          </ac:graphicFrameMkLst>
        </pc:graphicFrameChg>
      </pc:sldChg>
      <pc:sldChg chg="addSp modSp">
        <pc:chgData name="Marianne Freeman" userId="1199072752_tp_dropbox" providerId="OAuth2" clId="{DD108009-3A17-F945-AE10-5C179473AF08}" dt="2018-09-28T02:10:13.624" v="77"/>
        <pc:sldMkLst>
          <pc:docMk/>
          <pc:sldMk cId="3443588508" sldId="345"/>
        </pc:sldMkLst>
        <pc:spChg chg="mod">
          <ac:chgData name="Marianne Freeman" userId="1199072752_tp_dropbox" providerId="OAuth2" clId="{DD108009-3A17-F945-AE10-5C179473AF08}" dt="2018-09-28T02:10:05.570" v="76" actId="20577"/>
          <ac:spMkLst>
            <pc:docMk/>
            <pc:sldMk cId="3443588508" sldId="345"/>
            <ac:spMk id="3" creationId="{00000000-0000-0000-0000-000000000000}"/>
          </ac:spMkLst>
        </pc:spChg>
        <pc:inkChg chg="add">
          <ac:chgData name="Marianne Freeman" userId="1199072752_tp_dropbox" providerId="OAuth2" clId="{DD108009-3A17-F945-AE10-5C179473AF08}" dt="2018-09-28T02:10:13.624" v="77"/>
          <ac:inkMkLst>
            <pc:docMk/>
            <pc:sldMk cId="3443588508" sldId="345"/>
            <ac:inkMk id="5" creationId="{5B84E297-FA86-3340-AEE9-4BEDD5858E6C}"/>
          </ac:inkMkLst>
        </pc:inkChg>
      </pc:sldChg>
      <pc:sldChg chg="addSp modSp">
        <pc:chgData name="Marianne Freeman" userId="1199072752_tp_dropbox" providerId="OAuth2" clId="{DD108009-3A17-F945-AE10-5C179473AF08}" dt="2018-09-28T02:12:18.280" v="79" actId="20577"/>
        <pc:sldMkLst>
          <pc:docMk/>
          <pc:sldMk cId="3985037244" sldId="346"/>
        </pc:sldMkLst>
        <pc:spChg chg="mod">
          <ac:chgData name="Marianne Freeman" userId="1199072752_tp_dropbox" providerId="OAuth2" clId="{DD108009-3A17-F945-AE10-5C179473AF08}" dt="2018-09-28T02:12:18.280" v="79" actId="20577"/>
          <ac:spMkLst>
            <pc:docMk/>
            <pc:sldMk cId="3985037244" sldId="346"/>
            <ac:spMk id="3" creationId="{00000000-0000-0000-0000-000000000000}"/>
          </ac:spMkLst>
        </pc:spChg>
        <pc:inkChg chg="add">
          <ac:chgData name="Marianne Freeman" userId="1199072752_tp_dropbox" providerId="OAuth2" clId="{DD108009-3A17-F945-AE10-5C179473AF08}" dt="2018-09-28T02:12:13.510" v="78"/>
          <ac:inkMkLst>
            <pc:docMk/>
            <pc:sldMk cId="3985037244" sldId="346"/>
            <ac:inkMk id="5" creationId="{91AD9B7B-67F5-274A-8B3F-A380387E358C}"/>
          </ac:inkMkLst>
        </pc:inkChg>
      </pc:sldChg>
      <pc:sldChg chg="addSp modSp">
        <pc:chgData name="Marianne Freeman" userId="1199072752_tp_dropbox" providerId="OAuth2" clId="{DD108009-3A17-F945-AE10-5C179473AF08}" dt="2018-09-28T02:17:21.300" v="85"/>
        <pc:sldMkLst>
          <pc:docMk/>
          <pc:sldMk cId="119067685" sldId="350"/>
        </pc:sldMkLst>
        <pc:graphicFrameChg chg="modGraphic">
          <ac:chgData name="Marianne Freeman" userId="1199072752_tp_dropbox" providerId="OAuth2" clId="{DD108009-3A17-F945-AE10-5C179473AF08}" dt="2018-09-28T02:16:53.884" v="83" actId="20577"/>
          <ac:graphicFrameMkLst>
            <pc:docMk/>
            <pc:sldMk cId="119067685" sldId="350"/>
            <ac:graphicFrameMk id="6" creationId="{00000000-0000-0000-0000-000000000000}"/>
          </ac:graphicFrameMkLst>
        </pc:graphicFrameChg>
        <pc:inkChg chg="add">
          <ac:chgData name="Marianne Freeman" userId="1199072752_tp_dropbox" providerId="OAuth2" clId="{DD108009-3A17-F945-AE10-5C179473AF08}" dt="2018-09-28T02:17:20.459" v="84"/>
          <ac:inkMkLst>
            <pc:docMk/>
            <pc:sldMk cId="119067685" sldId="350"/>
            <ac:inkMk id="5" creationId="{FCF5C1A6-94CE-FB45-A826-E68E9F7EA928}"/>
          </ac:inkMkLst>
        </pc:inkChg>
        <pc:inkChg chg="add">
          <ac:chgData name="Marianne Freeman" userId="1199072752_tp_dropbox" providerId="OAuth2" clId="{DD108009-3A17-F945-AE10-5C179473AF08}" dt="2018-09-28T02:17:21.300" v="85"/>
          <ac:inkMkLst>
            <pc:docMk/>
            <pc:sldMk cId="119067685" sldId="350"/>
            <ac:inkMk id="7" creationId="{FDCD9085-9414-4247-B1DF-EB0369E8DB89}"/>
          </ac:inkMkLst>
        </pc:inkChg>
      </pc:sldChg>
      <pc:sldChg chg="addSp delSp modSp">
        <pc:chgData name="Marianne Freeman" userId="1199072752_tp_dropbox" providerId="OAuth2" clId="{DD108009-3A17-F945-AE10-5C179473AF08}" dt="2018-09-28T02:17:56.338" v="95" actId="20577"/>
        <pc:sldMkLst>
          <pc:docMk/>
          <pc:sldMk cId="1702437536" sldId="351"/>
        </pc:sldMkLst>
        <pc:graphicFrameChg chg="modGraphic">
          <ac:chgData name="Marianne Freeman" userId="1199072752_tp_dropbox" providerId="OAuth2" clId="{DD108009-3A17-F945-AE10-5C179473AF08}" dt="2018-09-28T02:17:56.338" v="95" actId="20577"/>
          <ac:graphicFrameMkLst>
            <pc:docMk/>
            <pc:sldMk cId="1702437536" sldId="351"/>
            <ac:graphicFrameMk id="6" creationId="{00000000-0000-0000-0000-000000000000}"/>
          </ac:graphicFrameMkLst>
        </pc:graphicFrameChg>
        <pc:inkChg chg="add del">
          <ac:chgData name="Marianne Freeman" userId="1199072752_tp_dropbox" providerId="OAuth2" clId="{DD108009-3A17-F945-AE10-5C179473AF08}" dt="2018-09-28T02:17:39.027" v="89"/>
          <ac:inkMkLst>
            <pc:docMk/>
            <pc:sldMk cId="1702437536" sldId="351"/>
            <ac:inkMk id="5" creationId="{DC404008-52E5-F74B-898F-4E446D0EED5E}"/>
          </ac:inkMkLst>
        </pc:inkChg>
        <pc:inkChg chg="add del">
          <ac:chgData name="Marianne Freeman" userId="1199072752_tp_dropbox" providerId="OAuth2" clId="{DD108009-3A17-F945-AE10-5C179473AF08}" dt="2018-09-28T02:17:38.762" v="88"/>
          <ac:inkMkLst>
            <pc:docMk/>
            <pc:sldMk cId="1702437536" sldId="351"/>
            <ac:inkMk id="7" creationId="{6BB51DD9-59F0-3B4C-89D7-9D5A84FEC8F2}"/>
          </ac:inkMkLst>
        </pc:inkChg>
        <pc:inkChg chg="add">
          <ac:chgData name="Marianne Freeman" userId="1199072752_tp_dropbox" providerId="OAuth2" clId="{DD108009-3A17-F945-AE10-5C179473AF08}" dt="2018-09-28T02:17:40.387" v="90"/>
          <ac:inkMkLst>
            <pc:docMk/>
            <pc:sldMk cId="1702437536" sldId="351"/>
            <ac:inkMk id="8" creationId="{0B85DFBF-6392-3641-9CC8-3F690AE79CC7}"/>
          </ac:inkMkLst>
        </pc:inkChg>
        <pc:inkChg chg="add">
          <ac:chgData name="Marianne Freeman" userId="1199072752_tp_dropbox" providerId="OAuth2" clId="{DD108009-3A17-F945-AE10-5C179473AF08}" dt="2018-09-28T02:17:41.442" v="91"/>
          <ac:inkMkLst>
            <pc:docMk/>
            <pc:sldMk cId="1702437536" sldId="351"/>
            <ac:inkMk id="9" creationId="{5253920C-A02C-0E46-9120-9342F227FB7A}"/>
          </ac:inkMkLst>
        </pc:inkChg>
      </pc:sldChg>
      <pc:sldChg chg="addSp modSp">
        <pc:chgData name="Marianne Freeman" userId="1199072752_tp_dropbox" providerId="OAuth2" clId="{DD108009-3A17-F945-AE10-5C179473AF08}" dt="2018-09-28T02:18:46.042" v="101"/>
        <pc:sldMkLst>
          <pc:docMk/>
          <pc:sldMk cId="219920429" sldId="352"/>
        </pc:sldMkLst>
        <pc:graphicFrameChg chg="modGraphic">
          <ac:chgData name="Marianne Freeman" userId="1199072752_tp_dropbox" providerId="OAuth2" clId="{DD108009-3A17-F945-AE10-5C179473AF08}" dt="2018-09-28T02:18:36.915" v="99" actId="20577"/>
          <ac:graphicFrameMkLst>
            <pc:docMk/>
            <pc:sldMk cId="219920429" sldId="352"/>
            <ac:graphicFrameMk id="6" creationId="{00000000-0000-0000-0000-000000000000}"/>
          </ac:graphicFrameMkLst>
        </pc:graphicFrameChg>
        <pc:inkChg chg="add">
          <ac:chgData name="Marianne Freeman" userId="1199072752_tp_dropbox" providerId="OAuth2" clId="{DD108009-3A17-F945-AE10-5C179473AF08}" dt="2018-09-28T02:18:45.217" v="100"/>
          <ac:inkMkLst>
            <pc:docMk/>
            <pc:sldMk cId="219920429" sldId="352"/>
            <ac:inkMk id="5" creationId="{F21EB65C-08EA-FF42-B11A-6EFBB47BDC44}"/>
          </ac:inkMkLst>
        </pc:inkChg>
        <pc:inkChg chg="add">
          <ac:chgData name="Marianne Freeman" userId="1199072752_tp_dropbox" providerId="OAuth2" clId="{DD108009-3A17-F945-AE10-5C179473AF08}" dt="2018-09-28T02:18:46.042" v="101"/>
          <ac:inkMkLst>
            <pc:docMk/>
            <pc:sldMk cId="219920429" sldId="352"/>
            <ac:inkMk id="7" creationId="{0A19116E-A3FE-C74A-8944-F2F3C390809A}"/>
          </ac:inkMkLst>
        </pc:inkChg>
      </pc:sldChg>
      <pc:sldChg chg="addSp delSp modSp">
        <pc:chgData name="Marianne Freeman" userId="1199072752_tp_dropbox" providerId="OAuth2" clId="{DD108009-3A17-F945-AE10-5C179473AF08}" dt="2018-09-28T02:21:49.288" v="115"/>
        <pc:sldMkLst>
          <pc:docMk/>
          <pc:sldMk cId="738280347" sldId="353"/>
        </pc:sldMkLst>
        <pc:graphicFrameChg chg="modGraphic">
          <ac:chgData name="Marianne Freeman" userId="1199072752_tp_dropbox" providerId="OAuth2" clId="{DD108009-3A17-F945-AE10-5C179473AF08}" dt="2018-09-28T02:21:40.299" v="113" actId="20577"/>
          <ac:graphicFrameMkLst>
            <pc:docMk/>
            <pc:sldMk cId="738280347" sldId="353"/>
            <ac:graphicFrameMk id="6" creationId="{00000000-0000-0000-0000-000000000000}"/>
          </ac:graphicFrameMkLst>
        </pc:graphicFrameChg>
        <pc:inkChg chg="add del">
          <ac:chgData name="Marianne Freeman" userId="1199072752_tp_dropbox" providerId="OAuth2" clId="{DD108009-3A17-F945-AE10-5C179473AF08}" dt="2018-09-28T02:21:29.520" v="105"/>
          <ac:inkMkLst>
            <pc:docMk/>
            <pc:sldMk cId="738280347" sldId="353"/>
            <ac:inkMk id="5" creationId="{10DB48D5-245B-734A-9E5E-C1F7518FA180}"/>
          </ac:inkMkLst>
        </pc:inkChg>
        <pc:inkChg chg="add del">
          <ac:chgData name="Marianne Freeman" userId="1199072752_tp_dropbox" providerId="OAuth2" clId="{DD108009-3A17-F945-AE10-5C179473AF08}" dt="2018-09-28T02:21:29.192" v="104"/>
          <ac:inkMkLst>
            <pc:docMk/>
            <pc:sldMk cId="738280347" sldId="353"/>
            <ac:inkMk id="7" creationId="{F73727C4-0ACB-064A-9978-5E85CC602659}"/>
          </ac:inkMkLst>
        </pc:inkChg>
        <pc:inkChg chg="add del">
          <ac:chgData name="Marianne Freeman" userId="1199072752_tp_dropbox" providerId="OAuth2" clId="{DD108009-3A17-F945-AE10-5C179473AF08}" dt="2018-09-28T02:21:32.722" v="109"/>
          <ac:inkMkLst>
            <pc:docMk/>
            <pc:sldMk cId="738280347" sldId="353"/>
            <ac:inkMk id="8" creationId="{9499AD1F-80AB-0C4B-959E-78A897F9DAB1}"/>
          </ac:inkMkLst>
        </pc:inkChg>
        <pc:inkChg chg="add del">
          <ac:chgData name="Marianne Freeman" userId="1199072752_tp_dropbox" providerId="OAuth2" clId="{DD108009-3A17-F945-AE10-5C179473AF08}" dt="2018-09-28T02:21:32.558" v="108"/>
          <ac:inkMkLst>
            <pc:docMk/>
            <pc:sldMk cId="738280347" sldId="353"/>
            <ac:inkMk id="9" creationId="{AD74C7E6-F817-3B46-8A65-0E4600D641BA}"/>
          </ac:inkMkLst>
        </pc:inkChg>
        <pc:inkChg chg="add">
          <ac:chgData name="Marianne Freeman" userId="1199072752_tp_dropbox" providerId="OAuth2" clId="{DD108009-3A17-F945-AE10-5C179473AF08}" dt="2018-09-28T02:21:48.693" v="114"/>
          <ac:inkMkLst>
            <pc:docMk/>
            <pc:sldMk cId="738280347" sldId="353"/>
            <ac:inkMk id="10" creationId="{C55F5C4E-20FD-E044-81E9-7188DC764454}"/>
          </ac:inkMkLst>
        </pc:inkChg>
        <pc:inkChg chg="add">
          <ac:chgData name="Marianne Freeman" userId="1199072752_tp_dropbox" providerId="OAuth2" clId="{DD108009-3A17-F945-AE10-5C179473AF08}" dt="2018-09-28T02:21:49.288" v="115"/>
          <ac:inkMkLst>
            <pc:docMk/>
            <pc:sldMk cId="738280347" sldId="353"/>
            <ac:inkMk id="11" creationId="{F28971C7-39C3-3843-9711-93AFBF70D86F}"/>
          </ac:inkMkLst>
        </pc:inkChg>
      </pc:sldChg>
      <pc:sldChg chg="addSp delSp modSp">
        <pc:chgData name="Marianne Freeman" userId="1199072752_tp_dropbox" providerId="OAuth2" clId="{DD108009-3A17-F945-AE10-5C179473AF08}" dt="2018-09-28T02:23:11.258" v="119" actId="20577"/>
        <pc:sldMkLst>
          <pc:docMk/>
          <pc:sldMk cId="2967061632" sldId="360"/>
        </pc:sldMkLst>
        <pc:spChg chg="mod">
          <ac:chgData name="Marianne Freeman" userId="1199072752_tp_dropbox" providerId="OAuth2" clId="{DD108009-3A17-F945-AE10-5C179473AF08}" dt="2018-09-28T02:23:11.258" v="119" actId="20577"/>
          <ac:spMkLst>
            <pc:docMk/>
            <pc:sldMk cId="2967061632" sldId="360"/>
            <ac:spMk id="3" creationId="{00000000-0000-0000-0000-000000000000}"/>
          </ac:spMkLst>
        </pc:spChg>
        <pc:inkChg chg="add del">
          <ac:chgData name="Marianne Freeman" userId="1199072752_tp_dropbox" providerId="OAuth2" clId="{DD108009-3A17-F945-AE10-5C179473AF08}" dt="2018-09-28T02:23:01.368" v="117"/>
          <ac:inkMkLst>
            <pc:docMk/>
            <pc:sldMk cId="2967061632" sldId="360"/>
            <ac:inkMk id="5" creationId="{393BF24D-211E-4A48-8147-15E63F216103}"/>
          </ac:inkMkLst>
        </pc:inkChg>
        <pc:inkChg chg="add">
          <ac:chgData name="Marianne Freeman" userId="1199072752_tp_dropbox" providerId="OAuth2" clId="{DD108009-3A17-F945-AE10-5C179473AF08}" dt="2018-09-28T02:23:02.588" v="118"/>
          <ac:inkMkLst>
            <pc:docMk/>
            <pc:sldMk cId="2967061632" sldId="360"/>
            <ac:inkMk id="6" creationId="{FBAA3B27-BE89-8F44-9AFB-352F6316408A}"/>
          </ac:inkMkLst>
        </pc:inkChg>
      </pc:sldChg>
      <pc:sldChg chg="addSp modSp">
        <pc:chgData name="Marianne Freeman" userId="1199072752_tp_dropbox" providerId="OAuth2" clId="{DD108009-3A17-F945-AE10-5C179473AF08}" dt="2018-09-28T02:24:08.376" v="132"/>
        <pc:sldMkLst>
          <pc:docMk/>
          <pc:sldMk cId="2532652876" sldId="361"/>
        </pc:sldMkLst>
        <pc:spChg chg="mod">
          <ac:chgData name="Marianne Freeman" userId="1199072752_tp_dropbox" providerId="OAuth2" clId="{DD108009-3A17-F945-AE10-5C179473AF08}" dt="2018-09-28T02:23:53.705" v="128" actId="20577"/>
          <ac:spMkLst>
            <pc:docMk/>
            <pc:sldMk cId="2532652876" sldId="361"/>
            <ac:spMk id="3" creationId="{00000000-0000-0000-0000-000000000000}"/>
          </ac:spMkLst>
        </pc:spChg>
        <pc:inkChg chg="add">
          <ac:chgData name="Marianne Freeman" userId="1199072752_tp_dropbox" providerId="OAuth2" clId="{DD108009-3A17-F945-AE10-5C179473AF08}" dt="2018-09-28T02:24:05.974" v="129"/>
          <ac:inkMkLst>
            <pc:docMk/>
            <pc:sldMk cId="2532652876" sldId="361"/>
            <ac:inkMk id="5" creationId="{64E5F984-E771-7643-ABC4-7C7324CC88AB}"/>
          </ac:inkMkLst>
        </pc:inkChg>
        <pc:inkChg chg="add">
          <ac:chgData name="Marianne Freeman" userId="1199072752_tp_dropbox" providerId="OAuth2" clId="{DD108009-3A17-F945-AE10-5C179473AF08}" dt="2018-09-28T02:24:06.957" v="130"/>
          <ac:inkMkLst>
            <pc:docMk/>
            <pc:sldMk cId="2532652876" sldId="361"/>
            <ac:inkMk id="6" creationId="{1938E4B9-7BA0-6F48-A8BA-30C1BFF00FBC}"/>
          </ac:inkMkLst>
        </pc:inkChg>
        <pc:inkChg chg="add">
          <ac:chgData name="Marianne Freeman" userId="1199072752_tp_dropbox" providerId="OAuth2" clId="{DD108009-3A17-F945-AE10-5C179473AF08}" dt="2018-09-28T02:24:07.879" v="131"/>
          <ac:inkMkLst>
            <pc:docMk/>
            <pc:sldMk cId="2532652876" sldId="361"/>
            <ac:inkMk id="7" creationId="{6770EF35-4334-204B-8A69-A5AACDB90FFA}"/>
          </ac:inkMkLst>
        </pc:inkChg>
        <pc:inkChg chg="add">
          <ac:chgData name="Marianne Freeman" userId="1199072752_tp_dropbox" providerId="OAuth2" clId="{DD108009-3A17-F945-AE10-5C179473AF08}" dt="2018-09-28T02:24:08.376" v="132"/>
          <ac:inkMkLst>
            <pc:docMk/>
            <pc:sldMk cId="2532652876" sldId="361"/>
            <ac:inkMk id="8" creationId="{6C4731CB-F7C1-664E-878A-2D6188F01106}"/>
          </ac:inkMkLst>
        </pc:inkChg>
      </pc:sldChg>
      <pc:sldChg chg="addSp delSp modSp">
        <pc:chgData name="Marianne Freeman" userId="1199072752_tp_dropbox" providerId="OAuth2" clId="{DD108009-3A17-F945-AE10-5C179473AF08}" dt="2018-09-28T02:27:55.725" v="140"/>
        <pc:sldMkLst>
          <pc:docMk/>
          <pc:sldMk cId="3274221322" sldId="363"/>
        </pc:sldMkLst>
        <pc:spChg chg="mod">
          <ac:chgData name="Marianne Freeman" userId="1199072752_tp_dropbox" providerId="OAuth2" clId="{DD108009-3A17-F945-AE10-5C179473AF08}" dt="2018-09-28T02:27:47.889" v="137" actId="20577"/>
          <ac:spMkLst>
            <pc:docMk/>
            <pc:sldMk cId="3274221322" sldId="363"/>
            <ac:spMk id="3" creationId="{00000000-0000-0000-0000-000000000000}"/>
          </ac:spMkLst>
        </pc:spChg>
        <pc:inkChg chg="add del">
          <ac:chgData name="Marianne Freeman" userId="1199072752_tp_dropbox" providerId="OAuth2" clId="{DD108009-3A17-F945-AE10-5C179473AF08}" dt="2018-09-28T02:25:03.490" v="134"/>
          <ac:inkMkLst>
            <pc:docMk/>
            <pc:sldMk cId="3274221322" sldId="363"/>
            <ac:inkMk id="5" creationId="{E7395AF9-30B7-0345-90C7-6CE7FF326D1A}"/>
          </ac:inkMkLst>
        </pc:inkChg>
        <pc:inkChg chg="add">
          <ac:chgData name="Marianne Freeman" userId="1199072752_tp_dropbox" providerId="OAuth2" clId="{DD108009-3A17-F945-AE10-5C179473AF08}" dt="2018-09-28T02:27:53.884" v="138"/>
          <ac:inkMkLst>
            <pc:docMk/>
            <pc:sldMk cId="3274221322" sldId="363"/>
            <ac:inkMk id="6" creationId="{F7A8ABC4-64A1-F748-A075-2969685E44AE}"/>
          </ac:inkMkLst>
        </pc:inkChg>
        <pc:inkChg chg="add">
          <ac:chgData name="Marianne Freeman" userId="1199072752_tp_dropbox" providerId="OAuth2" clId="{DD108009-3A17-F945-AE10-5C179473AF08}" dt="2018-09-28T02:27:54.731" v="139"/>
          <ac:inkMkLst>
            <pc:docMk/>
            <pc:sldMk cId="3274221322" sldId="363"/>
            <ac:inkMk id="7" creationId="{5E6208E8-B395-2C48-A514-8E741CA5F0A9}"/>
          </ac:inkMkLst>
        </pc:inkChg>
        <pc:inkChg chg="add">
          <ac:chgData name="Marianne Freeman" userId="1199072752_tp_dropbox" providerId="OAuth2" clId="{DD108009-3A17-F945-AE10-5C179473AF08}" dt="2018-09-28T02:27:55.725" v="140"/>
          <ac:inkMkLst>
            <pc:docMk/>
            <pc:sldMk cId="3274221322" sldId="363"/>
            <ac:inkMk id="8" creationId="{CB5F6A4C-25BF-344E-9C58-B489C37945F7}"/>
          </ac:inkMkLst>
        </pc:inkChg>
      </pc:sldChg>
      <pc:sldChg chg="addSp modSp">
        <pc:chgData name="Marianne Freeman" userId="1199072752_tp_dropbox" providerId="OAuth2" clId="{DD108009-3A17-F945-AE10-5C179473AF08}" dt="2018-09-28T02:28:52.024" v="144" actId="20577"/>
        <pc:sldMkLst>
          <pc:docMk/>
          <pc:sldMk cId="3069534268" sldId="364"/>
        </pc:sldMkLst>
        <pc:spChg chg="mod">
          <ac:chgData name="Marianne Freeman" userId="1199072752_tp_dropbox" providerId="OAuth2" clId="{DD108009-3A17-F945-AE10-5C179473AF08}" dt="2018-09-28T02:28:52.024" v="144" actId="20577"/>
          <ac:spMkLst>
            <pc:docMk/>
            <pc:sldMk cId="3069534268" sldId="364"/>
            <ac:spMk id="3" creationId="{00000000-0000-0000-0000-000000000000}"/>
          </ac:spMkLst>
        </pc:spChg>
        <pc:inkChg chg="add">
          <ac:chgData name="Marianne Freeman" userId="1199072752_tp_dropbox" providerId="OAuth2" clId="{DD108009-3A17-F945-AE10-5C179473AF08}" dt="2018-09-28T02:28:29.315" v="141"/>
          <ac:inkMkLst>
            <pc:docMk/>
            <pc:sldMk cId="3069534268" sldId="364"/>
            <ac:inkMk id="5" creationId="{3CA30253-F8A8-2542-A84A-EB31A1FC1D3F}"/>
          </ac:inkMkLst>
        </pc:inkChg>
        <pc:inkChg chg="add">
          <ac:chgData name="Marianne Freeman" userId="1199072752_tp_dropbox" providerId="OAuth2" clId="{DD108009-3A17-F945-AE10-5C179473AF08}" dt="2018-09-28T02:28:30.360" v="142"/>
          <ac:inkMkLst>
            <pc:docMk/>
            <pc:sldMk cId="3069534268" sldId="364"/>
            <ac:inkMk id="6" creationId="{BF4736AD-BAD7-D44B-ACE5-4B3614A2A8F9}"/>
          </ac:inkMkLst>
        </pc:inkChg>
      </pc:sldChg>
      <pc:sldChg chg="addSp modSp">
        <pc:chgData name="Marianne Freeman" userId="1199072752_tp_dropbox" providerId="OAuth2" clId="{DD108009-3A17-F945-AE10-5C179473AF08}" dt="2018-09-28T02:30:55.910" v="153"/>
        <pc:sldMkLst>
          <pc:docMk/>
          <pc:sldMk cId="3713400716" sldId="369"/>
        </pc:sldMkLst>
        <pc:spChg chg="mod">
          <ac:chgData name="Marianne Freeman" userId="1199072752_tp_dropbox" providerId="OAuth2" clId="{DD108009-3A17-F945-AE10-5C179473AF08}" dt="2018-09-28T02:30:48.227" v="151" actId="20577"/>
          <ac:spMkLst>
            <pc:docMk/>
            <pc:sldMk cId="3713400716" sldId="369"/>
            <ac:spMk id="3" creationId="{00000000-0000-0000-0000-000000000000}"/>
          </ac:spMkLst>
        </pc:spChg>
        <pc:inkChg chg="add">
          <ac:chgData name="Marianne Freeman" userId="1199072752_tp_dropbox" providerId="OAuth2" clId="{DD108009-3A17-F945-AE10-5C179473AF08}" dt="2018-09-28T02:30:54.221" v="152"/>
          <ac:inkMkLst>
            <pc:docMk/>
            <pc:sldMk cId="3713400716" sldId="369"/>
            <ac:inkMk id="5" creationId="{DDA1887A-8816-EB44-B4B2-66DF35F4BD16}"/>
          </ac:inkMkLst>
        </pc:inkChg>
        <pc:inkChg chg="add">
          <ac:chgData name="Marianne Freeman" userId="1199072752_tp_dropbox" providerId="OAuth2" clId="{DD108009-3A17-F945-AE10-5C179473AF08}" dt="2018-09-28T02:30:55.910" v="153"/>
          <ac:inkMkLst>
            <pc:docMk/>
            <pc:sldMk cId="3713400716" sldId="369"/>
            <ac:inkMk id="6" creationId="{5C77819F-4F85-0141-8F55-712CBF6EA520}"/>
          </ac:inkMkLst>
        </pc:inkChg>
      </pc:sldChg>
      <pc:sldChg chg="addSp delSp modSp">
        <pc:chgData name="Marianne Freeman" userId="1199072752_tp_dropbox" providerId="OAuth2" clId="{DD108009-3A17-F945-AE10-5C179473AF08}" dt="2018-09-28T02:34:15.652" v="227"/>
        <pc:sldMkLst>
          <pc:docMk/>
          <pc:sldMk cId="2099273871" sldId="371"/>
        </pc:sldMkLst>
        <pc:spChg chg="mod">
          <ac:chgData name="Marianne Freeman" userId="1199072752_tp_dropbox" providerId="OAuth2" clId="{DD108009-3A17-F945-AE10-5C179473AF08}" dt="2018-09-28T02:33:41.040" v="211" actId="20577"/>
          <ac:spMkLst>
            <pc:docMk/>
            <pc:sldMk cId="2099273871" sldId="371"/>
            <ac:spMk id="3" creationId="{00000000-0000-0000-0000-000000000000}"/>
          </ac:spMkLst>
        </pc:spChg>
        <pc:inkChg chg="add del">
          <ac:chgData name="Marianne Freeman" userId="1199072752_tp_dropbox" providerId="OAuth2" clId="{DD108009-3A17-F945-AE10-5C179473AF08}" dt="2018-09-28T02:31:41.548" v="157"/>
          <ac:inkMkLst>
            <pc:docMk/>
            <pc:sldMk cId="2099273871" sldId="371"/>
            <ac:inkMk id="5" creationId="{71F0E276-885A-AF49-9468-B39F8D13D153}"/>
          </ac:inkMkLst>
        </pc:inkChg>
        <pc:inkChg chg="add del">
          <ac:chgData name="Marianne Freeman" userId="1199072752_tp_dropbox" providerId="OAuth2" clId="{DD108009-3A17-F945-AE10-5C179473AF08}" dt="2018-09-28T02:31:41.186" v="156"/>
          <ac:inkMkLst>
            <pc:docMk/>
            <pc:sldMk cId="2099273871" sldId="371"/>
            <ac:inkMk id="6" creationId="{0FB5B1CB-D842-A142-8934-61AD1EEC0A9A}"/>
          </ac:inkMkLst>
        </pc:inkChg>
        <pc:inkChg chg="add del">
          <ac:chgData name="Marianne Freeman" userId="1199072752_tp_dropbox" providerId="OAuth2" clId="{DD108009-3A17-F945-AE10-5C179473AF08}" dt="2018-09-28T02:31:48.188" v="161"/>
          <ac:inkMkLst>
            <pc:docMk/>
            <pc:sldMk cId="2099273871" sldId="371"/>
            <ac:inkMk id="7" creationId="{1DFA97A9-52EA-784F-8BFB-D243738CF145}"/>
          </ac:inkMkLst>
        </pc:inkChg>
        <pc:inkChg chg="add del">
          <ac:chgData name="Marianne Freeman" userId="1199072752_tp_dropbox" providerId="OAuth2" clId="{DD108009-3A17-F945-AE10-5C179473AF08}" dt="2018-09-28T02:31:44.996" v="160"/>
          <ac:inkMkLst>
            <pc:docMk/>
            <pc:sldMk cId="2099273871" sldId="371"/>
            <ac:inkMk id="8" creationId="{9182EAFB-0338-F24D-B3B4-B99AD081AA8E}"/>
          </ac:inkMkLst>
        </pc:inkChg>
        <pc:inkChg chg="add">
          <ac:chgData name="Marianne Freeman" userId="1199072752_tp_dropbox" providerId="OAuth2" clId="{DD108009-3A17-F945-AE10-5C179473AF08}" dt="2018-09-28T02:34:15.652" v="227"/>
          <ac:inkMkLst>
            <pc:docMk/>
            <pc:sldMk cId="2099273871" sldId="371"/>
            <ac:inkMk id="13" creationId="{41A278D6-8F85-A24F-8AD9-CBA53E8CDB79}"/>
          </ac:inkMkLst>
        </pc:inkChg>
      </pc:sldChg>
      <pc:sldChg chg="addSp modSp">
        <pc:chgData name="Marianne Freeman" userId="1199072752_tp_dropbox" providerId="OAuth2" clId="{DD108009-3A17-F945-AE10-5C179473AF08}" dt="2018-09-28T02:34:17.750" v="228"/>
        <pc:sldMkLst>
          <pc:docMk/>
          <pc:sldMk cId="2054312507" sldId="372"/>
        </pc:sldMkLst>
        <pc:spChg chg="mod">
          <ac:chgData name="Marianne Freeman" userId="1199072752_tp_dropbox" providerId="OAuth2" clId="{DD108009-3A17-F945-AE10-5C179473AF08}" dt="2018-09-28T02:34:07.242" v="226" actId="22"/>
          <ac:spMkLst>
            <pc:docMk/>
            <pc:sldMk cId="2054312507" sldId="372"/>
            <ac:spMk id="3" creationId="{00000000-0000-0000-0000-000000000000}"/>
          </ac:spMkLst>
        </pc:spChg>
        <pc:inkChg chg="add">
          <ac:chgData name="Marianne Freeman" userId="1199072752_tp_dropbox" providerId="OAuth2" clId="{DD108009-3A17-F945-AE10-5C179473AF08}" dt="2018-09-28T02:34:17.750" v="228"/>
          <ac:inkMkLst>
            <pc:docMk/>
            <pc:sldMk cId="2054312507" sldId="372"/>
            <ac:inkMk id="5" creationId="{CEDA17DA-E481-064E-98FE-A97FD4AA9245}"/>
          </ac:inkMkLst>
        </pc:inkChg>
      </pc:sldChg>
      <pc:sldChg chg="addSp modSp">
        <pc:chgData name="Marianne Freeman" userId="1199072752_tp_dropbox" providerId="OAuth2" clId="{DD108009-3A17-F945-AE10-5C179473AF08}" dt="2018-09-28T02:37:41.522" v="264"/>
        <pc:sldMkLst>
          <pc:docMk/>
          <pc:sldMk cId="267404901" sldId="376"/>
        </pc:sldMkLst>
        <pc:spChg chg="mod">
          <ac:chgData name="Marianne Freeman" userId="1199072752_tp_dropbox" providerId="OAuth2" clId="{DD108009-3A17-F945-AE10-5C179473AF08}" dt="2018-09-28T02:37:37.142" v="263" actId="1076"/>
          <ac:spMkLst>
            <pc:docMk/>
            <pc:sldMk cId="267404901" sldId="376"/>
            <ac:spMk id="3" creationId="{00000000-0000-0000-0000-000000000000}"/>
          </ac:spMkLst>
        </pc:spChg>
        <pc:inkChg chg="add">
          <ac:chgData name="Marianne Freeman" userId="1199072752_tp_dropbox" providerId="OAuth2" clId="{DD108009-3A17-F945-AE10-5C179473AF08}" dt="2018-09-28T02:37:41.522" v="264"/>
          <ac:inkMkLst>
            <pc:docMk/>
            <pc:sldMk cId="267404901" sldId="376"/>
            <ac:inkMk id="5" creationId="{B5A9E02E-B2A5-4741-BB1D-FEF41C8B11C8}"/>
          </ac:inkMkLst>
        </pc:inkChg>
      </pc:sldChg>
      <pc:sldChg chg="addSp modSp">
        <pc:chgData name="Marianne Freeman" userId="1199072752_tp_dropbox" providerId="OAuth2" clId="{DD108009-3A17-F945-AE10-5C179473AF08}" dt="2018-09-28T02:38:05.514" v="268"/>
        <pc:sldMkLst>
          <pc:docMk/>
          <pc:sldMk cId="202034831" sldId="377"/>
        </pc:sldMkLst>
        <pc:spChg chg="mod">
          <ac:chgData name="Marianne Freeman" userId="1199072752_tp_dropbox" providerId="OAuth2" clId="{DD108009-3A17-F945-AE10-5C179473AF08}" dt="2018-09-28T02:37:56.991" v="267" actId="1076"/>
          <ac:spMkLst>
            <pc:docMk/>
            <pc:sldMk cId="202034831" sldId="377"/>
            <ac:spMk id="2" creationId="{00000000-0000-0000-0000-000000000000}"/>
          </ac:spMkLst>
        </pc:spChg>
        <pc:inkChg chg="add">
          <ac:chgData name="Marianne Freeman" userId="1199072752_tp_dropbox" providerId="OAuth2" clId="{DD108009-3A17-F945-AE10-5C179473AF08}" dt="2018-09-28T02:38:05.514" v="268"/>
          <ac:inkMkLst>
            <pc:docMk/>
            <pc:sldMk cId="202034831" sldId="377"/>
            <ac:inkMk id="6" creationId="{EF132DB3-E1B3-2944-A332-CC603294A154}"/>
          </ac:inkMkLst>
        </pc:inkChg>
      </pc:sldChg>
      <pc:sldChg chg="addSp modSp">
        <pc:chgData name="Marianne Freeman" userId="1199072752_tp_dropbox" providerId="OAuth2" clId="{DD108009-3A17-F945-AE10-5C179473AF08}" dt="2018-09-28T02:39:25.606" v="270" actId="20577"/>
        <pc:sldMkLst>
          <pc:docMk/>
          <pc:sldMk cId="1912842630" sldId="378"/>
        </pc:sldMkLst>
        <pc:spChg chg="mod">
          <ac:chgData name="Marianne Freeman" userId="1199072752_tp_dropbox" providerId="OAuth2" clId="{DD108009-3A17-F945-AE10-5C179473AF08}" dt="2018-09-28T02:39:25.606" v="270" actId="20577"/>
          <ac:spMkLst>
            <pc:docMk/>
            <pc:sldMk cId="1912842630" sldId="378"/>
            <ac:spMk id="2" creationId="{00000000-0000-0000-0000-000000000000}"/>
          </ac:spMkLst>
        </pc:spChg>
        <pc:inkChg chg="add">
          <ac:chgData name="Marianne Freeman" userId="1199072752_tp_dropbox" providerId="OAuth2" clId="{DD108009-3A17-F945-AE10-5C179473AF08}" dt="2018-09-28T02:39:21.430" v="269"/>
          <ac:inkMkLst>
            <pc:docMk/>
            <pc:sldMk cId="1912842630" sldId="378"/>
            <ac:inkMk id="5" creationId="{E3FF2B2F-181E-5D48-AAEF-F1C9727E1737}"/>
          </ac:inkMkLst>
        </pc:inkChg>
      </pc:sldChg>
      <pc:sldChg chg="addSp delSp modSp">
        <pc:chgData name="Marianne Freeman" userId="1199072752_tp_dropbox" providerId="OAuth2" clId="{DD108009-3A17-F945-AE10-5C179473AF08}" dt="2018-09-28T02:40:35.512" v="274"/>
        <pc:sldMkLst>
          <pc:docMk/>
          <pc:sldMk cId="3560579617" sldId="379"/>
        </pc:sldMkLst>
        <pc:spChg chg="mod">
          <ac:chgData name="Marianne Freeman" userId="1199072752_tp_dropbox" providerId="OAuth2" clId="{DD108009-3A17-F945-AE10-5C179473AF08}" dt="2018-09-28T02:39:47.422" v="271" actId="20577"/>
          <ac:spMkLst>
            <pc:docMk/>
            <pc:sldMk cId="3560579617" sldId="379"/>
            <ac:spMk id="2" creationId="{00000000-0000-0000-0000-000000000000}"/>
          </ac:spMkLst>
        </pc:spChg>
        <pc:inkChg chg="add">
          <ac:chgData name="Marianne Freeman" userId="1199072752_tp_dropbox" providerId="OAuth2" clId="{DD108009-3A17-F945-AE10-5C179473AF08}" dt="2018-09-28T02:39:53.379" v="272"/>
          <ac:inkMkLst>
            <pc:docMk/>
            <pc:sldMk cId="3560579617" sldId="379"/>
            <ac:inkMk id="5" creationId="{12DCED5D-1083-7C44-A05B-90CDB3FE95AB}"/>
          </ac:inkMkLst>
        </pc:inkChg>
        <pc:inkChg chg="add del">
          <ac:chgData name="Marianne Freeman" userId="1199072752_tp_dropbox" providerId="OAuth2" clId="{DD108009-3A17-F945-AE10-5C179473AF08}" dt="2018-09-28T02:40:35.512" v="274"/>
          <ac:inkMkLst>
            <pc:docMk/>
            <pc:sldMk cId="3560579617" sldId="379"/>
            <ac:inkMk id="6" creationId="{01066DCE-948A-9745-A9F1-662DAC6AA981}"/>
          </ac:inkMkLst>
        </pc:inkChg>
      </pc:sldChg>
      <pc:sldChg chg="addSp modSp">
        <pc:chgData name="Marianne Freeman" userId="1199072752_tp_dropbox" providerId="OAuth2" clId="{DD108009-3A17-F945-AE10-5C179473AF08}" dt="2018-09-28T02:42:01.785" v="280"/>
        <pc:sldMkLst>
          <pc:docMk/>
          <pc:sldMk cId="3904000230" sldId="381"/>
        </pc:sldMkLst>
        <pc:spChg chg="mod">
          <ac:chgData name="Marianne Freeman" userId="1199072752_tp_dropbox" providerId="OAuth2" clId="{DD108009-3A17-F945-AE10-5C179473AF08}" dt="2018-09-28T02:41:39.833" v="278" actId="20577"/>
          <ac:spMkLst>
            <pc:docMk/>
            <pc:sldMk cId="3904000230" sldId="381"/>
            <ac:spMk id="3" creationId="{00000000-0000-0000-0000-000000000000}"/>
          </ac:spMkLst>
        </pc:spChg>
        <pc:inkChg chg="add">
          <ac:chgData name="Marianne Freeman" userId="1199072752_tp_dropbox" providerId="OAuth2" clId="{DD108009-3A17-F945-AE10-5C179473AF08}" dt="2018-09-28T02:40:54.595" v="275"/>
          <ac:inkMkLst>
            <pc:docMk/>
            <pc:sldMk cId="3904000230" sldId="381"/>
            <ac:inkMk id="5" creationId="{07F960BC-BE58-054A-A75F-877F93B7F688}"/>
          </ac:inkMkLst>
        </pc:inkChg>
        <pc:inkChg chg="add">
          <ac:chgData name="Marianne Freeman" userId="1199072752_tp_dropbox" providerId="OAuth2" clId="{DD108009-3A17-F945-AE10-5C179473AF08}" dt="2018-09-28T02:42:00.660" v="279"/>
          <ac:inkMkLst>
            <pc:docMk/>
            <pc:sldMk cId="3904000230" sldId="381"/>
            <ac:inkMk id="6" creationId="{93C91D79-7059-844B-BFD1-760213BED4B9}"/>
          </ac:inkMkLst>
        </pc:inkChg>
        <pc:inkChg chg="add">
          <ac:chgData name="Marianne Freeman" userId="1199072752_tp_dropbox" providerId="OAuth2" clId="{DD108009-3A17-F945-AE10-5C179473AF08}" dt="2018-09-28T02:42:01.785" v="280"/>
          <ac:inkMkLst>
            <pc:docMk/>
            <pc:sldMk cId="3904000230" sldId="381"/>
            <ac:inkMk id="7" creationId="{2FF7AB5F-EA21-4245-BE2D-E839545A58C1}"/>
          </ac:inkMkLst>
        </pc:inkChg>
      </pc:sldChg>
      <pc:sldChg chg="addSp delSp modSp">
        <pc:chgData name="Marianne Freeman" userId="1199072752_tp_dropbox" providerId="OAuth2" clId="{DD108009-3A17-F945-AE10-5C179473AF08}" dt="2018-09-28T02:45:26.235" v="309" actId="20577"/>
        <pc:sldMkLst>
          <pc:docMk/>
          <pc:sldMk cId="3151630835" sldId="390"/>
        </pc:sldMkLst>
        <pc:spChg chg="mod">
          <ac:chgData name="Marianne Freeman" userId="1199072752_tp_dropbox" providerId="OAuth2" clId="{DD108009-3A17-F945-AE10-5C179473AF08}" dt="2018-09-28T02:45:26.235" v="309" actId="20577"/>
          <ac:spMkLst>
            <pc:docMk/>
            <pc:sldMk cId="3151630835" sldId="390"/>
            <ac:spMk id="3" creationId="{00000000-0000-0000-0000-000000000000}"/>
          </ac:spMkLst>
        </pc:spChg>
        <pc:inkChg chg="add del">
          <ac:chgData name="Marianne Freeman" userId="1199072752_tp_dropbox" providerId="OAuth2" clId="{DD108009-3A17-F945-AE10-5C179473AF08}" dt="2018-09-28T02:45:07.573" v="282"/>
          <ac:inkMkLst>
            <pc:docMk/>
            <pc:sldMk cId="3151630835" sldId="390"/>
            <ac:inkMk id="5" creationId="{1832B284-FA81-4D4F-A876-688135590D48}"/>
          </ac:inkMkLst>
        </pc:inkChg>
        <pc:inkChg chg="add">
          <ac:chgData name="Marianne Freeman" userId="1199072752_tp_dropbox" providerId="OAuth2" clId="{DD108009-3A17-F945-AE10-5C179473AF08}" dt="2018-09-28T02:45:09.508" v="283"/>
          <ac:inkMkLst>
            <pc:docMk/>
            <pc:sldMk cId="3151630835" sldId="390"/>
            <ac:inkMk id="6" creationId="{2E9D48A4-E3BE-0D49-BF7C-3EC234CAB17A}"/>
          </ac:inkMkLst>
        </pc:inkChg>
      </pc:sldChg>
      <pc:sldChg chg="addSp delSp modSp">
        <pc:chgData name="Marianne Freeman" userId="1199072752_tp_dropbox" providerId="OAuth2" clId="{DD108009-3A17-F945-AE10-5C179473AF08}" dt="2018-09-28T02:46:58.049" v="318"/>
        <pc:sldMkLst>
          <pc:docMk/>
          <pc:sldMk cId="775239257" sldId="391"/>
        </pc:sldMkLst>
        <pc:spChg chg="mod">
          <ac:chgData name="Marianne Freeman" userId="1199072752_tp_dropbox" providerId="OAuth2" clId="{DD108009-3A17-F945-AE10-5C179473AF08}" dt="2018-09-28T02:45:55.221" v="310" actId="20577"/>
          <ac:spMkLst>
            <pc:docMk/>
            <pc:sldMk cId="775239257" sldId="391"/>
            <ac:spMk id="3" creationId="{00000000-0000-0000-0000-000000000000}"/>
          </ac:spMkLst>
        </pc:spChg>
        <pc:inkChg chg="add del">
          <ac:chgData name="Marianne Freeman" userId="1199072752_tp_dropbox" providerId="OAuth2" clId="{DD108009-3A17-F945-AE10-5C179473AF08}" dt="2018-09-28T02:46:58.049" v="318"/>
          <ac:inkMkLst>
            <pc:docMk/>
            <pc:sldMk cId="775239257" sldId="391"/>
            <ac:inkMk id="5" creationId="{07FAC414-C51A-7E41-9154-64C4AA9F933C}"/>
          </ac:inkMkLst>
        </pc:inkChg>
      </pc:sldChg>
      <pc:sldChg chg="addSp delSp modSp">
        <pc:chgData name="Marianne Freeman" userId="1199072752_tp_dropbox" providerId="OAuth2" clId="{DD108009-3A17-F945-AE10-5C179473AF08}" dt="2018-09-28T02:47:58.054" v="331"/>
        <pc:sldMkLst>
          <pc:docMk/>
          <pc:sldMk cId="4035635624" sldId="394"/>
        </pc:sldMkLst>
        <pc:spChg chg="mod">
          <ac:chgData name="Marianne Freeman" userId="1199072752_tp_dropbox" providerId="OAuth2" clId="{DD108009-3A17-F945-AE10-5C179473AF08}" dt="2018-09-28T02:47:47.070" v="330" actId="20577"/>
          <ac:spMkLst>
            <pc:docMk/>
            <pc:sldMk cId="4035635624" sldId="394"/>
            <ac:spMk id="3" creationId="{00000000-0000-0000-0000-000000000000}"/>
          </ac:spMkLst>
        </pc:spChg>
        <pc:inkChg chg="add del">
          <ac:chgData name="Marianne Freeman" userId="1199072752_tp_dropbox" providerId="OAuth2" clId="{DD108009-3A17-F945-AE10-5C179473AF08}" dt="2018-09-28T02:46:50.903" v="313"/>
          <ac:inkMkLst>
            <pc:docMk/>
            <pc:sldMk cId="4035635624" sldId="394"/>
            <ac:inkMk id="5" creationId="{B8BB065C-E70A-4F41-A11B-44EC86F90828}"/>
          </ac:inkMkLst>
        </pc:inkChg>
        <pc:inkChg chg="add del">
          <ac:chgData name="Marianne Freeman" userId="1199072752_tp_dropbox" providerId="OAuth2" clId="{DD108009-3A17-F945-AE10-5C179473AF08}" dt="2018-09-28T02:46:57.258" v="317"/>
          <ac:inkMkLst>
            <pc:docMk/>
            <pc:sldMk cId="4035635624" sldId="394"/>
            <ac:inkMk id="6" creationId="{154D233D-9EB2-E84E-BBA7-1024CD3518D5}"/>
          </ac:inkMkLst>
        </pc:inkChg>
        <pc:inkChg chg="add del">
          <ac:chgData name="Marianne Freeman" userId="1199072752_tp_dropbox" providerId="OAuth2" clId="{DD108009-3A17-F945-AE10-5C179473AF08}" dt="2018-09-28T02:46:56.193" v="316"/>
          <ac:inkMkLst>
            <pc:docMk/>
            <pc:sldMk cId="4035635624" sldId="394"/>
            <ac:inkMk id="7" creationId="{B534FA0F-5F9A-D14C-A0E0-E11FC795309C}"/>
          </ac:inkMkLst>
        </pc:inkChg>
        <pc:inkChg chg="add">
          <ac:chgData name="Marianne Freeman" userId="1199072752_tp_dropbox" providerId="OAuth2" clId="{DD108009-3A17-F945-AE10-5C179473AF08}" dt="2018-09-28T02:47:58.054" v="331"/>
          <ac:inkMkLst>
            <pc:docMk/>
            <pc:sldMk cId="4035635624" sldId="394"/>
            <ac:inkMk id="8" creationId="{A2912535-54AA-EB4F-AB0E-0E21C5900148}"/>
          </ac:inkMkLst>
        </pc:inkChg>
      </pc:sldChg>
      <pc:sldChg chg="addSp modSp">
        <pc:chgData name="Marianne Freeman" userId="1199072752_tp_dropbox" providerId="OAuth2" clId="{DD108009-3A17-F945-AE10-5C179473AF08}" dt="2018-09-28T02:48:47.875" v="333" actId="20577"/>
        <pc:sldMkLst>
          <pc:docMk/>
          <pc:sldMk cId="3853830465" sldId="397"/>
        </pc:sldMkLst>
        <pc:spChg chg="mod">
          <ac:chgData name="Marianne Freeman" userId="1199072752_tp_dropbox" providerId="OAuth2" clId="{DD108009-3A17-F945-AE10-5C179473AF08}" dt="2018-09-28T02:48:47.875" v="333" actId="20577"/>
          <ac:spMkLst>
            <pc:docMk/>
            <pc:sldMk cId="3853830465" sldId="397"/>
            <ac:spMk id="3" creationId="{00000000-0000-0000-0000-000000000000}"/>
          </ac:spMkLst>
        </pc:spChg>
        <pc:inkChg chg="add">
          <ac:chgData name="Marianne Freeman" userId="1199072752_tp_dropbox" providerId="OAuth2" clId="{DD108009-3A17-F945-AE10-5C179473AF08}" dt="2018-09-28T02:48:42.973" v="332"/>
          <ac:inkMkLst>
            <pc:docMk/>
            <pc:sldMk cId="3853830465" sldId="397"/>
            <ac:inkMk id="5" creationId="{E17410E2-7FE3-D545-A280-95C260CFD191}"/>
          </ac:inkMkLst>
        </pc:inkChg>
      </pc:sldChg>
      <pc:sldChg chg="addSp modSp">
        <pc:chgData name="Marianne Freeman" userId="1199072752_tp_dropbox" providerId="OAuth2" clId="{DD108009-3A17-F945-AE10-5C179473AF08}" dt="2018-09-28T02:50:15.094" v="337"/>
        <pc:sldMkLst>
          <pc:docMk/>
          <pc:sldMk cId="1691134166" sldId="400"/>
        </pc:sldMkLst>
        <pc:spChg chg="mod">
          <ac:chgData name="Marianne Freeman" userId="1199072752_tp_dropbox" providerId="OAuth2" clId="{DD108009-3A17-F945-AE10-5C179473AF08}" dt="2018-09-28T02:50:08.088" v="335" actId="20577"/>
          <ac:spMkLst>
            <pc:docMk/>
            <pc:sldMk cId="1691134166" sldId="400"/>
            <ac:spMk id="3" creationId="{00000000-0000-0000-0000-000000000000}"/>
          </ac:spMkLst>
        </pc:spChg>
        <pc:inkChg chg="add">
          <ac:chgData name="Marianne Freeman" userId="1199072752_tp_dropbox" providerId="OAuth2" clId="{DD108009-3A17-F945-AE10-5C179473AF08}" dt="2018-09-28T02:50:13.872" v="336"/>
          <ac:inkMkLst>
            <pc:docMk/>
            <pc:sldMk cId="1691134166" sldId="400"/>
            <ac:inkMk id="5" creationId="{5EB6D2E7-B2D9-1044-B580-17BE01D69CDA}"/>
          </ac:inkMkLst>
        </pc:inkChg>
        <pc:inkChg chg="add">
          <ac:chgData name="Marianne Freeman" userId="1199072752_tp_dropbox" providerId="OAuth2" clId="{DD108009-3A17-F945-AE10-5C179473AF08}" dt="2018-09-28T02:50:15.094" v="337"/>
          <ac:inkMkLst>
            <pc:docMk/>
            <pc:sldMk cId="1691134166" sldId="400"/>
            <ac:inkMk id="6" creationId="{A161E67B-C0B6-5141-87CC-7505AEB11391}"/>
          </ac:inkMkLst>
        </pc:inkChg>
      </pc:sldChg>
      <pc:sldChg chg="addSp delSp modSp">
        <pc:chgData name="Marianne Freeman" userId="1199072752_tp_dropbox" providerId="OAuth2" clId="{DD108009-3A17-F945-AE10-5C179473AF08}" dt="2018-09-28T02:55:23.320" v="346"/>
        <pc:sldMkLst>
          <pc:docMk/>
          <pc:sldMk cId="2154675491" sldId="401"/>
        </pc:sldMkLst>
        <pc:spChg chg="mod">
          <ac:chgData name="Marianne Freeman" userId="1199072752_tp_dropbox" providerId="OAuth2" clId="{DD108009-3A17-F945-AE10-5C179473AF08}" dt="2018-09-28T02:55:12.147" v="343" actId="22"/>
          <ac:spMkLst>
            <pc:docMk/>
            <pc:sldMk cId="2154675491" sldId="401"/>
            <ac:spMk id="3" creationId="{00000000-0000-0000-0000-000000000000}"/>
          </ac:spMkLst>
        </pc:spChg>
        <pc:inkChg chg="add del">
          <ac:chgData name="Marianne Freeman" userId="1199072752_tp_dropbox" providerId="OAuth2" clId="{DD108009-3A17-F945-AE10-5C179473AF08}" dt="2018-09-28T02:54:42.321" v="339"/>
          <ac:inkMkLst>
            <pc:docMk/>
            <pc:sldMk cId="2154675491" sldId="401"/>
            <ac:inkMk id="5" creationId="{EC79274B-BE20-3A43-9247-4BC97F375D84}"/>
          </ac:inkMkLst>
        </pc:inkChg>
        <pc:inkChg chg="add del">
          <ac:chgData name="Marianne Freeman" userId="1199072752_tp_dropbox" providerId="OAuth2" clId="{DD108009-3A17-F945-AE10-5C179473AF08}" dt="2018-09-28T02:55:22.219" v="345"/>
          <ac:inkMkLst>
            <pc:docMk/>
            <pc:sldMk cId="2154675491" sldId="401"/>
            <ac:inkMk id="6" creationId="{E60DBE1C-5036-404F-91AD-8A9725F03D52}"/>
          </ac:inkMkLst>
        </pc:inkChg>
        <pc:inkChg chg="add">
          <ac:chgData name="Marianne Freeman" userId="1199072752_tp_dropbox" providerId="OAuth2" clId="{DD108009-3A17-F945-AE10-5C179473AF08}" dt="2018-09-28T02:55:23.320" v="346"/>
          <ac:inkMkLst>
            <pc:docMk/>
            <pc:sldMk cId="2154675491" sldId="401"/>
            <ac:inkMk id="7" creationId="{989D6688-7AD8-8246-8348-43CA31D6F282}"/>
          </ac:inkMkLst>
        </pc:inkChg>
      </pc:sldChg>
      <pc:sldChg chg="addSp delSp modSp">
        <pc:chgData name="Marianne Freeman" userId="1199072752_tp_dropbox" providerId="OAuth2" clId="{DD108009-3A17-F945-AE10-5C179473AF08}" dt="2018-09-28T02:56:43.964" v="352" actId="20577"/>
        <pc:sldMkLst>
          <pc:docMk/>
          <pc:sldMk cId="3802081311" sldId="406"/>
        </pc:sldMkLst>
        <pc:spChg chg="mod">
          <ac:chgData name="Marianne Freeman" userId="1199072752_tp_dropbox" providerId="OAuth2" clId="{DD108009-3A17-F945-AE10-5C179473AF08}" dt="2018-09-28T02:56:43.964" v="352" actId="20577"/>
          <ac:spMkLst>
            <pc:docMk/>
            <pc:sldMk cId="3802081311" sldId="406"/>
            <ac:spMk id="3" creationId="{00000000-0000-0000-0000-000000000000}"/>
          </ac:spMkLst>
        </pc:spChg>
        <pc:inkChg chg="add del">
          <ac:chgData name="Marianne Freeman" userId="1199072752_tp_dropbox" providerId="OAuth2" clId="{DD108009-3A17-F945-AE10-5C179473AF08}" dt="2018-09-28T02:56:36.176" v="350"/>
          <ac:inkMkLst>
            <pc:docMk/>
            <pc:sldMk cId="3802081311" sldId="406"/>
            <ac:inkMk id="5" creationId="{323BC567-D719-6242-92FD-C360A9A887CB}"/>
          </ac:inkMkLst>
        </pc:inkChg>
        <pc:inkChg chg="add del">
          <ac:chgData name="Marianne Freeman" userId="1199072752_tp_dropbox" providerId="OAuth2" clId="{DD108009-3A17-F945-AE10-5C179473AF08}" dt="2018-09-28T02:56:36" v="349"/>
          <ac:inkMkLst>
            <pc:docMk/>
            <pc:sldMk cId="3802081311" sldId="406"/>
            <ac:inkMk id="6" creationId="{9CD7D7D1-5120-7E4D-8107-51F0251EF26D}"/>
          </ac:inkMkLst>
        </pc:inkChg>
      </pc:sldChg>
      <pc:sldChg chg="addSp modSp">
        <pc:chgData name="Marianne Freeman" userId="1199072752_tp_dropbox" providerId="OAuth2" clId="{DD108009-3A17-F945-AE10-5C179473AF08}" dt="2018-09-28T02:57:28.888" v="355"/>
        <pc:sldMkLst>
          <pc:docMk/>
          <pc:sldMk cId="1140007908" sldId="408"/>
        </pc:sldMkLst>
        <pc:spChg chg="mod">
          <ac:chgData name="Marianne Freeman" userId="1199072752_tp_dropbox" providerId="OAuth2" clId="{DD108009-3A17-F945-AE10-5C179473AF08}" dt="2018-09-28T02:57:25.187" v="354" actId="20577"/>
          <ac:spMkLst>
            <pc:docMk/>
            <pc:sldMk cId="1140007908" sldId="408"/>
            <ac:spMk id="3" creationId="{00000000-0000-0000-0000-000000000000}"/>
          </ac:spMkLst>
        </pc:spChg>
        <pc:inkChg chg="add">
          <ac:chgData name="Marianne Freeman" userId="1199072752_tp_dropbox" providerId="OAuth2" clId="{DD108009-3A17-F945-AE10-5C179473AF08}" dt="2018-09-28T02:57:28.888" v="355"/>
          <ac:inkMkLst>
            <pc:docMk/>
            <pc:sldMk cId="1140007908" sldId="408"/>
            <ac:inkMk id="5" creationId="{F6897CAD-86A4-0D4E-9F77-7D74A4CD68B1}"/>
          </ac:inkMkLst>
        </pc:inkChg>
      </pc:sldChg>
      <pc:sldChg chg="addSp delSp modSp">
        <pc:chgData name="Marianne Freeman" userId="1199072752_tp_dropbox" providerId="OAuth2" clId="{DD108009-3A17-F945-AE10-5C179473AF08}" dt="2018-09-28T02:58:16.156" v="361" actId="20577"/>
        <pc:sldMkLst>
          <pc:docMk/>
          <pc:sldMk cId="906119618" sldId="410"/>
        </pc:sldMkLst>
        <pc:spChg chg="mod">
          <ac:chgData name="Marianne Freeman" userId="1199072752_tp_dropbox" providerId="OAuth2" clId="{DD108009-3A17-F945-AE10-5C179473AF08}" dt="2018-09-28T02:58:16.156" v="361" actId="20577"/>
          <ac:spMkLst>
            <pc:docMk/>
            <pc:sldMk cId="906119618" sldId="410"/>
            <ac:spMk id="3" creationId="{00000000-0000-0000-0000-000000000000}"/>
          </ac:spMkLst>
        </pc:spChg>
        <pc:inkChg chg="add del">
          <ac:chgData name="Marianne Freeman" userId="1199072752_tp_dropbox" providerId="OAuth2" clId="{DD108009-3A17-F945-AE10-5C179473AF08}" dt="2018-09-28T02:58:07.300" v="357"/>
          <ac:inkMkLst>
            <pc:docMk/>
            <pc:sldMk cId="906119618" sldId="410"/>
            <ac:inkMk id="5" creationId="{D1674CD7-3C04-944A-9A89-FBC994523051}"/>
          </ac:inkMkLst>
        </pc:inkChg>
        <pc:inkChg chg="add">
          <ac:chgData name="Marianne Freeman" userId="1199072752_tp_dropbox" providerId="OAuth2" clId="{DD108009-3A17-F945-AE10-5C179473AF08}" dt="2018-09-28T02:58:08.609" v="358"/>
          <ac:inkMkLst>
            <pc:docMk/>
            <pc:sldMk cId="906119618" sldId="410"/>
            <ac:inkMk id="6" creationId="{10DAA5B8-9476-6148-AEB7-21D79653B7CF}"/>
          </ac:inkMkLst>
        </pc:ink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dirty="0"/>
            </a:lvl1pPr>
          </a:lstStyle>
          <a:p>
            <a:pPr>
              <a:defRPr/>
            </a:pPr>
            <a:endParaRPr lang="en-US" dirty="0"/>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vl1pPr>
          </a:lstStyle>
          <a:p>
            <a:pPr>
              <a:defRPr/>
            </a:pPr>
            <a:fld id="{4C7AC561-FEF4-4564-B1BB-B4891A40ACD7}" type="slidenum">
              <a:rPr lang="en-US"/>
              <a:pPr>
                <a:defRPr/>
              </a:pPr>
              <a:t>‹#›</a:t>
            </a:fld>
            <a:endParaRPr lang="en-US" dirty="0"/>
          </a:p>
        </p:txBody>
      </p:sp>
    </p:spTree>
    <p:extLst>
      <p:ext uri="{BB962C8B-B14F-4D97-AF65-F5344CB8AC3E}">
        <p14:creationId xmlns:p14="http://schemas.microsoft.com/office/powerpoint/2010/main" val="25629746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dirty="0"/>
            </a:lvl1pPr>
          </a:lstStyle>
          <a:p>
            <a:pPr>
              <a:defRPr/>
            </a:pPr>
            <a:endParaRPr lang="en-US" dirty="0"/>
          </a:p>
        </p:txBody>
      </p:sp>
      <p:sp>
        <p:nvSpPr>
          <p:cNvPr id="583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vl1pPr>
          </a:lstStyle>
          <a:p>
            <a:pPr>
              <a:defRPr/>
            </a:pPr>
            <a:fld id="{D4FD6BFF-8DB4-463C-8B03-99A14BC43E25}" type="slidenum">
              <a:rPr lang="en-US"/>
              <a:pPr>
                <a:defRPr/>
              </a:pPr>
              <a:t>‹#›</a:t>
            </a:fld>
            <a:endParaRPr lang="en-US" dirty="0"/>
          </a:p>
        </p:txBody>
      </p:sp>
    </p:spTree>
    <p:extLst>
      <p:ext uri="{BB962C8B-B14F-4D97-AF65-F5344CB8AC3E}">
        <p14:creationId xmlns:p14="http://schemas.microsoft.com/office/powerpoint/2010/main" val="13746563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pPr eaLnBrk="1" hangingPunct="1"/>
            <a:endParaRPr lang="en-US" dirty="0"/>
          </a:p>
        </p:txBody>
      </p:sp>
      <p:sp>
        <p:nvSpPr>
          <p:cNvPr id="59396" name="Slide Number Placeholder 3"/>
          <p:cNvSpPr>
            <a:spLocks noGrp="1"/>
          </p:cNvSpPr>
          <p:nvPr>
            <p:ph type="sldNum" sz="quarter" idx="5"/>
          </p:nvPr>
        </p:nvSpPr>
        <p:spPr>
          <a:noFill/>
        </p:spPr>
        <p:txBody>
          <a:bodyPr/>
          <a:lstStyle/>
          <a:p>
            <a:fld id="{86EC327F-7E80-4D08-B8B0-0F574A3B94BC}" type="slidenum">
              <a:rPr lang="en-US" smtClean="0"/>
              <a:pPr/>
              <a:t>1</a:t>
            </a:fld>
            <a:endParaRPr lang="en-US" dirty="0"/>
          </a:p>
        </p:txBody>
      </p:sp>
    </p:spTree>
    <p:extLst>
      <p:ext uri="{BB962C8B-B14F-4D97-AF65-F5344CB8AC3E}">
        <p14:creationId xmlns:p14="http://schemas.microsoft.com/office/powerpoint/2010/main" val="9741543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77246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Divider Option 1">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12461" r="12461"/>
          <a:stretch/>
        </p:blipFill>
        <p:spPr>
          <a:xfrm>
            <a:off x="0" y="0"/>
            <a:ext cx="9144000" cy="6858000"/>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5109" y="307397"/>
            <a:ext cx="1592580" cy="360426"/>
          </a:xfrm>
          <a:prstGeom prst="rect">
            <a:avLst/>
          </a:prstGeom>
        </p:spPr>
      </p:pic>
      <p:sp>
        <p:nvSpPr>
          <p:cNvPr id="3" name="Text Placeholder 2"/>
          <p:cNvSpPr>
            <a:spLocks noGrp="1"/>
          </p:cNvSpPr>
          <p:nvPr>
            <p:ph type="body" sz="quarter" idx="10" hasCustomPrompt="1"/>
          </p:nvPr>
        </p:nvSpPr>
        <p:spPr>
          <a:xfrm>
            <a:off x="3650456" y="4225703"/>
            <a:ext cx="1843088" cy="657225"/>
          </a:xfrm>
        </p:spPr>
        <p:txBody>
          <a:bodyPr>
            <a:normAutofit/>
          </a:bodyPr>
          <a:lstStyle>
            <a:lvl1pPr marL="0" indent="0" algn="ctr">
              <a:buNone/>
              <a:defRPr sz="1800" b="0" i="0">
                <a:solidFill>
                  <a:schemeClr val="bg1"/>
                </a:solidFill>
                <a:latin typeface="Open Sans" charset="0"/>
                <a:ea typeface="Open Sans" charset="0"/>
                <a:cs typeface="Open Sans" charset="0"/>
              </a:defRPr>
            </a:lvl1pPr>
          </a:lstStyle>
          <a:p>
            <a:pPr lvl="0"/>
            <a:r>
              <a:rPr lang="en-US" dirty="0"/>
              <a:t>Date Here</a:t>
            </a:r>
          </a:p>
        </p:txBody>
      </p:sp>
      <p:sp>
        <p:nvSpPr>
          <p:cNvPr id="6" name="Text Placeholder 5"/>
          <p:cNvSpPr>
            <a:spLocks noGrp="1"/>
          </p:cNvSpPr>
          <p:nvPr>
            <p:ph type="body" sz="quarter" idx="11" hasCustomPrompt="1"/>
          </p:nvPr>
        </p:nvSpPr>
        <p:spPr>
          <a:xfrm>
            <a:off x="955931" y="2275311"/>
            <a:ext cx="7232139" cy="1549400"/>
          </a:xfrm>
        </p:spPr>
        <p:txBody>
          <a:bodyPr anchor="b" anchorCtr="0">
            <a:normAutofit/>
          </a:bodyPr>
          <a:lstStyle>
            <a:lvl1pPr marL="0" indent="0" algn="ctr">
              <a:buNone/>
              <a:defRPr sz="3200" b="0" i="0">
                <a:solidFill>
                  <a:schemeClr val="bg1"/>
                </a:solidFill>
                <a:latin typeface="Open Sans" charset="0"/>
                <a:ea typeface="Open Sans" charset="0"/>
                <a:cs typeface="Open Sans" charset="0"/>
              </a:defRPr>
            </a:lvl1pPr>
            <a:lvl2pPr marL="342900" indent="0" algn="ctr">
              <a:buNone/>
              <a:defRPr>
                <a:latin typeface="Summer Font" charset="0"/>
                <a:ea typeface="Summer Font" charset="0"/>
                <a:cs typeface="Summer Font" charset="0"/>
              </a:defRPr>
            </a:lvl2pPr>
            <a:lvl3pPr marL="685800" indent="0" algn="ctr">
              <a:buNone/>
              <a:defRPr>
                <a:latin typeface="Summer Font" charset="0"/>
                <a:ea typeface="Summer Font" charset="0"/>
                <a:cs typeface="Summer Font" charset="0"/>
              </a:defRPr>
            </a:lvl3pPr>
            <a:lvl4pPr marL="1028700" indent="0" algn="ctr">
              <a:buNone/>
              <a:defRPr>
                <a:latin typeface="Summer Font" charset="0"/>
                <a:ea typeface="Summer Font" charset="0"/>
                <a:cs typeface="Summer Font" charset="0"/>
              </a:defRPr>
            </a:lvl4pPr>
          </a:lstStyle>
          <a:p>
            <a:pPr lvl="0"/>
            <a:r>
              <a:rPr lang="en-US" dirty="0"/>
              <a:t>Click Here To Edit Headline</a:t>
            </a:r>
          </a:p>
        </p:txBody>
      </p:sp>
      <p:sp>
        <p:nvSpPr>
          <p:cNvPr id="4" name="Text Placeholder 3"/>
          <p:cNvSpPr>
            <a:spLocks noGrp="1"/>
          </p:cNvSpPr>
          <p:nvPr>
            <p:ph type="body" sz="quarter" idx="12"/>
          </p:nvPr>
        </p:nvSpPr>
        <p:spPr>
          <a:xfrm>
            <a:off x="2151063" y="1277938"/>
            <a:ext cx="4914900" cy="16525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50281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3_Custom Layout">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Edit Master text styles</a:t>
            </a:r>
          </a:p>
        </p:txBody>
      </p:sp>
      <p:sp>
        <p:nvSpPr>
          <p:cNvPr id="12" name="Text Placeholder 11"/>
          <p:cNvSpPr>
            <a:spLocks noGrp="1"/>
          </p:cNvSpPr>
          <p:nvPr>
            <p:ph type="body" sz="quarter" idx="17"/>
          </p:nvPr>
        </p:nvSpPr>
        <p:spPr>
          <a:xfrm>
            <a:off x="557683" y="1638300"/>
            <a:ext cx="8033657" cy="4394200"/>
          </a:xfrm>
        </p:spPr>
        <p:txBody>
          <a:bodyPr>
            <a:normAutofit/>
          </a:bodyPr>
          <a:lstStyle>
            <a:lvl1pPr marL="0" indent="0">
              <a:buNone/>
              <a:defRPr sz="1600"/>
            </a:lvl1pPr>
            <a:lvl2pPr>
              <a:defRPr sz="1600"/>
            </a:lvl2pPr>
            <a:lvl3pPr marL="857250" indent="-171450">
              <a:buFontTx/>
              <a:buChar cha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53055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4_Custom Layout">
    <p:spTree>
      <p:nvGrpSpPr>
        <p:cNvPr id="1" name=""/>
        <p:cNvGrpSpPr/>
        <p:nvPr/>
      </p:nvGrpSpPr>
      <p:grpSpPr>
        <a:xfrm>
          <a:off x="0" y="0"/>
          <a:ext cx="0" cy="0"/>
          <a:chOff x="0" y="0"/>
          <a:chExt cx="0" cy="0"/>
        </a:xfrm>
      </p:grpSpPr>
      <p:sp>
        <p:nvSpPr>
          <p:cNvPr id="5" name="Text Placeholder 5"/>
          <p:cNvSpPr>
            <a:spLocks noGrp="1"/>
          </p:cNvSpPr>
          <p:nvPr>
            <p:ph type="body" sz="quarter" idx="13" hasCustomPrompt="1"/>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
        <p:nvSpPr>
          <p:cNvPr id="2" name="TextBox 1"/>
          <p:cNvSpPr txBox="1"/>
          <p:nvPr/>
        </p:nvSpPr>
        <p:spPr>
          <a:xfrm>
            <a:off x="-872836" y="2348346"/>
            <a:ext cx="748145" cy="405246"/>
          </a:xfrm>
          <a:prstGeom prst="rect">
            <a:avLst/>
          </a:prstGeom>
          <a:noFill/>
          <a:effectLst>
            <a:outerShdw dist="12700" dir="5400000" algn="t" rotWithShape="0">
              <a:schemeClr val="tx1"/>
            </a:outerShdw>
          </a:effectLst>
        </p:spPr>
        <p:txBody>
          <a:bodyPr wrap="square" lIns="0" tIns="0" rIns="0" rtlCol="0" anchor="b">
            <a:spAutoFit/>
          </a:bodyPr>
          <a:lstStyle/>
          <a:p>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14491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and Content_2">
    <p:spTree>
      <p:nvGrpSpPr>
        <p:cNvPr id="1" name=""/>
        <p:cNvGrpSpPr/>
        <p:nvPr/>
      </p:nvGrpSpPr>
      <p:grpSpPr>
        <a:xfrm>
          <a:off x="0" y="0"/>
          <a:ext cx="0" cy="0"/>
          <a:chOff x="0" y="0"/>
          <a:chExt cx="0" cy="0"/>
        </a:xfrm>
      </p:grpSpPr>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1504" y="225746"/>
            <a:ext cx="1048916" cy="316515"/>
          </a:xfrm>
          <a:prstGeom prst="rect">
            <a:avLst/>
          </a:prstGeom>
        </p:spPr>
      </p:pic>
      <p:sp>
        <p:nvSpPr>
          <p:cNvPr id="7" name="Slide Number Placeholder 3"/>
          <p:cNvSpPr>
            <a:spLocks noGrp="1"/>
          </p:cNvSpPr>
          <p:nvPr>
            <p:ph type="sldNum" sz="quarter" idx="12"/>
          </p:nvPr>
        </p:nvSpPr>
        <p:spPr>
          <a:xfrm>
            <a:off x="6803231" y="6327776"/>
            <a:ext cx="2057400" cy="365125"/>
          </a:xfrm>
          <a:prstGeom prst="rect">
            <a:avLst/>
          </a:prstGeom>
        </p:spPr>
        <p:txBody>
          <a:bodyPr/>
          <a:lstStyle/>
          <a:p>
            <a:fld id="{B0FAAE45-A79E-4541-9F85-6F09D633C756}" type="slidenum">
              <a:rPr lang="en-US" smtClean="0"/>
              <a:t>‹#›</a:t>
            </a:fld>
            <a:endParaRPr lang="en-US" dirty="0"/>
          </a:p>
        </p:txBody>
      </p:sp>
      <p:sp>
        <p:nvSpPr>
          <p:cNvPr id="4" name="Text Placeholder 3"/>
          <p:cNvSpPr>
            <a:spLocks noGrp="1"/>
          </p:cNvSpPr>
          <p:nvPr>
            <p:ph type="body" sz="quarter" idx="15"/>
          </p:nvPr>
        </p:nvSpPr>
        <p:spPr>
          <a:xfrm>
            <a:off x="557682" y="2202774"/>
            <a:ext cx="3813351"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5"/>
          <p:cNvSpPr>
            <a:spLocks noGrp="1"/>
          </p:cNvSpPr>
          <p:nvPr>
            <p:ph type="body" sz="quarter" idx="13" hasCustomPrompt="1"/>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sp>
        <p:nvSpPr>
          <p:cNvPr id="14" name="Text Placeholder 3"/>
          <p:cNvSpPr>
            <a:spLocks noGrp="1"/>
          </p:cNvSpPr>
          <p:nvPr>
            <p:ph type="body" sz="quarter" idx="18"/>
          </p:nvPr>
        </p:nvSpPr>
        <p:spPr>
          <a:xfrm>
            <a:off x="4777988" y="2202774"/>
            <a:ext cx="3813351"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idx="1"/>
          </p:nvPr>
        </p:nvSpPr>
        <p:spPr>
          <a:xfrm>
            <a:off x="557682" y="1609792"/>
            <a:ext cx="3813351"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12" name="Content Placeholder 2"/>
          <p:cNvSpPr>
            <a:spLocks noGrp="1"/>
          </p:cNvSpPr>
          <p:nvPr>
            <p:ph idx="20"/>
          </p:nvPr>
        </p:nvSpPr>
        <p:spPr>
          <a:xfrm>
            <a:off x="4777988" y="1609792"/>
            <a:ext cx="3813351"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2519433586"/>
      </p:ext>
    </p:extLst>
  </p:cSld>
  <p:clrMapOvr>
    <a:masterClrMapping/>
  </p:clrMapOvr>
  <p:extLst>
    <p:ext uri="{DCECCB84-F9BA-43D5-87BE-67443E8EF086}">
      <p15:sldGuideLst xmlns:p15="http://schemas.microsoft.com/office/powerpoint/2012/main">
        <p15:guide id="1" orient="horz" pos="936">
          <p15:clr>
            <a:srgbClr val="FBAE40"/>
          </p15:clr>
        </p15:guide>
        <p15:guide id="2" pos="396">
          <p15:clr>
            <a:srgbClr val="FBAE40"/>
          </p15:clr>
        </p15:guide>
        <p15:guide id="3" orient="horz" pos="312">
          <p15:clr>
            <a:srgbClr val="FBAE40"/>
          </p15:clr>
        </p15:guide>
        <p15:guide id="4" orient="horz" pos="17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1_Title and Content_2">
    <p:spTree>
      <p:nvGrpSpPr>
        <p:cNvPr id="1" name=""/>
        <p:cNvGrpSpPr/>
        <p:nvPr/>
      </p:nvGrpSpPr>
      <p:grpSpPr>
        <a:xfrm>
          <a:off x="0" y="0"/>
          <a:ext cx="0" cy="0"/>
          <a:chOff x="0" y="0"/>
          <a:chExt cx="0" cy="0"/>
        </a:xfrm>
      </p:grpSpPr>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1504" y="225746"/>
            <a:ext cx="1048916" cy="316515"/>
          </a:xfrm>
          <a:prstGeom prst="rect">
            <a:avLst/>
          </a:prstGeom>
        </p:spPr>
      </p:pic>
      <p:sp>
        <p:nvSpPr>
          <p:cNvPr id="7" name="Slide Number Placeholder 3"/>
          <p:cNvSpPr>
            <a:spLocks noGrp="1"/>
          </p:cNvSpPr>
          <p:nvPr>
            <p:ph type="sldNum" sz="quarter" idx="12"/>
          </p:nvPr>
        </p:nvSpPr>
        <p:spPr>
          <a:xfrm>
            <a:off x="6803231" y="6327776"/>
            <a:ext cx="2057400" cy="365125"/>
          </a:xfrm>
          <a:prstGeom prst="rect">
            <a:avLst/>
          </a:prstGeom>
        </p:spPr>
        <p:txBody>
          <a:bodyPr/>
          <a:lstStyle/>
          <a:p>
            <a:fld id="{B0FAAE45-A79E-4541-9F85-6F09D633C756}" type="slidenum">
              <a:rPr lang="en-US" smtClean="0"/>
              <a:t>‹#›</a:t>
            </a:fld>
            <a:endParaRPr lang="en-US" dirty="0"/>
          </a:p>
        </p:txBody>
      </p:sp>
      <p:sp>
        <p:nvSpPr>
          <p:cNvPr id="4" name="Text Placeholder 3"/>
          <p:cNvSpPr>
            <a:spLocks noGrp="1"/>
          </p:cNvSpPr>
          <p:nvPr>
            <p:ph type="body" sz="quarter" idx="15"/>
          </p:nvPr>
        </p:nvSpPr>
        <p:spPr>
          <a:xfrm>
            <a:off x="557682"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5"/>
          <p:cNvSpPr>
            <a:spLocks noGrp="1"/>
          </p:cNvSpPr>
          <p:nvPr>
            <p:ph type="body" sz="quarter" idx="13" hasCustomPrompt="1"/>
          </p:nvPr>
        </p:nvSpPr>
        <p:spPr>
          <a:xfrm>
            <a:off x="555172"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sp>
        <p:nvSpPr>
          <p:cNvPr id="16" name="Text Placeholder 3"/>
          <p:cNvSpPr>
            <a:spLocks noGrp="1"/>
          </p:cNvSpPr>
          <p:nvPr>
            <p:ph type="body" sz="quarter" idx="18"/>
          </p:nvPr>
        </p:nvSpPr>
        <p:spPr>
          <a:xfrm>
            <a:off x="3334349"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3"/>
          <p:cNvSpPr>
            <a:spLocks noGrp="1"/>
          </p:cNvSpPr>
          <p:nvPr>
            <p:ph type="body" sz="quarter" idx="20"/>
          </p:nvPr>
        </p:nvSpPr>
        <p:spPr>
          <a:xfrm>
            <a:off x="6116038"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idx="1"/>
          </p:nvPr>
        </p:nvSpPr>
        <p:spPr>
          <a:xfrm>
            <a:off x="557682"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19" name="Content Placeholder 2"/>
          <p:cNvSpPr>
            <a:spLocks noGrp="1"/>
          </p:cNvSpPr>
          <p:nvPr>
            <p:ph idx="22"/>
          </p:nvPr>
        </p:nvSpPr>
        <p:spPr>
          <a:xfrm>
            <a:off x="3334349"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23" name="Content Placeholder 2"/>
          <p:cNvSpPr>
            <a:spLocks noGrp="1"/>
          </p:cNvSpPr>
          <p:nvPr>
            <p:ph idx="23"/>
          </p:nvPr>
        </p:nvSpPr>
        <p:spPr>
          <a:xfrm>
            <a:off x="6109465"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2825816293"/>
      </p:ext>
    </p:extLst>
  </p:cSld>
  <p:clrMapOvr>
    <a:masterClrMapping/>
  </p:clrMapOvr>
  <p:extLst>
    <p:ext uri="{DCECCB84-F9BA-43D5-87BE-67443E8EF086}">
      <p15:sldGuideLst xmlns:p15="http://schemas.microsoft.com/office/powerpoint/2012/main">
        <p15:guide id="1" orient="horz" pos="936">
          <p15:clr>
            <a:srgbClr val="FBAE40"/>
          </p15:clr>
        </p15:guide>
        <p15:guide id="2" pos="396">
          <p15:clr>
            <a:srgbClr val="FBAE40"/>
          </p15:clr>
        </p15:guide>
        <p15:guide id="3" orient="horz" pos="312">
          <p15:clr>
            <a:srgbClr val="FBAE40"/>
          </p15:clr>
        </p15:guide>
        <p15:guide id="4" orient="horz" pos="17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5_Custom Layout">
    <p:spTree>
      <p:nvGrpSpPr>
        <p:cNvPr id="1" name=""/>
        <p:cNvGrpSpPr/>
        <p:nvPr/>
      </p:nvGrpSpPr>
      <p:grpSpPr>
        <a:xfrm>
          <a:off x="0" y="0"/>
          <a:ext cx="0" cy="0"/>
          <a:chOff x="0" y="0"/>
          <a:chExt cx="0" cy="0"/>
        </a:xfrm>
      </p:grpSpPr>
      <p:sp>
        <p:nvSpPr>
          <p:cNvPr id="18" name="Slide Number Placeholder 3"/>
          <p:cNvSpPr>
            <a:spLocks noGrp="1"/>
          </p:cNvSpPr>
          <p:nvPr>
            <p:ph type="sldNum" sz="quarter" idx="12"/>
          </p:nvPr>
        </p:nvSpPr>
        <p:spPr>
          <a:xfrm>
            <a:off x="6803231" y="6327776"/>
            <a:ext cx="2057400" cy="365125"/>
          </a:xfrm>
          <a:prstGeom prst="rect">
            <a:avLst/>
          </a:prstGeom>
        </p:spPr>
        <p:txBody>
          <a:bodyPr/>
          <a:lstStyle/>
          <a:p>
            <a:pPr>
              <a:defRPr/>
            </a:pPr>
            <a:fld id="{2F11DC2A-2F4E-4F79-A3F5-88DB509F96F8}" type="slidenum">
              <a:rPr lang="en-US" smtClean="0"/>
              <a:pPr>
                <a:defRPr/>
              </a:pPr>
              <a:t>‹#›</a:t>
            </a:fld>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1987485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268F-3C1B-46C6-8416-CC17C6037C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195AC9-BFC6-4E47-89AB-74CA8BB5098B}"/>
              </a:ext>
            </a:extLst>
          </p:cNvPr>
          <p:cNvSpPr>
            <a:spLocks noGrp="1"/>
          </p:cNvSpPr>
          <p:nvPr>
            <p:ph idx="1"/>
          </p:nvPr>
        </p:nvSpPr>
        <p:spPr>
          <a:xfrm>
            <a:off x="628650" y="1825625"/>
            <a:ext cx="7886700" cy="993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36195AC9-BFC6-4E47-89AB-74CA8BB5098B}"/>
              </a:ext>
            </a:extLst>
          </p:cNvPr>
          <p:cNvSpPr>
            <a:spLocks noGrp="1"/>
          </p:cNvSpPr>
          <p:nvPr>
            <p:ph idx="12"/>
          </p:nvPr>
        </p:nvSpPr>
        <p:spPr>
          <a:xfrm>
            <a:off x="628650" y="3259233"/>
            <a:ext cx="7886700" cy="993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36195AC9-BFC6-4E47-89AB-74CA8BB5098B}"/>
              </a:ext>
            </a:extLst>
          </p:cNvPr>
          <p:cNvSpPr>
            <a:spLocks noGrp="1"/>
          </p:cNvSpPr>
          <p:nvPr>
            <p:ph idx="13"/>
          </p:nvPr>
        </p:nvSpPr>
        <p:spPr>
          <a:xfrm>
            <a:off x="628650" y="4572000"/>
            <a:ext cx="7886700" cy="993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864801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8A5D6-B081-4DEA-AFA6-7CE8497C3BFA}"/>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8900ECD3-241C-498C-AE8A-C369AAB146EA}"/>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5D44DE4E-2EA8-4FEC-8923-3AF317539A51}"/>
              </a:ext>
            </a:extLst>
          </p:cNvPr>
          <p:cNvSpPr>
            <a:spLocks noGrp="1"/>
          </p:cNvSpPr>
          <p:nvPr>
            <p:ph type="dt" sz="half" idx="10"/>
          </p:nvPr>
        </p:nvSpPr>
        <p:spPr/>
        <p:txBody>
          <a:bodyPr/>
          <a:lstStyle/>
          <a:p>
            <a:endParaRPr lang="en-US" dirty="0"/>
          </a:p>
        </p:txBody>
      </p:sp>
      <p:sp>
        <p:nvSpPr>
          <p:cNvPr id="6" name="Slide Number Placeholder 5">
            <a:extLst>
              <a:ext uri="{FF2B5EF4-FFF2-40B4-BE49-F238E27FC236}">
                <a16:creationId xmlns:a16="http://schemas.microsoft.com/office/drawing/2014/main" id="{EF036050-30CC-48E6-8A82-5CEB2AD3F03D}"/>
              </a:ext>
            </a:extLst>
          </p:cNvPr>
          <p:cNvSpPr>
            <a:spLocks noGrp="1"/>
          </p:cNvSpPr>
          <p:nvPr>
            <p:ph type="sldNum" sz="quarter" idx="12"/>
          </p:nvPr>
        </p:nvSpPr>
        <p:spPr/>
        <p:txBody>
          <a:bodyPr/>
          <a:lstStyle/>
          <a:p>
            <a:fld id="{786E95EF-C699-41F4-A9B7-78276692A070}" type="slidenum">
              <a:rPr lang="en-US" smtClean="0"/>
              <a:t>‹#›</a:t>
            </a:fld>
            <a:endParaRPr lang="en-US" dirty="0"/>
          </a:p>
        </p:txBody>
      </p:sp>
      <p:sp>
        <p:nvSpPr>
          <p:cNvPr id="8" name="Content Placeholder 7"/>
          <p:cNvSpPr>
            <a:spLocks noGrp="1"/>
          </p:cNvSpPr>
          <p:nvPr>
            <p:ph sz="quarter" idx="13"/>
          </p:nvPr>
        </p:nvSpPr>
        <p:spPr>
          <a:xfrm>
            <a:off x="685800" y="5562600"/>
            <a:ext cx="8001000" cy="457200"/>
          </a:xfrm>
        </p:spPr>
        <p:txBody>
          <a:bodyPr/>
          <a:lstStyle/>
          <a:p>
            <a:pPr lvl="0"/>
            <a:endParaRPr lang="en-IN" dirty="0"/>
          </a:p>
        </p:txBody>
      </p:sp>
    </p:spTree>
    <p:extLst>
      <p:ext uri="{BB962C8B-B14F-4D97-AF65-F5344CB8AC3E}">
        <p14:creationId xmlns:p14="http://schemas.microsoft.com/office/powerpoint/2010/main" val="49395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11">
            <a:extLst>
              <a:ext uri="{28A0092B-C50C-407E-A947-70E740481C1C}">
                <a14:useLocalDpi xmlns:a14="http://schemas.microsoft.com/office/drawing/2010/main" val="0"/>
              </a:ext>
            </a:extLst>
          </a:blip>
          <a:srcRect l="12461" r="12461"/>
          <a:stretch/>
        </p:blipFill>
        <p:spPr>
          <a:xfrm>
            <a:off x="0" y="0"/>
            <a:ext cx="9144000" cy="6858000"/>
          </a:xfrm>
          <a:prstGeom prst="rect">
            <a:avLst/>
          </a:prstGeom>
        </p:spPr>
      </p:pic>
      <p:sp>
        <p:nvSpPr>
          <p:cNvPr id="2" name="Title Placeholder 1"/>
          <p:cNvSpPr>
            <a:spLocks noGrp="1"/>
          </p:cNvSpPr>
          <p:nvPr>
            <p:ph type="title"/>
          </p:nvPr>
        </p:nvSpPr>
        <p:spPr>
          <a:xfrm>
            <a:off x="628650" y="365126"/>
            <a:ext cx="7886700" cy="1325563"/>
          </a:xfrm>
          <a:prstGeom prst="rect">
            <a:avLst/>
          </a:prstGeom>
        </p:spPr>
        <p:txBody>
          <a:bodyPr vert="horz" lIns="0" tIns="0" rIns="0" bIns="0" rtlCol="0" anchor="t"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68433952"/>
      </p:ext>
    </p:extLst>
  </p:cSld>
  <p:clrMap bg1="lt1" tx1="dk1" bg2="lt2" tx2="dk2" accent1="accent1" accent2="accent2" accent3="accent3" accent4="accent4" accent5="accent5" accent6="accent6" hlink="hlink" folHlink="folHlink"/>
  <p:sldLayoutIdLst>
    <p:sldLayoutId id="2147483767" r:id="rId1"/>
    <p:sldLayoutId id="2147483759" r:id="rId2"/>
    <p:sldLayoutId id="2147483760" r:id="rId3"/>
    <p:sldLayoutId id="2147483761" r:id="rId4"/>
    <p:sldLayoutId id="2147483762" r:id="rId5"/>
    <p:sldLayoutId id="2147483763" r:id="rId6"/>
    <p:sldLayoutId id="2147483764" r:id="rId7"/>
    <p:sldLayoutId id="2147483766" r:id="rId8"/>
    <p:sldLayoutId id="2147483768" r:id="rId9"/>
  </p:sldLayoutIdLst>
  <p:hf sldNum="0" hdr="0" dt="0"/>
  <p:txStyles>
    <p:titleStyle>
      <a:lvl1pPr algn="l" defTabSz="685800" rtl="0" eaLnBrk="1" latinLnBrk="0" hangingPunct="1">
        <a:lnSpc>
          <a:spcPct val="90000"/>
        </a:lnSpc>
        <a:spcBef>
          <a:spcPct val="0"/>
        </a:spcBef>
        <a:buNone/>
        <a:defRPr sz="2600" b="0" i="0" kern="1200">
          <a:solidFill>
            <a:schemeClr val="tx1"/>
          </a:solidFill>
          <a:latin typeface="Open Sans" charset="0"/>
          <a:ea typeface="Open Sans" charset="0"/>
          <a:cs typeface="Open Sans" charset="0"/>
        </a:defRPr>
      </a:lvl1pPr>
    </p:titleStyle>
    <p:bodyStyle>
      <a:lvl1pPr marL="171450" indent="-171450" algn="l" defTabSz="685800" rtl="0" eaLnBrk="1" latinLnBrk="0" hangingPunct="1">
        <a:lnSpc>
          <a:spcPct val="90000"/>
        </a:lnSpc>
        <a:spcBef>
          <a:spcPts val="750"/>
        </a:spcBef>
        <a:buFont typeface="Arial"/>
        <a:buChar char="•"/>
        <a:defRPr sz="2100" b="0" i="0" kern="1200">
          <a:solidFill>
            <a:schemeClr val="tx1"/>
          </a:solidFill>
          <a:latin typeface="Open Sans Regular" charset="0"/>
          <a:ea typeface="+mn-ea"/>
          <a:cs typeface="+mn-cs"/>
        </a:defRPr>
      </a:lvl1pPr>
      <a:lvl2pPr marL="514350" indent="-171450" algn="l" defTabSz="685800" rtl="0" eaLnBrk="1" latinLnBrk="0" hangingPunct="1">
        <a:lnSpc>
          <a:spcPct val="90000"/>
        </a:lnSpc>
        <a:spcBef>
          <a:spcPts val="375"/>
        </a:spcBef>
        <a:buFont typeface="Arial"/>
        <a:buChar char="•"/>
        <a:defRPr sz="1800" b="0" i="0" kern="1200">
          <a:solidFill>
            <a:schemeClr val="tx1"/>
          </a:solidFill>
          <a:latin typeface="Open Sans Regular" charset="0"/>
          <a:ea typeface="+mn-ea"/>
          <a:cs typeface="+mn-cs"/>
        </a:defRPr>
      </a:lvl2pPr>
      <a:lvl3pPr marL="857250" indent="-171450" algn="l" defTabSz="685800" rtl="0" eaLnBrk="1" latinLnBrk="0" hangingPunct="1">
        <a:lnSpc>
          <a:spcPct val="90000"/>
        </a:lnSpc>
        <a:spcBef>
          <a:spcPts val="375"/>
        </a:spcBef>
        <a:buFont typeface="Arial"/>
        <a:buChar char="•"/>
        <a:defRPr sz="1500" b="0" i="0" kern="1200">
          <a:solidFill>
            <a:schemeClr val="tx1"/>
          </a:solidFill>
          <a:latin typeface="Open Sans Regular" charset="0"/>
          <a:ea typeface="+mn-ea"/>
          <a:cs typeface="+mn-cs"/>
        </a:defRPr>
      </a:lvl3pPr>
      <a:lvl4pPr marL="1200150" indent="-171450" algn="l" defTabSz="685800" rtl="0" eaLnBrk="1" latinLnBrk="0" hangingPunct="1">
        <a:lnSpc>
          <a:spcPct val="90000"/>
        </a:lnSpc>
        <a:spcBef>
          <a:spcPts val="375"/>
        </a:spcBef>
        <a:buFont typeface="Arial"/>
        <a:buChar char="•"/>
        <a:defRPr sz="1350" b="0" i="0" kern="1200">
          <a:solidFill>
            <a:schemeClr val="tx1"/>
          </a:solidFill>
          <a:latin typeface="Open Sans Regular" charset="0"/>
          <a:ea typeface="+mn-ea"/>
          <a:cs typeface="+mn-cs"/>
        </a:defRPr>
      </a:lvl4pPr>
      <a:lvl5pPr marL="1543050" indent="-171450" algn="l" defTabSz="685800" rtl="0" eaLnBrk="1" latinLnBrk="0" hangingPunct="1">
        <a:lnSpc>
          <a:spcPct val="90000"/>
        </a:lnSpc>
        <a:spcBef>
          <a:spcPts val="375"/>
        </a:spcBef>
        <a:buFont typeface="Arial"/>
        <a:buChar char="•"/>
        <a:defRPr sz="1350" b="0" i="0" kern="1200">
          <a:solidFill>
            <a:schemeClr val="tx1"/>
          </a:solidFill>
          <a:latin typeface="Open Sans Regular" charset="0"/>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8.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146699" y="1143000"/>
            <a:ext cx="6858000" cy="2387600"/>
          </a:xfrm>
        </p:spPr>
        <p:txBody>
          <a:bodyPr>
            <a:normAutofit/>
          </a:bodyPr>
          <a:lstStyle/>
          <a:p>
            <a:r>
              <a:rPr lang="en-US" dirty="0">
                <a:solidFill>
                  <a:schemeClr val="bg2">
                    <a:lumMod val="10000"/>
                  </a:schemeClr>
                </a:solidFill>
              </a:rPr>
              <a:t>Chapter 9: Lists</a:t>
            </a:r>
          </a:p>
        </p:txBody>
      </p:sp>
      <p:sp>
        <p:nvSpPr>
          <p:cNvPr id="4" name="Subtitle 3">
            <a:extLst>
              <a:ext uri="{FF2B5EF4-FFF2-40B4-BE49-F238E27FC236}">
                <a16:creationId xmlns:a16="http://schemas.microsoft.com/office/drawing/2014/main" id="{2B7206C4-20D6-1E4B-A9BF-F06AB8FA9727}"/>
              </a:ext>
            </a:extLst>
          </p:cNvPr>
          <p:cNvSpPr>
            <a:spLocks noGrp="1"/>
          </p:cNvSpPr>
          <p:nvPr>
            <p:ph type="subTitle" idx="1"/>
          </p:nvPr>
        </p:nvSpPr>
        <p:spPr>
          <a:xfrm>
            <a:off x="1143000" y="3962400"/>
            <a:ext cx="6858000" cy="304800"/>
          </a:xfrm>
        </p:spPr>
        <p:txBody>
          <a:bodyPr>
            <a:normAutofit/>
          </a:bodyPr>
          <a:lstStyle/>
          <a:p>
            <a:r>
              <a:rPr lang="en-US" b="1" dirty="0">
                <a:solidFill>
                  <a:schemeClr val="bg2">
                    <a:lumMod val="10000"/>
                  </a:schemeClr>
                </a:solidFill>
                <a:latin typeface="Open Sans" panose="020B0606030504020204"/>
              </a:rPr>
              <a:t>Fundamentals of Python: Data Structures, Second Edition</a:t>
            </a:r>
          </a:p>
        </p:txBody>
      </p:sp>
      <p:sp>
        <p:nvSpPr>
          <p:cNvPr id="3" name="Content Placeholder 2"/>
          <p:cNvSpPr>
            <a:spLocks noGrp="1"/>
          </p:cNvSpPr>
          <p:nvPr>
            <p:ph sz="quarter" idx="13"/>
          </p:nvPr>
        </p:nvSpPr>
        <p:spPr>
          <a:xfrm>
            <a:off x="703556" y="6241001"/>
            <a:ext cx="8229600" cy="304800"/>
          </a:xfrm>
        </p:spPr>
        <p:txBody>
          <a:bodyPr>
            <a:normAutofit/>
          </a:bodyPr>
          <a:lstStyle/>
          <a:p>
            <a:pPr marL="0" indent="0">
              <a:buNone/>
              <a:defRPr/>
            </a:pPr>
            <a:r>
              <a:rPr lang="en-US" sz="1000" dirty="0">
                <a:solidFill>
                  <a:schemeClr val="bg2">
                    <a:lumMod val="10000"/>
                  </a:schemeClr>
                </a:solidFill>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5687523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Title 5"/>
          <p:cNvSpPr>
            <a:spLocks noGrp="1"/>
          </p:cNvSpPr>
          <p:nvPr>
            <p:ph type="title"/>
          </p:nvPr>
        </p:nvSpPr>
        <p:spPr>
          <a:xfrm>
            <a:off x="628650" y="365127"/>
            <a:ext cx="7886700" cy="549274"/>
          </a:xfrm>
        </p:spPr>
        <p:txBody>
          <a:bodyPr/>
          <a:lstStyle/>
          <a:p>
            <a:r>
              <a:rPr lang="en-US" b="1" dirty="0"/>
              <a:t>Learning Objectives</a:t>
            </a:r>
          </a:p>
        </p:txBody>
      </p:sp>
      <p:sp>
        <p:nvSpPr>
          <p:cNvPr id="9219" name="Content Placeholder 6"/>
          <p:cNvSpPr>
            <a:spLocks noGrp="1"/>
          </p:cNvSpPr>
          <p:nvPr>
            <p:ph idx="1"/>
          </p:nvPr>
        </p:nvSpPr>
        <p:spPr>
          <a:xfrm>
            <a:off x="628650" y="1676400"/>
            <a:ext cx="7886700" cy="3660775"/>
          </a:xfrm>
        </p:spPr>
        <p:txBody>
          <a:bodyPr/>
          <a:lstStyle/>
          <a:p>
            <a:pPr marL="291600" lvl="0" indent="-291600">
              <a:spcBef>
                <a:spcPts val="1000"/>
              </a:spcBef>
            </a:pPr>
            <a:r>
              <a:rPr lang="en-US" dirty="0"/>
              <a:t>Describe the features of a list and the operations on it</a:t>
            </a:r>
          </a:p>
          <a:p>
            <a:pPr marL="291600" lvl="0" indent="-291600">
              <a:spcBef>
                <a:spcPts val="1000"/>
              </a:spcBef>
            </a:pPr>
            <a:r>
              <a:rPr lang="en-US" dirty="0"/>
              <a:t>Choose a list implementation based on its performance characteristics</a:t>
            </a:r>
          </a:p>
          <a:p>
            <a:pPr marL="291600" lvl="0" indent="-291600">
              <a:spcBef>
                <a:spcPts val="1000"/>
              </a:spcBef>
            </a:pPr>
            <a:r>
              <a:rPr lang="en-US" dirty="0"/>
              <a:t>Recognize applications where it is appropriate to use a list</a:t>
            </a:r>
          </a:p>
          <a:p>
            <a:pPr marL="291600" lvl="0" indent="-291600">
              <a:spcBef>
                <a:spcPts val="1000"/>
              </a:spcBef>
            </a:pPr>
            <a:r>
              <a:rPr lang="en-US" dirty="0"/>
              <a:t>Describe the features of a list iterator and the operations on it</a:t>
            </a:r>
          </a:p>
          <a:p>
            <a:pPr marL="291600" lvl="0" indent="-291600">
              <a:spcBef>
                <a:spcPts val="1000"/>
              </a:spcBef>
            </a:pPr>
            <a:r>
              <a:rPr lang="en-US" dirty="0"/>
              <a:t>Recognize applications where it is appropriate to use a list iterator</a:t>
            </a:r>
          </a:p>
          <a:p>
            <a:pPr marL="291600" indent="-291600">
              <a:spcBef>
                <a:spcPts val="1000"/>
              </a:spcBef>
            </a:pPr>
            <a:r>
              <a:rPr lang="en-US" dirty="0"/>
              <a:t>Develop some recursive list-processing functions</a:t>
            </a:r>
          </a:p>
        </p:txBody>
      </p:sp>
      <p:sp>
        <p:nvSpPr>
          <p:cNvPr id="9220" name="Footer Placeholder 7"/>
          <p:cNvSpPr>
            <a:spLocks noGrp="1"/>
          </p:cNvSpPr>
          <p:nvPr>
            <p:ph type="ftr" sz="quarter" idx="4294967295"/>
          </p:nvPr>
        </p:nvSpPr>
        <p:spPr>
          <a:xfrm>
            <a:off x="628650" y="6156519"/>
            <a:ext cx="7886700" cy="365125"/>
          </a:xfrm>
        </p:spPr>
        <p:txBody>
          <a:bodyPr/>
          <a:lstStyle/>
          <a:p>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Overview of Lists </a:t>
            </a:r>
            <a:r>
              <a:rPr lang="en-US" sz="2000" dirty="0"/>
              <a:t>(1 of 3)</a:t>
            </a:r>
          </a:p>
        </p:txBody>
      </p:sp>
      <p:sp>
        <p:nvSpPr>
          <p:cNvPr id="3" name="Content Placeholder 2"/>
          <p:cNvSpPr>
            <a:spLocks noGrp="1"/>
          </p:cNvSpPr>
          <p:nvPr>
            <p:ph idx="1"/>
          </p:nvPr>
        </p:nvSpPr>
        <p:spPr>
          <a:xfrm>
            <a:off x="628650" y="1600200"/>
            <a:ext cx="7886700" cy="3733800"/>
          </a:xfrm>
        </p:spPr>
        <p:txBody>
          <a:bodyPr/>
          <a:lstStyle/>
          <a:p>
            <a:pPr marL="291600" indent="-291600">
              <a:spcBef>
                <a:spcPts val="1000"/>
              </a:spcBef>
            </a:pPr>
            <a:r>
              <a:rPr lang="en-US" dirty="0"/>
              <a:t>A list supports manipulation of items at any point within a linear collection</a:t>
            </a:r>
          </a:p>
          <a:p>
            <a:pPr marL="291600" indent="-291600">
              <a:spcBef>
                <a:spcPts val="1000"/>
              </a:spcBef>
            </a:pPr>
            <a:r>
              <a:rPr lang="en-US" dirty="0"/>
              <a:t>Common examples of lists</a:t>
            </a:r>
          </a:p>
          <a:p>
            <a:pPr lvl="1">
              <a:spcBef>
                <a:spcPts val="1000"/>
              </a:spcBef>
            </a:pPr>
            <a:r>
              <a:rPr lang="en-US" dirty="0"/>
              <a:t>A recipe – a list of instructions</a:t>
            </a:r>
          </a:p>
          <a:p>
            <a:pPr lvl="1">
              <a:spcBef>
                <a:spcPts val="1000"/>
              </a:spcBef>
            </a:pPr>
            <a:r>
              <a:rPr lang="en-US" dirty="0"/>
              <a:t>A string – a list of characters</a:t>
            </a:r>
          </a:p>
          <a:p>
            <a:pPr lvl="1">
              <a:spcBef>
                <a:spcPts val="1000"/>
              </a:spcBef>
            </a:pPr>
            <a:r>
              <a:rPr lang="en-US" dirty="0"/>
              <a:t>A document – a list of words</a:t>
            </a:r>
          </a:p>
          <a:p>
            <a:pPr lvl="1">
              <a:spcBef>
                <a:spcPts val="1000"/>
              </a:spcBef>
            </a:pPr>
            <a:r>
              <a:rPr lang="en-US" dirty="0"/>
              <a:t>A file – a list of data blocks on a disk</a:t>
            </a:r>
          </a:p>
          <a:p>
            <a:pPr marL="291600" indent="-291600">
              <a:spcBef>
                <a:spcPts val="1000"/>
              </a:spcBef>
            </a:pPr>
            <a:r>
              <a:rPr lang="en-US" dirty="0"/>
              <a:t>Array implementations of lists use physical positions to represent logical order:</a:t>
            </a:r>
          </a:p>
          <a:p>
            <a:pPr lvl="1">
              <a:spcBef>
                <a:spcPts val="1000"/>
              </a:spcBef>
            </a:pPr>
            <a:r>
              <a:rPr lang="en-US" dirty="0"/>
              <a:t>Linked implementations do not</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6781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Overview of Lists </a:t>
            </a:r>
            <a:r>
              <a:rPr lang="en-US" sz="2000" dirty="0"/>
              <a:t>(2 of 3)</a:t>
            </a:r>
          </a:p>
        </p:txBody>
      </p:sp>
      <p:sp>
        <p:nvSpPr>
          <p:cNvPr id="3" name="Content Placeholder 2"/>
          <p:cNvSpPr>
            <a:spLocks noGrp="1"/>
          </p:cNvSpPr>
          <p:nvPr>
            <p:ph idx="1"/>
          </p:nvPr>
        </p:nvSpPr>
        <p:spPr>
          <a:xfrm>
            <a:off x="628650" y="1600200"/>
            <a:ext cx="4552950" cy="1676400"/>
          </a:xfrm>
        </p:spPr>
        <p:txBody>
          <a:bodyPr>
            <a:normAutofit lnSpcReduction="10000"/>
          </a:bodyPr>
          <a:lstStyle/>
          <a:p>
            <a:pPr marL="291600" indent="-291600">
              <a:lnSpc>
                <a:spcPct val="100000"/>
              </a:lnSpc>
              <a:spcBef>
                <a:spcPts val="1000"/>
              </a:spcBef>
            </a:pPr>
            <a:r>
              <a:rPr lang="en-US" dirty="0"/>
              <a:t>Figure 9.1 shows how a list changes in response to a succession of operations</a:t>
            </a:r>
          </a:p>
          <a:p>
            <a:pPr marL="291600" indent="-291600">
              <a:lnSpc>
                <a:spcPct val="100000"/>
              </a:lnSpc>
              <a:spcBef>
                <a:spcPts val="1000"/>
              </a:spcBef>
              <a:buClr>
                <a:schemeClr val="tx1"/>
              </a:buClr>
              <a:buFont typeface="Arial" panose="020B0604020202020204" pitchFamily="34" charset="0"/>
              <a:buChar char="•"/>
            </a:pPr>
            <a:r>
              <a:rPr lang="en-IN" b="1" dirty="0"/>
              <a:t>Figure 9-1: </a:t>
            </a:r>
            <a:r>
              <a:rPr lang="en-IN" dirty="0"/>
              <a:t>The states in the lifetime of a list</a:t>
            </a:r>
            <a:endParaRPr lang="en-US" dirty="0"/>
          </a:p>
        </p:txBody>
      </p:sp>
      <p:pic>
        <p:nvPicPr>
          <p:cNvPr id="7" name="Content Placeholder 6" descr="Illustration shows the states in the lifetime of a list. Figure shows states indicated by boxes with list elements in them. The state, after append of a shows a box with the element a in it. The state, after append of b shows boxes with the elements a and b indicated by the numbers 0 and 1. The state, after insert of 1, c shows boxes with the elements, a, c, b indicated by the numbers 0, 1, 2. The state, after insert of 3, e shows boxes with the elements, a, c, b, e indicated by the numbers 0, 1, 2, 3. The state, after insert of 0, f shows boxes with the elements f, a, c, b, e indicated by the numbers 0, 1, 2, 3, 4. The state, after remove of 2 shows boxes with the elements f, a, b, e indicated by the numbers 0, 1, 2, 3. The state, after replace of 2, g shows the boxes with the elements f, a, g, e indicated by the numbers, 0, 1, 2, 3."/>
          <p:cNvPicPr>
            <a:picLocks noGrp="1" noChangeAspect="1"/>
          </p:cNvPicPr>
          <p:nvPr>
            <p:ph idx="12"/>
          </p:nvPr>
        </p:nvPicPr>
        <p:blipFill>
          <a:blip r:embed="rId2">
            <a:extLst>
              <a:ext uri="{28A0092B-C50C-407E-A947-70E740481C1C}">
                <a14:useLocalDpi xmlns:a14="http://schemas.microsoft.com/office/drawing/2010/main" val="0"/>
              </a:ext>
            </a:extLst>
          </a:blip>
          <a:stretch>
            <a:fillRect/>
          </a:stretch>
        </p:blipFill>
        <p:spPr>
          <a:xfrm>
            <a:off x="6147706" y="1306328"/>
            <a:ext cx="2453695" cy="4666975"/>
          </a:xfr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8351674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507571"/>
          </a:xfrm>
        </p:spPr>
        <p:txBody>
          <a:bodyPr/>
          <a:lstStyle/>
          <a:p>
            <a:r>
              <a:rPr lang="en-US" b="1" dirty="0"/>
              <a:t>Overview of Lists </a:t>
            </a:r>
            <a:r>
              <a:rPr lang="en-US" sz="2000" dirty="0"/>
              <a:t>(3 of 3)</a:t>
            </a:r>
          </a:p>
        </p:txBody>
      </p:sp>
      <p:sp>
        <p:nvSpPr>
          <p:cNvPr id="3" name="Content Placeholder 2"/>
          <p:cNvSpPr>
            <a:spLocks noGrp="1"/>
          </p:cNvSpPr>
          <p:nvPr>
            <p:ph idx="1"/>
          </p:nvPr>
        </p:nvSpPr>
        <p:spPr>
          <a:xfrm>
            <a:off x="628650" y="1508657"/>
            <a:ext cx="7886700" cy="364064"/>
          </a:xfrm>
        </p:spPr>
        <p:txBody>
          <a:bodyPr/>
          <a:lstStyle/>
          <a:p>
            <a:pPr marL="291600" indent="-291600">
              <a:spcBef>
                <a:spcPts val="1000"/>
              </a:spcBef>
            </a:pPr>
            <a:r>
              <a:rPr lang="en-US" dirty="0"/>
              <a:t>Table 9.1 The Operations Used in Figure 9.1</a:t>
            </a:r>
          </a:p>
        </p:txBody>
      </p:sp>
      <p:graphicFrame>
        <p:nvGraphicFramePr>
          <p:cNvPr id="8" name="Content Placeholder 7" descr="Table is accessible to screenreaders"/>
          <p:cNvGraphicFramePr>
            <a:graphicFrameLocks noGrp="1"/>
          </p:cNvGraphicFramePr>
          <p:nvPr>
            <p:ph idx="12"/>
            <p:extLst>
              <p:ext uri="{D42A27DB-BD31-4B8C-83A1-F6EECF244321}">
                <p14:modId xmlns:p14="http://schemas.microsoft.com/office/powerpoint/2010/main" val="3011437700"/>
              </p:ext>
            </p:extLst>
          </p:nvPr>
        </p:nvGraphicFramePr>
        <p:xfrm>
          <a:off x="914399" y="2022380"/>
          <a:ext cx="7708486" cy="2388490"/>
        </p:xfrm>
        <a:graphic>
          <a:graphicData uri="http://schemas.openxmlformats.org/drawingml/2006/table">
            <a:tbl>
              <a:tblPr firstRow="1" bandRow="1">
                <a:tableStyleId>{5C22544A-7EE6-4342-B048-85BDC9FD1C3A}</a:tableStyleId>
              </a:tblPr>
              <a:tblGrid>
                <a:gridCol w="2862843">
                  <a:extLst>
                    <a:ext uri="{9D8B030D-6E8A-4147-A177-3AD203B41FA5}">
                      <a16:colId xmlns:a16="http://schemas.microsoft.com/office/drawing/2014/main" val="2040695600"/>
                    </a:ext>
                  </a:extLst>
                </a:gridCol>
                <a:gridCol w="4845643">
                  <a:extLst>
                    <a:ext uri="{9D8B030D-6E8A-4147-A177-3AD203B41FA5}">
                      <a16:colId xmlns:a16="http://schemas.microsoft.com/office/drawing/2014/main" val="37361764"/>
                    </a:ext>
                  </a:extLst>
                </a:gridCol>
              </a:tblGrid>
              <a:tr h="152400">
                <a:tc>
                  <a:txBody>
                    <a:bodyPr/>
                    <a:lstStyle/>
                    <a:p>
                      <a:r>
                        <a:rPr lang="en-US" dirty="0">
                          <a:solidFill>
                            <a:schemeClr val="bg2">
                              <a:lumMod val="10000"/>
                            </a:schemeClr>
                          </a:solidFill>
                          <a:latin typeface="Open Sans" panose="020B0606030504020204"/>
                        </a:rPr>
                        <a:t>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What It Does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0160971"/>
                  </a:ext>
                </a:extLst>
              </a:tr>
              <a:tr h="370840">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 Bold"/>
                        </a:rPr>
                        <a:t>add(item)</a:t>
                      </a:r>
                      <a:endParaRPr lang="en-US" sz="95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Adds</a:t>
                      </a:r>
                      <a:r>
                        <a:rPr lang="en-US" sz="1200" b="1" dirty="0">
                          <a:effectLst/>
                          <a:latin typeface="Open Sans" panose="020B0606030504020204"/>
                          <a:ea typeface="MS Mincho"/>
                          <a:cs typeface="Bank Gothic-Medium"/>
                        </a:rPr>
                        <a:t> </a:t>
                      </a:r>
                      <a:r>
                        <a:rPr lang="en-US" sz="1200" b="1" dirty="0">
                          <a:effectLst/>
                          <a:latin typeface="Courier New" panose="02070309020205020404" pitchFamily="49" charset="0"/>
                          <a:ea typeface="MS Mincho"/>
                          <a:cs typeface="Courier New" panose="02070309020205020404" pitchFamily="49" charset="0"/>
                        </a:rPr>
                        <a:t>item</a:t>
                      </a:r>
                      <a:r>
                        <a:rPr lang="en-US" sz="1200" b="1" dirty="0">
                          <a:effectLst/>
                          <a:latin typeface="Open Sans" panose="020B0606030504020204"/>
                          <a:ea typeface="MS Mincho"/>
                          <a:cs typeface="Bank Gothic-Medium"/>
                        </a:rPr>
                        <a:t> </a:t>
                      </a:r>
                      <a:r>
                        <a:rPr lang="en-US" sz="1200" dirty="0">
                          <a:effectLst/>
                          <a:latin typeface="Open Sans" panose="020B0606030504020204"/>
                          <a:ea typeface="MS Mincho"/>
                          <a:cs typeface="Bank Gothic-Medium"/>
                        </a:rPr>
                        <a:t>to the tail of the list.</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8228694"/>
                  </a:ext>
                </a:extLst>
              </a:tr>
              <a:tr h="370840">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 Bold"/>
                        </a:rPr>
                        <a:t>insert(index,</a:t>
                      </a:r>
                      <a:r>
                        <a:rPr lang="en-US" sz="1200" dirty="0">
                          <a:effectLst/>
                          <a:latin typeface="Times" panose="02020603050405020304" pitchFamily="18" charset="0"/>
                          <a:ea typeface="MS Mincho"/>
                          <a:cs typeface="Bank Gothic Bold"/>
                        </a:rPr>
                        <a:t> </a:t>
                      </a:r>
                      <a:r>
                        <a:rPr lang="en-US" sz="1200" b="1" dirty="0">
                          <a:effectLst/>
                          <a:latin typeface="Courier New" panose="02070309020205020404" pitchFamily="49" charset="0"/>
                          <a:ea typeface="MS Mincho"/>
                          <a:cs typeface="Bank Gothic Bold"/>
                        </a:rPr>
                        <a:t>item)</a:t>
                      </a:r>
                      <a:endParaRPr lang="en-US" sz="95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546100">
                        <a:lnSpc>
                          <a:spcPct val="200000"/>
                        </a:lnSpc>
                        <a:spcBef>
                          <a:spcPts val="0"/>
                        </a:spcBef>
                        <a:spcAft>
                          <a:spcPts val="0"/>
                        </a:spcAft>
                      </a:pPr>
                      <a:r>
                        <a:rPr lang="en-US" sz="1200" dirty="0">
                          <a:effectLst/>
                          <a:latin typeface="Open Sans" panose="020B0606030504020204"/>
                          <a:ea typeface="MS Mincho"/>
                          <a:cs typeface="Bank Gothic-Medium"/>
                        </a:rPr>
                        <a:t>Inserts</a:t>
                      </a:r>
                      <a:r>
                        <a:rPr lang="en-US" sz="1200" b="1" dirty="0">
                          <a:effectLst/>
                          <a:latin typeface="Open Sans" panose="020B0606030504020204"/>
                          <a:ea typeface="MS Mincho"/>
                          <a:cs typeface="Bank Gothic-Medium"/>
                        </a:rPr>
                        <a:t> </a:t>
                      </a:r>
                      <a:r>
                        <a:rPr lang="en-US" sz="1200" b="1" dirty="0">
                          <a:effectLst/>
                          <a:latin typeface="Courier New" panose="02070309020205020404" pitchFamily="49" charset="0"/>
                          <a:ea typeface="MS Mincho"/>
                          <a:cs typeface="Courier New" panose="02070309020205020404" pitchFamily="49" charset="0"/>
                        </a:rPr>
                        <a:t>item</a:t>
                      </a:r>
                      <a:r>
                        <a:rPr lang="en-US" sz="1200" b="1" dirty="0">
                          <a:effectLst/>
                          <a:latin typeface="Open Sans" panose="020B0606030504020204"/>
                          <a:ea typeface="MS Mincho"/>
                          <a:cs typeface="Bank Gothic-Medium"/>
                        </a:rPr>
                        <a:t> </a:t>
                      </a:r>
                      <a:r>
                        <a:rPr lang="en-US" sz="1200" dirty="0">
                          <a:effectLst/>
                          <a:latin typeface="Open Sans" panose="020B0606030504020204"/>
                          <a:ea typeface="MS Mincho"/>
                          <a:cs typeface="Bank Gothic-Medium"/>
                        </a:rPr>
                        <a:t>at position</a:t>
                      </a:r>
                      <a:r>
                        <a:rPr lang="en-US" sz="1200" b="1" dirty="0">
                          <a:effectLst/>
                          <a:latin typeface="Open Sans" panose="020B0606030504020204"/>
                          <a:ea typeface="MS Mincho"/>
                          <a:cs typeface="Bank Gothic-Medium"/>
                        </a:rPr>
                        <a:t> </a:t>
                      </a:r>
                      <a:r>
                        <a:rPr lang="en-US" sz="1200" b="1" dirty="0">
                          <a:effectLst/>
                          <a:latin typeface="Courier New" panose="02070309020205020404" pitchFamily="49" charset="0"/>
                          <a:ea typeface="MS Mincho"/>
                          <a:cs typeface="Courier New" panose="02070309020205020404" pitchFamily="49" charset="0"/>
                        </a:rPr>
                        <a:t>index</a:t>
                      </a:r>
                      <a:r>
                        <a:rPr lang="en-US" sz="1200" dirty="0">
                          <a:effectLst/>
                          <a:latin typeface="Open Sans" panose="020B0606030504020204"/>
                          <a:ea typeface="MS Mincho"/>
                          <a:cs typeface="Bank Gothic-Medium"/>
                        </a:rPr>
                        <a:t>, shifting other items to the right by one position if necessary.</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462949"/>
                  </a:ext>
                </a:extLst>
              </a:tr>
              <a:tr h="370840">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 Bold"/>
                        </a:rPr>
                        <a:t>replace(index,</a:t>
                      </a:r>
                      <a:r>
                        <a:rPr lang="en-US" sz="1200" dirty="0">
                          <a:effectLst/>
                          <a:latin typeface="Times" panose="02020603050405020304" pitchFamily="18" charset="0"/>
                          <a:ea typeface="MS Mincho"/>
                          <a:cs typeface="Bank Gothic Bold"/>
                        </a:rPr>
                        <a:t> </a:t>
                      </a:r>
                      <a:r>
                        <a:rPr lang="en-US" sz="1200" b="1" dirty="0">
                          <a:effectLst/>
                          <a:latin typeface="Courier New" panose="02070309020205020404" pitchFamily="49" charset="0"/>
                          <a:ea typeface="MS Mincho"/>
                          <a:cs typeface="Bank Gothic Bold"/>
                        </a:rPr>
                        <a:t>item)</a:t>
                      </a:r>
                      <a:endParaRPr lang="en-US" sz="95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Replaces the item at position</a:t>
                      </a:r>
                      <a:r>
                        <a:rPr lang="en-US" sz="1200" b="1" dirty="0">
                          <a:effectLst/>
                          <a:latin typeface="Open Sans" panose="020B0606030504020204"/>
                          <a:ea typeface="MS Mincho"/>
                          <a:cs typeface="Bank Gothic-Medium"/>
                        </a:rPr>
                        <a:t> </a:t>
                      </a:r>
                      <a:r>
                        <a:rPr lang="en-US" sz="1200" b="1" dirty="0">
                          <a:effectLst/>
                          <a:latin typeface="Courier New" panose="02070309020205020404" pitchFamily="49" charset="0"/>
                          <a:ea typeface="MS Mincho"/>
                          <a:cs typeface="Courier New" panose="02070309020205020404" pitchFamily="49" charset="0"/>
                        </a:rPr>
                        <a:t>index</a:t>
                      </a:r>
                      <a:r>
                        <a:rPr lang="en-US" sz="1200" b="1" dirty="0">
                          <a:effectLst/>
                          <a:latin typeface="Open Sans" panose="020B0606030504020204"/>
                          <a:ea typeface="MS Mincho"/>
                          <a:cs typeface="Bank Gothic-Medium"/>
                        </a:rPr>
                        <a:t> </a:t>
                      </a:r>
                      <a:r>
                        <a:rPr lang="en-US" sz="1200" dirty="0">
                          <a:effectLst/>
                          <a:latin typeface="Open Sans" panose="020B0606030504020204"/>
                          <a:ea typeface="MS Mincho"/>
                          <a:cs typeface="Bank Gothic-Medium"/>
                        </a:rPr>
                        <a:t>with</a:t>
                      </a:r>
                      <a:r>
                        <a:rPr lang="en-US" sz="1200" b="1" dirty="0">
                          <a:effectLst/>
                          <a:latin typeface="Open Sans" panose="020B0606030504020204"/>
                          <a:ea typeface="MS Mincho"/>
                          <a:cs typeface="Bank Gothic-Medium"/>
                        </a:rPr>
                        <a:t> </a:t>
                      </a:r>
                      <a:r>
                        <a:rPr lang="en-US" sz="1200" b="1" dirty="0">
                          <a:effectLst/>
                          <a:latin typeface="Courier New" panose="02070309020205020404" pitchFamily="49" charset="0"/>
                          <a:ea typeface="MS Mincho"/>
                          <a:cs typeface="Courier New" panose="02070309020205020404" pitchFamily="49" charset="0"/>
                        </a:rPr>
                        <a:t>item</a:t>
                      </a:r>
                      <a:r>
                        <a:rPr lang="en-US" sz="1200" kern="1200" dirty="0">
                          <a:solidFill>
                            <a:schemeClr val="dk1"/>
                          </a:solidFill>
                          <a:effectLst/>
                          <a:latin typeface="Open Sans" panose="020B0606030504020204"/>
                          <a:ea typeface="MS Mincho"/>
                          <a:cs typeface="Bank Gothic-Medium"/>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2651728"/>
                  </a:ext>
                </a:extLst>
              </a:tr>
              <a:tr h="370840">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 Bold"/>
                        </a:rPr>
                        <a:t>pop(index)</a:t>
                      </a:r>
                      <a:endParaRPr lang="en-US" sz="95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546100">
                        <a:lnSpc>
                          <a:spcPct val="200000"/>
                        </a:lnSpc>
                        <a:spcBef>
                          <a:spcPts val="0"/>
                        </a:spcBef>
                        <a:spcAft>
                          <a:spcPts val="0"/>
                        </a:spcAft>
                      </a:pPr>
                      <a:r>
                        <a:rPr lang="en-US" sz="1200" dirty="0">
                          <a:effectLst/>
                          <a:latin typeface="Open Sans" panose="020B0606030504020204"/>
                          <a:ea typeface="MS Mincho"/>
                          <a:cs typeface="Bank Gothic-Medium"/>
                        </a:rPr>
                        <a:t>Removes the item at position</a:t>
                      </a:r>
                      <a:r>
                        <a:rPr lang="en-US" sz="1200" b="1" dirty="0">
                          <a:effectLst/>
                          <a:latin typeface="Open Sans" panose="020B0606030504020204"/>
                          <a:ea typeface="MS Mincho"/>
                          <a:cs typeface="Bank Gothic-Medium"/>
                        </a:rPr>
                        <a:t> </a:t>
                      </a:r>
                      <a:r>
                        <a:rPr lang="en-US" sz="1200" b="1" dirty="0">
                          <a:effectLst/>
                          <a:latin typeface="Courier New" panose="02070309020205020404" pitchFamily="49" charset="0"/>
                          <a:ea typeface="MS Mincho"/>
                          <a:cs typeface="Courier New" panose="02070309020205020404" pitchFamily="49" charset="0"/>
                        </a:rPr>
                        <a:t>index</a:t>
                      </a:r>
                      <a:r>
                        <a:rPr lang="en-US" sz="1200" dirty="0">
                          <a:effectLst/>
                          <a:latin typeface="Open Sans" panose="020B0606030504020204"/>
                          <a:ea typeface="MS Mincho"/>
                          <a:cs typeface="Bank Gothic-Medium"/>
                        </a:rPr>
                        <a:t>, shifting other items to the left by one position if necessary.</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1628532"/>
                  </a:ext>
                </a:extLst>
              </a:tr>
            </a:tbl>
          </a:graphicData>
        </a:graphic>
      </p:graphicFrame>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516791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Using Lists</a:t>
            </a:r>
          </a:p>
        </p:txBody>
      </p:sp>
      <p:sp>
        <p:nvSpPr>
          <p:cNvPr id="3" name="Content Placeholder 2"/>
          <p:cNvSpPr>
            <a:spLocks noGrp="1"/>
          </p:cNvSpPr>
          <p:nvPr>
            <p:ph idx="1"/>
          </p:nvPr>
        </p:nvSpPr>
        <p:spPr>
          <a:xfrm>
            <a:off x="628650" y="1371600"/>
            <a:ext cx="7886700" cy="1828800"/>
          </a:xfrm>
        </p:spPr>
        <p:txBody>
          <a:bodyPr/>
          <a:lstStyle/>
          <a:p>
            <a:pPr marL="291600" indent="-291600">
              <a:spcBef>
                <a:spcPts val="1000"/>
              </a:spcBef>
            </a:pPr>
            <a:r>
              <a:rPr lang="en-US" dirty="0"/>
              <a:t>Categories of operations</a:t>
            </a:r>
          </a:p>
          <a:p>
            <a:pPr lvl="1">
              <a:spcBef>
                <a:spcPts val="1000"/>
              </a:spcBef>
            </a:pPr>
            <a:r>
              <a:rPr lang="en-US" dirty="0"/>
              <a:t>Index-based</a:t>
            </a:r>
          </a:p>
          <a:p>
            <a:pPr lvl="1">
              <a:spcBef>
                <a:spcPts val="1000"/>
              </a:spcBef>
            </a:pPr>
            <a:r>
              <a:rPr lang="en-US" dirty="0"/>
              <a:t>Content-based</a:t>
            </a:r>
          </a:p>
          <a:p>
            <a:pPr lvl="1">
              <a:spcBef>
                <a:spcPts val="1000"/>
              </a:spcBef>
            </a:pPr>
            <a:r>
              <a:rPr lang="en-US" dirty="0"/>
              <a:t>Position-based</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303065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Index-Based Operations </a:t>
            </a:r>
            <a:r>
              <a:rPr lang="en-US" sz="2000" dirty="0"/>
              <a:t>(1 of 2)</a:t>
            </a:r>
          </a:p>
        </p:txBody>
      </p:sp>
      <p:sp>
        <p:nvSpPr>
          <p:cNvPr id="3" name="Content Placeholder 2"/>
          <p:cNvSpPr>
            <a:spLocks noGrp="1"/>
          </p:cNvSpPr>
          <p:nvPr>
            <p:ph idx="1"/>
          </p:nvPr>
        </p:nvSpPr>
        <p:spPr>
          <a:xfrm>
            <a:off x="628650" y="1373646"/>
            <a:ext cx="7886700" cy="3579354"/>
          </a:xfrm>
        </p:spPr>
        <p:txBody>
          <a:bodyPr/>
          <a:lstStyle/>
          <a:p>
            <a:pPr marL="291600" indent="-291600">
              <a:spcBef>
                <a:spcPts val="1000"/>
              </a:spcBef>
            </a:pPr>
            <a:r>
              <a:rPr lang="en-US" dirty="0"/>
              <a:t>Index-based operations</a:t>
            </a:r>
          </a:p>
          <a:p>
            <a:pPr lvl="1">
              <a:spcBef>
                <a:spcPts val="1000"/>
              </a:spcBef>
            </a:pPr>
            <a:r>
              <a:rPr lang="en-US" dirty="0"/>
              <a:t>Manipulate items at designated indices within a list</a:t>
            </a:r>
          </a:p>
          <a:p>
            <a:pPr marL="291600" indent="-291600">
              <a:spcBef>
                <a:spcPts val="1000"/>
              </a:spcBef>
            </a:pPr>
            <a:r>
              <a:rPr lang="en-US" dirty="0"/>
              <a:t>In the case of array-based implementations, </a:t>
            </a:r>
          </a:p>
          <a:p>
            <a:pPr lvl="1">
              <a:spcBef>
                <a:spcPts val="1000"/>
              </a:spcBef>
            </a:pPr>
            <a:r>
              <a:rPr lang="en-US" dirty="0"/>
              <a:t>These operations provide the convenience of random access</a:t>
            </a:r>
          </a:p>
          <a:p>
            <a:pPr marL="291600" indent="-291600">
              <a:spcBef>
                <a:spcPts val="1000"/>
              </a:spcBef>
            </a:pPr>
            <a:r>
              <a:rPr lang="en-US" dirty="0"/>
              <a:t>Suppose a list contains </a:t>
            </a:r>
            <a:r>
              <a:rPr lang="en-US" i="1" dirty="0"/>
              <a:t>n </a:t>
            </a:r>
            <a:r>
              <a:rPr lang="en-US" dirty="0"/>
              <a:t>items:</a:t>
            </a:r>
          </a:p>
          <a:p>
            <a:pPr lvl="1">
              <a:spcBef>
                <a:spcPts val="1000"/>
              </a:spcBef>
            </a:pPr>
            <a:r>
              <a:rPr lang="en-US" dirty="0"/>
              <a:t>Because a list is ordered linearly, you can refer unambiguously to an item in a list via its relative position from the head of the list using an index that runs from 0 to </a:t>
            </a:r>
            <a:r>
              <a:rPr lang="en-US" i="1" dirty="0"/>
              <a:t>n </a:t>
            </a:r>
            <a:r>
              <a:rPr lang="en-US" dirty="0"/>
              <a:t>− 1</a:t>
            </a:r>
          </a:p>
          <a:p>
            <a:pPr lvl="1">
              <a:spcBef>
                <a:spcPts val="1000"/>
              </a:spcBef>
            </a:pPr>
            <a:r>
              <a:rPr lang="en-US" dirty="0"/>
              <a:t>Thus, the head is at index 0, and the tail is at index </a:t>
            </a:r>
            <a:r>
              <a:rPr lang="en-US" i="1" dirty="0"/>
              <a:t>n </a:t>
            </a:r>
            <a:r>
              <a:rPr lang="en-US" dirty="0"/>
              <a:t>− 1</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8029816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Index-Based Operations </a:t>
            </a:r>
            <a:r>
              <a:rPr lang="en-US" sz="2000" dirty="0"/>
              <a:t>(2 of 2)</a:t>
            </a:r>
          </a:p>
        </p:txBody>
      </p:sp>
      <p:sp>
        <p:nvSpPr>
          <p:cNvPr id="3" name="Content Placeholder 2"/>
          <p:cNvSpPr>
            <a:spLocks noGrp="1"/>
          </p:cNvSpPr>
          <p:nvPr>
            <p:ph idx="1"/>
          </p:nvPr>
        </p:nvSpPr>
        <p:spPr>
          <a:xfrm>
            <a:off x="628650" y="1825625"/>
            <a:ext cx="7886700" cy="307975"/>
          </a:xfrm>
        </p:spPr>
        <p:txBody>
          <a:bodyPr/>
          <a:lstStyle/>
          <a:p>
            <a:pPr marL="291600" indent="-291600">
              <a:spcBef>
                <a:spcPts val="1000"/>
              </a:spcBef>
            </a:pPr>
            <a:r>
              <a:rPr lang="en-US" dirty="0"/>
              <a:t>Table 9.2 Index-Based Operations for a List</a:t>
            </a:r>
          </a:p>
        </p:txBody>
      </p:sp>
      <p:graphicFrame>
        <p:nvGraphicFramePr>
          <p:cNvPr id="8" name="Content Placeholder 7" descr="Table is accessible to screenreaders"/>
          <p:cNvGraphicFramePr>
            <a:graphicFrameLocks noGrp="1"/>
          </p:cNvGraphicFramePr>
          <p:nvPr>
            <p:ph idx="13"/>
            <p:extLst>
              <p:ext uri="{D42A27DB-BD31-4B8C-83A1-F6EECF244321}">
                <p14:modId xmlns:p14="http://schemas.microsoft.com/office/powerpoint/2010/main" val="2784127522"/>
              </p:ext>
            </p:extLst>
          </p:nvPr>
        </p:nvGraphicFramePr>
        <p:xfrm>
          <a:off x="990599" y="2462611"/>
          <a:ext cx="7391401" cy="2118360"/>
        </p:xfrm>
        <a:graphic>
          <a:graphicData uri="http://schemas.openxmlformats.org/drawingml/2006/table">
            <a:tbl>
              <a:tblPr firstRow="1" bandRow="1">
                <a:tableStyleId>{5C22544A-7EE6-4342-B048-85BDC9FD1C3A}</a:tableStyleId>
              </a:tblPr>
              <a:tblGrid>
                <a:gridCol w="2362201">
                  <a:extLst>
                    <a:ext uri="{9D8B030D-6E8A-4147-A177-3AD203B41FA5}">
                      <a16:colId xmlns:a16="http://schemas.microsoft.com/office/drawing/2014/main" val="1776379880"/>
                    </a:ext>
                  </a:extLst>
                </a:gridCol>
                <a:gridCol w="5029200">
                  <a:extLst>
                    <a:ext uri="{9D8B030D-6E8A-4147-A177-3AD203B41FA5}">
                      <a16:colId xmlns:a16="http://schemas.microsoft.com/office/drawing/2014/main" val="1287039524"/>
                    </a:ext>
                  </a:extLst>
                </a:gridCol>
              </a:tblGrid>
              <a:tr h="370840">
                <a:tc>
                  <a:txBody>
                    <a:bodyPr/>
                    <a:lstStyle/>
                    <a:p>
                      <a:r>
                        <a:rPr lang="en-US" dirty="0">
                          <a:solidFill>
                            <a:schemeClr val="bg2">
                              <a:lumMod val="10000"/>
                            </a:schemeClr>
                          </a:solidFill>
                          <a:latin typeface="Open Sans" panose="020B0606030504020204"/>
                        </a:rPr>
                        <a:t>List 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What It Does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2482449"/>
                  </a:ext>
                </a:extLst>
              </a:tr>
              <a:tr h="370840">
                <a:tc>
                  <a:txBody>
                    <a:bodyPr/>
                    <a:lstStyle/>
                    <a:p>
                      <a:r>
                        <a:rPr lang="en-US" b="1" dirty="0">
                          <a:latin typeface="Courier New" panose="02070309020205020404" pitchFamily="49" charset="0"/>
                          <a:cs typeface="Courier New" panose="02070309020205020404" pitchFamily="49" charset="0"/>
                        </a:rPr>
                        <a:t>L.Insert (I, item)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Adds </a:t>
                      </a:r>
                      <a:r>
                        <a:rPr lang="en-US" b="1" dirty="0">
                          <a:latin typeface="Courier New" panose="02070309020205020404" pitchFamily="49" charset="0"/>
                          <a:cs typeface="Courier New" panose="02070309020205020404" pitchFamily="49" charset="0"/>
                        </a:rPr>
                        <a:t>item</a:t>
                      </a:r>
                      <a:r>
                        <a:rPr lang="en-US" dirty="0">
                          <a:latin typeface="Open Sans" panose="020B0606030504020204"/>
                        </a:rPr>
                        <a:t> at index </a:t>
                      </a:r>
                      <a:r>
                        <a:rPr lang="en-US" sz="1350" b="1" kern="1200" dirty="0">
                          <a:solidFill>
                            <a:schemeClr val="dk1"/>
                          </a:solidFill>
                          <a:latin typeface="Courier New" panose="02070309020205020404" pitchFamily="49" charset="0"/>
                          <a:ea typeface="+mn-ea"/>
                          <a:cs typeface="Courier New" panose="02070309020205020404" pitchFamily="49" charset="0"/>
                        </a:rPr>
                        <a:t>i</a:t>
                      </a:r>
                      <a:r>
                        <a:rPr lang="en-US" dirty="0">
                          <a:latin typeface="Open Sans" panose="020B0606030504020204"/>
                        </a:rPr>
                        <a:t>, after shifting items to the right by one position.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5678159"/>
                  </a:ext>
                </a:extLst>
              </a:tr>
              <a:tr h="370840">
                <a:tc>
                  <a:txBody>
                    <a:bodyPr/>
                    <a:lstStyle/>
                    <a:p>
                      <a:r>
                        <a:rPr lang="en-US" b="1" dirty="0">
                          <a:latin typeface="Courier New" panose="02070309020205020404" pitchFamily="49" charset="0"/>
                          <a:cs typeface="Courier New" panose="02070309020205020404" pitchFamily="49" charset="0"/>
                        </a:rPr>
                        <a:t>L.Pop (i=None)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Removes</a:t>
                      </a:r>
                      <a:r>
                        <a:rPr lang="en-US" baseline="0" dirty="0">
                          <a:latin typeface="Open Sans" panose="020B0606030504020204"/>
                        </a:rPr>
                        <a:t> and returns the item at index </a:t>
                      </a:r>
                      <a:r>
                        <a:rPr lang="en-US" sz="1350" b="1" kern="1200" dirty="0">
                          <a:solidFill>
                            <a:schemeClr val="dk1"/>
                          </a:solidFill>
                          <a:latin typeface="Courier New" panose="02070309020205020404" pitchFamily="49" charset="0"/>
                          <a:ea typeface="+mn-ea"/>
                          <a:cs typeface="Courier New" panose="02070309020205020404" pitchFamily="49" charset="0"/>
                        </a:rPr>
                        <a:t>i</a:t>
                      </a:r>
                      <a:r>
                        <a:rPr lang="en-US" baseline="0" dirty="0">
                          <a:latin typeface="Open Sans" panose="020B0606030504020204"/>
                        </a:rPr>
                        <a:t>. If </a:t>
                      </a:r>
                      <a:r>
                        <a:rPr lang="en-US" sz="1350" b="1" kern="1200" dirty="0">
                          <a:solidFill>
                            <a:schemeClr val="dk1"/>
                          </a:solidFill>
                          <a:latin typeface="Courier New" panose="02070309020205020404" pitchFamily="49" charset="0"/>
                          <a:ea typeface="+mn-ea"/>
                          <a:cs typeface="Courier New" panose="02070309020205020404" pitchFamily="49" charset="0"/>
                        </a:rPr>
                        <a:t>i</a:t>
                      </a:r>
                      <a:r>
                        <a:rPr lang="en-US" sz="1350" b="1" kern="1200" dirty="0">
                          <a:solidFill>
                            <a:schemeClr val="dk1"/>
                          </a:solidFill>
                          <a:latin typeface="Open Sans" panose="020B0606030504020204"/>
                          <a:ea typeface="+mn-ea"/>
                          <a:cs typeface="Courier New" panose="02070309020205020404" pitchFamily="49" charset="0"/>
                        </a:rPr>
                        <a:t> </a:t>
                      </a:r>
                      <a:r>
                        <a:rPr lang="en-US" baseline="0" dirty="0">
                          <a:latin typeface="Open Sans" panose="020B0606030504020204"/>
                        </a:rPr>
                        <a:t>is absent, removes and returns the last item.</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5550893"/>
                  </a:ext>
                </a:extLst>
              </a:tr>
              <a:tr h="370840">
                <a:tc>
                  <a:txBody>
                    <a:bodyPr/>
                    <a:lstStyle/>
                    <a:p>
                      <a:r>
                        <a:rPr lang="en-US" b="1" dirty="0">
                          <a:latin typeface="Courier New" panose="02070309020205020404" pitchFamily="49" charset="0"/>
                          <a:cs typeface="Courier New" panose="02070309020205020404" pitchFamily="49" charset="0"/>
                        </a:rPr>
                        <a:t>L [i]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Returns</a:t>
                      </a:r>
                      <a:r>
                        <a:rPr lang="en-US" baseline="0" dirty="0">
                          <a:latin typeface="Open Sans" panose="020B0606030504020204"/>
                        </a:rPr>
                        <a:t> the item at index </a:t>
                      </a:r>
                      <a:r>
                        <a:rPr lang="en-US" sz="1350" b="1" kern="1200" dirty="0">
                          <a:solidFill>
                            <a:schemeClr val="dk1"/>
                          </a:solidFill>
                          <a:latin typeface="Courier New" panose="02070309020205020404" pitchFamily="49" charset="0"/>
                          <a:ea typeface="+mn-ea"/>
                          <a:cs typeface="Courier New" panose="02070309020205020404" pitchFamily="49" charset="0"/>
                        </a:rPr>
                        <a:t>i</a:t>
                      </a:r>
                      <a:r>
                        <a:rPr lang="en-US" sz="1350" b="1" kern="1200" dirty="0">
                          <a:solidFill>
                            <a:schemeClr val="dk1"/>
                          </a:solidFill>
                          <a:latin typeface="Open Sans" panose="020B0606030504020204"/>
                          <a:ea typeface="+mn-ea"/>
                          <a:cs typeface="Courier New" panose="02070309020205020404" pitchFamily="49" charset="0"/>
                        </a:rPr>
                        <a:t>.</a:t>
                      </a:r>
                      <a:r>
                        <a:rPr lang="en-US" baseline="0" dirty="0">
                          <a:latin typeface="Open Sans" panose="020B0606030504020204"/>
                        </a:rPr>
                        <a:t> </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6676873"/>
                  </a:ext>
                </a:extLst>
              </a:tr>
              <a:tr h="370840">
                <a:tc>
                  <a:txBody>
                    <a:bodyPr/>
                    <a:lstStyle/>
                    <a:p>
                      <a:r>
                        <a:rPr lang="en-US" b="1" dirty="0">
                          <a:latin typeface="Courier New" panose="02070309020205020404" pitchFamily="49" charset="0"/>
                          <a:cs typeface="Courier New" panose="02070309020205020404" pitchFamily="49" charset="0"/>
                        </a:rPr>
                        <a:t>L [i] = item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Replaces the item at index </a:t>
                      </a:r>
                      <a:r>
                        <a:rPr lang="en-US" sz="1350" b="1" kern="1200" dirty="0">
                          <a:solidFill>
                            <a:schemeClr val="dk1"/>
                          </a:solidFill>
                          <a:latin typeface="Courier New" panose="02070309020205020404" pitchFamily="49" charset="0"/>
                          <a:ea typeface="+mn-ea"/>
                          <a:cs typeface="Courier New" panose="02070309020205020404" pitchFamily="49" charset="0"/>
                        </a:rPr>
                        <a:t>i</a:t>
                      </a:r>
                      <a:r>
                        <a:rPr lang="en-US" sz="1350" b="1" kern="1200" dirty="0">
                          <a:solidFill>
                            <a:schemeClr val="dk1"/>
                          </a:solidFill>
                          <a:latin typeface="Open Sans" panose="020B0606030504020204"/>
                          <a:ea typeface="+mn-ea"/>
                          <a:cs typeface="Courier New" panose="02070309020205020404" pitchFamily="49" charset="0"/>
                        </a:rPr>
                        <a:t> </a:t>
                      </a:r>
                      <a:r>
                        <a:rPr lang="en-US" dirty="0">
                          <a:latin typeface="Open Sans" panose="020B0606030504020204"/>
                        </a:rPr>
                        <a:t>with </a:t>
                      </a:r>
                      <a:r>
                        <a:rPr lang="en-US" b="1" dirty="0">
                          <a:latin typeface="Courier New" panose="02070309020205020404" pitchFamily="49" charset="0"/>
                          <a:cs typeface="Courier New" panose="02070309020205020404" pitchFamily="49" charset="0"/>
                        </a:rPr>
                        <a:t>item</a:t>
                      </a:r>
                      <a:r>
                        <a:rPr lang="en-US" b="1" dirty="0">
                          <a:latin typeface="Open Sans" panose="020B0606030504020204"/>
                          <a:cs typeface="Courier New" panose="02070309020205020404" pitchFamily="49"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2906553"/>
                  </a:ext>
                </a:extLst>
              </a:tr>
            </a:tbl>
          </a:graphicData>
        </a:graphic>
      </p:graphicFrame>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0310282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Content-Based Operations </a:t>
            </a:r>
            <a:r>
              <a:rPr lang="en-US" sz="2000" dirty="0"/>
              <a:t>(1 of 2)</a:t>
            </a:r>
          </a:p>
        </p:txBody>
      </p:sp>
      <p:sp>
        <p:nvSpPr>
          <p:cNvPr id="3" name="Content Placeholder 2"/>
          <p:cNvSpPr>
            <a:spLocks noGrp="1"/>
          </p:cNvSpPr>
          <p:nvPr>
            <p:ph idx="1"/>
          </p:nvPr>
        </p:nvSpPr>
        <p:spPr>
          <a:xfrm>
            <a:off x="628650" y="1600200"/>
            <a:ext cx="7886700" cy="2438400"/>
          </a:xfrm>
        </p:spPr>
        <p:txBody>
          <a:bodyPr/>
          <a:lstStyle/>
          <a:p>
            <a:pPr marL="291600" indent="-291600">
              <a:spcBef>
                <a:spcPts val="1000"/>
              </a:spcBef>
            </a:pPr>
            <a:r>
              <a:rPr lang="en-US" dirty="0"/>
              <a:t>Content-based operations</a:t>
            </a:r>
          </a:p>
          <a:p>
            <a:pPr lvl="1">
              <a:spcBef>
                <a:spcPts val="1000"/>
              </a:spcBef>
            </a:pPr>
            <a:r>
              <a:rPr lang="en-US" dirty="0"/>
              <a:t>Based not on an index, but on the content of a list</a:t>
            </a:r>
          </a:p>
          <a:p>
            <a:pPr lvl="1">
              <a:spcBef>
                <a:spcPts val="1000"/>
              </a:spcBef>
            </a:pPr>
            <a:r>
              <a:rPr lang="en-US" dirty="0"/>
              <a:t>Usually expect an item as an argument and do something with it and the list</a:t>
            </a:r>
          </a:p>
          <a:p>
            <a:pPr marL="291600" indent="-291600">
              <a:spcBef>
                <a:spcPts val="1000"/>
              </a:spcBef>
            </a:pPr>
            <a:r>
              <a:rPr lang="en-US" dirty="0"/>
              <a:t>Table 9.3 lists three basic content-based operations for a list named </a:t>
            </a:r>
            <a:r>
              <a:rPr lang="en-US" b="1" dirty="0">
                <a:latin typeface="Courier New" panose="02070309020205020404" pitchFamily="49" charset="0"/>
                <a:cs typeface="Courier New" panose="02070309020205020404" pitchFamily="49" charset="0"/>
              </a:rPr>
              <a:t>L</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9531555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Content-Based Operations </a:t>
            </a:r>
            <a:r>
              <a:rPr lang="en-US" sz="2000" dirty="0"/>
              <a:t>(2 of 2)</a:t>
            </a:r>
          </a:p>
        </p:txBody>
      </p:sp>
      <p:sp>
        <p:nvSpPr>
          <p:cNvPr id="3" name="Content Placeholder 2"/>
          <p:cNvSpPr>
            <a:spLocks noGrp="1"/>
          </p:cNvSpPr>
          <p:nvPr>
            <p:ph idx="1"/>
          </p:nvPr>
        </p:nvSpPr>
        <p:spPr>
          <a:xfrm>
            <a:off x="628650" y="1825625"/>
            <a:ext cx="7886700" cy="384175"/>
          </a:xfrm>
        </p:spPr>
        <p:txBody>
          <a:bodyPr/>
          <a:lstStyle/>
          <a:p>
            <a:pPr marL="291600" indent="-291600">
              <a:spcBef>
                <a:spcPts val="1000"/>
              </a:spcBef>
            </a:pPr>
            <a:r>
              <a:rPr lang="en-US" dirty="0"/>
              <a:t>Table 9.3 Content-Based Operations for a List</a:t>
            </a:r>
            <a:endParaRPr lang="en-US" b="1" dirty="0">
              <a:latin typeface="Courier New" panose="02070309020205020404" pitchFamily="49" charset="0"/>
              <a:cs typeface="Courier New" panose="02070309020205020404" pitchFamily="49" charset="0"/>
            </a:endParaRPr>
          </a:p>
        </p:txBody>
      </p:sp>
      <p:graphicFrame>
        <p:nvGraphicFramePr>
          <p:cNvPr id="8" name="Content Placeholder 7" descr="Table is accessible to screenreaders"/>
          <p:cNvGraphicFramePr>
            <a:graphicFrameLocks noGrp="1"/>
          </p:cNvGraphicFramePr>
          <p:nvPr>
            <p:ph idx="13"/>
            <p:extLst>
              <p:ext uri="{D42A27DB-BD31-4B8C-83A1-F6EECF244321}">
                <p14:modId xmlns:p14="http://schemas.microsoft.com/office/powerpoint/2010/main" val="3883076142"/>
              </p:ext>
            </p:extLst>
          </p:nvPr>
        </p:nvGraphicFramePr>
        <p:xfrm>
          <a:off x="990600" y="2514600"/>
          <a:ext cx="7524750" cy="228600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1389738088"/>
                    </a:ext>
                  </a:extLst>
                </a:gridCol>
                <a:gridCol w="4705350">
                  <a:extLst>
                    <a:ext uri="{9D8B030D-6E8A-4147-A177-3AD203B41FA5}">
                      <a16:colId xmlns:a16="http://schemas.microsoft.com/office/drawing/2014/main" val="2528425553"/>
                    </a:ext>
                  </a:extLst>
                </a:gridCol>
              </a:tblGrid>
              <a:tr h="370840">
                <a:tc>
                  <a:txBody>
                    <a:bodyPr/>
                    <a:lstStyle/>
                    <a:p>
                      <a:r>
                        <a:rPr lang="en-US" dirty="0">
                          <a:solidFill>
                            <a:schemeClr val="bg2">
                              <a:lumMod val="10000"/>
                            </a:schemeClr>
                          </a:solidFill>
                        </a:rPr>
                        <a:t>List</a:t>
                      </a:r>
                      <a:r>
                        <a:rPr lang="en-US" baseline="0" dirty="0">
                          <a:solidFill>
                            <a:schemeClr val="bg2">
                              <a:lumMod val="10000"/>
                            </a:schemeClr>
                          </a:solidFill>
                        </a:rPr>
                        <a:t> Method</a:t>
                      </a:r>
                      <a:endParaRPr lang="en-US" dirty="0">
                        <a:solidFill>
                          <a:schemeClr val="bg2">
                            <a:lumMod val="10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rPr>
                        <a:t>What It Does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4560925"/>
                  </a:ext>
                </a:extLst>
              </a:tr>
              <a:tr h="370840">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Medium"/>
                        </a:rPr>
                        <a:t>L.add(item)</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Adds</a:t>
                      </a:r>
                      <a:r>
                        <a:rPr lang="en-US" sz="1000" b="1" dirty="0">
                          <a:effectLst/>
                          <a:latin typeface="Open Sans" panose="020B0606030504020204"/>
                          <a:ea typeface="MS Mincho"/>
                          <a:cs typeface="Courier New" panose="02070309020205020404" pitchFamily="49" charset="0"/>
                        </a:rPr>
                        <a:t> </a:t>
                      </a:r>
                      <a:r>
                        <a:rPr lang="en-US" sz="1200" b="1" dirty="0">
                          <a:effectLst/>
                          <a:latin typeface="Courier New" panose="02070309020205020404" pitchFamily="49" charset="0"/>
                          <a:ea typeface="MS Mincho"/>
                          <a:cs typeface="Courier New" panose="02070309020205020404" pitchFamily="49" charset="0"/>
                        </a:rPr>
                        <a:t>item</a:t>
                      </a:r>
                      <a:r>
                        <a:rPr lang="en-US" sz="1200" b="1" dirty="0">
                          <a:effectLst/>
                          <a:latin typeface="Open Sans" panose="020B0606030504020204"/>
                          <a:ea typeface="MS Mincho"/>
                          <a:cs typeface="Courier New" panose="02070309020205020404" pitchFamily="49" charset="0"/>
                        </a:rPr>
                        <a:t> </a:t>
                      </a:r>
                      <a:r>
                        <a:rPr lang="en-US" sz="1200" dirty="0">
                          <a:effectLst/>
                          <a:latin typeface="Open Sans" panose="020B0606030504020204"/>
                          <a:ea typeface="MS Mincho"/>
                          <a:cs typeface="Bank Gothic-Medium"/>
                        </a:rPr>
                        <a:t>after the list’s tail.</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5702318"/>
                  </a:ext>
                </a:extLst>
              </a:tr>
              <a:tr h="370840">
                <a:tc>
                  <a:txBody>
                    <a:bodyPr/>
                    <a:lstStyle/>
                    <a:p>
                      <a:pPr marL="0" marR="368300">
                        <a:lnSpc>
                          <a:spcPct val="200000"/>
                        </a:lnSpc>
                        <a:spcBef>
                          <a:spcPts val="0"/>
                        </a:spcBef>
                        <a:spcAft>
                          <a:spcPts val="0"/>
                        </a:spcAft>
                      </a:pPr>
                      <a:r>
                        <a:rPr lang="en-US" sz="1200" b="1" dirty="0">
                          <a:effectLst/>
                          <a:latin typeface="Courier New" panose="02070309020205020404" pitchFamily="49" charset="0"/>
                          <a:ea typeface="MS Mincho"/>
                          <a:cs typeface="Bank Gothic-Medium"/>
                        </a:rPr>
                        <a:t>L.remove(item)</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368300">
                        <a:lnSpc>
                          <a:spcPct val="200000"/>
                        </a:lnSpc>
                        <a:spcBef>
                          <a:spcPts val="0"/>
                        </a:spcBef>
                        <a:spcAft>
                          <a:spcPts val="0"/>
                        </a:spcAft>
                      </a:pPr>
                      <a:r>
                        <a:rPr lang="en-US" sz="1200" dirty="0">
                          <a:effectLst/>
                          <a:latin typeface="Open Sans" panose="020B0606030504020204"/>
                          <a:ea typeface="MS Mincho"/>
                          <a:cs typeface="Bank Gothic-Medium"/>
                        </a:rPr>
                        <a:t>Removes</a:t>
                      </a:r>
                      <a:r>
                        <a:rPr lang="en-US" sz="1000" b="1" kern="1200" dirty="0">
                          <a:solidFill>
                            <a:schemeClr val="dk1"/>
                          </a:solidFill>
                          <a:effectLst/>
                          <a:latin typeface="Open Sans" panose="020B0606030504020204"/>
                          <a:ea typeface="MS Mincho"/>
                          <a:cs typeface="Courier New" panose="02070309020205020404" pitchFamily="49" charset="0"/>
                        </a:rPr>
                        <a:t> </a:t>
                      </a:r>
                      <a:r>
                        <a:rPr lang="en-US" sz="1000" b="1" kern="1200" dirty="0">
                          <a:solidFill>
                            <a:schemeClr val="dk1"/>
                          </a:solidFill>
                          <a:effectLst/>
                          <a:latin typeface="Courier New" panose="02070309020205020404" pitchFamily="49" charset="0"/>
                          <a:ea typeface="MS Mincho"/>
                          <a:cs typeface="Courier New" panose="02070309020205020404" pitchFamily="49" charset="0"/>
                        </a:rPr>
                        <a:t>item</a:t>
                      </a:r>
                      <a:r>
                        <a:rPr lang="en-US" sz="1000" b="1" kern="1200" dirty="0">
                          <a:solidFill>
                            <a:schemeClr val="dk1"/>
                          </a:solidFill>
                          <a:effectLst/>
                          <a:latin typeface="Open Sans" panose="020B0606030504020204"/>
                          <a:ea typeface="MS Mincho"/>
                          <a:cs typeface="Courier New" panose="02070309020205020404" pitchFamily="49" charset="0"/>
                        </a:rPr>
                        <a:t> </a:t>
                      </a:r>
                      <a:r>
                        <a:rPr lang="en-US" sz="1200" dirty="0">
                          <a:effectLst/>
                          <a:latin typeface="Open Sans" panose="020B0606030504020204"/>
                          <a:ea typeface="MS Mincho"/>
                          <a:cs typeface="Bank Gothic-Medium"/>
                        </a:rPr>
                        <a:t>from the list.</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95343501"/>
                  </a:ext>
                </a:extLst>
              </a:tr>
              <a:tr h="370840">
                <a:tc>
                  <a:txBody>
                    <a:bodyPr/>
                    <a:lstStyle/>
                    <a:p>
                      <a:pPr marL="0" marR="368300">
                        <a:lnSpc>
                          <a:spcPct val="200000"/>
                        </a:lnSpc>
                        <a:spcBef>
                          <a:spcPts val="0"/>
                        </a:spcBef>
                        <a:spcAft>
                          <a:spcPts val="0"/>
                        </a:spcAft>
                      </a:pPr>
                      <a:r>
                        <a:rPr lang="en-US" sz="1200" i="1" dirty="0">
                          <a:solidFill>
                            <a:srgbClr val="CBDDEF"/>
                          </a:solidFill>
                          <a:effectLst/>
                          <a:latin typeface="Times" panose="02020603050405020304" pitchFamily="18" charset="0"/>
                          <a:ea typeface="MS Mincho"/>
                          <a:cs typeface="Bank Gothic-Medium"/>
                        </a:rPr>
                        <a:t> blank</a:t>
                      </a:r>
                      <a:endParaRPr lang="en-US" sz="1000" dirty="0">
                        <a:solidFill>
                          <a:srgbClr val="CBDDEF"/>
                        </a:solidFill>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368300">
                        <a:lnSpc>
                          <a:spcPct val="200000"/>
                        </a:lnSpc>
                        <a:spcBef>
                          <a:spcPts val="0"/>
                        </a:spcBef>
                        <a:spcAft>
                          <a:spcPts val="0"/>
                        </a:spcAft>
                      </a:pPr>
                      <a:r>
                        <a:rPr lang="en-US" sz="1200" i="1" dirty="0">
                          <a:effectLst/>
                          <a:latin typeface="Open Sans" panose="020B0606030504020204"/>
                          <a:ea typeface="MS Mincho"/>
                          <a:cs typeface="Bank Gothic-Medium"/>
                        </a:rPr>
                        <a:t>Precondition</a:t>
                      </a:r>
                      <a:r>
                        <a:rPr lang="en-US" sz="1200" dirty="0">
                          <a:effectLst/>
                          <a:latin typeface="Open Sans" panose="020B0606030504020204"/>
                          <a:ea typeface="MS Mincho"/>
                          <a:cs typeface="Bank Gothic-Medium"/>
                        </a:rPr>
                        <a:t>: </a:t>
                      </a:r>
                      <a:r>
                        <a:rPr lang="en-US" sz="1000" dirty="0">
                          <a:effectLst/>
                          <a:latin typeface="Open Sans" panose="020B0606030504020204"/>
                          <a:ea typeface="MS Mincho"/>
                          <a:cs typeface="Bank Gothic-Medium"/>
                        </a:rPr>
                        <a:t> </a:t>
                      </a:r>
                      <a:r>
                        <a:rPr lang="en-US" sz="1000" b="1" kern="1200" dirty="0">
                          <a:solidFill>
                            <a:schemeClr val="dk1"/>
                          </a:solidFill>
                          <a:effectLst/>
                          <a:latin typeface="Courier New" panose="02070309020205020404" pitchFamily="49" charset="0"/>
                          <a:ea typeface="MS Mincho"/>
                          <a:cs typeface="Courier New" panose="02070309020205020404" pitchFamily="49" charset="0"/>
                        </a:rPr>
                        <a:t>item</a:t>
                      </a:r>
                      <a:r>
                        <a:rPr lang="en-US" sz="1200" b="1" dirty="0">
                          <a:effectLst/>
                          <a:latin typeface="Open Sans" panose="020B0606030504020204"/>
                          <a:ea typeface="MS Mincho"/>
                          <a:cs typeface="Bank Gothic-Medium"/>
                        </a:rPr>
                        <a:t> </a:t>
                      </a:r>
                      <a:r>
                        <a:rPr lang="en-US" sz="1200" dirty="0">
                          <a:effectLst/>
                          <a:latin typeface="Open Sans" panose="020B0606030504020204"/>
                          <a:ea typeface="MS Mincho"/>
                          <a:cs typeface="Bank Gothic-Medium"/>
                        </a:rPr>
                        <a:t> is in the list.</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5762661"/>
                  </a:ext>
                </a:extLst>
              </a:tr>
              <a:tr h="370840">
                <a:tc>
                  <a:txBody>
                    <a:bodyPr/>
                    <a:lstStyle/>
                    <a:p>
                      <a:pPr marL="0" marR="368300">
                        <a:lnSpc>
                          <a:spcPct val="200000"/>
                        </a:lnSpc>
                        <a:spcBef>
                          <a:spcPts val="0"/>
                        </a:spcBef>
                        <a:spcAft>
                          <a:spcPts val="0"/>
                        </a:spcAft>
                      </a:pPr>
                      <a:r>
                        <a:rPr lang="en-US" sz="1200" b="1" dirty="0">
                          <a:effectLst/>
                          <a:latin typeface="Courier New" panose="02070309020205020404" pitchFamily="49" charset="0"/>
                          <a:ea typeface="MS Mincho"/>
                          <a:cs typeface="Bank Gothic-Medium"/>
                        </a:rPr>
                        <a:t>L.index(item)</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368300">
                        <a:lnSpc>
                          <a:spcPct val="200000"/>
                        </a:lnSpc>
                        <a:spcBef>
                          <a:spcPts val="0"/>
                        </a:spcBef>
                        <a:spcAft>
                          <a:spcPts val="0"/>
                        </a:spcAft>
                      </a:pPr>
                      <a:r>
                        <a:rPr lang="en-US" sz="1200" dirty="0">
                          <a:effectLst/>
                          <a:latin typeface="Open Sans" panose="020B0606030504020204"/>
                          <a:ea typeface="MS Mincho"/>
                          <a:cs typeface="Bank Gothic-Medium"/>
                        </a:rPr>
                        <a:t>Returns the position of the first instance of</a:t>
                      </a:r>
                      <a:r>
                        <a:rPr lang="en-US" sz="1000" b="1" kern="1200" dirty="0">
                          <a:solidFill>
                            <a:schemeClr val="dk1"/>
                          </a:solidFill>
                          <a:effectLst/>
                          <a:latin typeface="Open Sans" panose="020B0606030504020204"/>
                          <a:ea typeface="MS Mincho"/>
                          <a:cs typeface="Courier New" panose="02070309020205020404" pitchFamily="49" charset="0"/>
                        </a:rPr>
                        <a:t> </a:t>
                      </a:r>
                      <a:r>
                        <a:rPr lang="en-US" sz="1000" b="1" kern="1200" dirty="0">
                          <a:solidFill>
                            <a:schemeClr val="dk1"/>
                          </a:solidFill>
                          <a:effectLst/>
                          <a:latin typeface="Courier New" panose="02070309020205020404" pitchFamily="49" charset="0"/>
                          <a:ea typeface="MS Mincho"/>
                          <a:cs typeface="Courier New" panose="02070309020205020404" pitchFamily="49" charset="0"/>
                        </a:rPr>
                        <a:t>item</a:t>
                      </a:r>
                      <a:r>
                        <a:rPr lang="en-US" sz="1000" b="1" kern="1200" dirty="0">
                          <a:solidFill>
                            <a:schemeClr val="dk1"/>
                          </a:solidFill>
                          <a:effectLst/>
                          <a:latin typeface="Open Sans" panose="020B0606030504020204"/>
                          <a:ea typeface="MS Mincho"/>
                          <a:cs typeface="Courier New" panose="02070309020205020404" pitchFamily="49" charset="0"/>
                        </a:rPr>
                        <a:t> </a:t>
                      </a:r>
                      <a:r>
                        <a:rPr lang="en-US" sz="1200" dirty="0">
                          <a:effectLst/>
                          <a:latin typeface="Open Sans" panose="020B0606030504020204"/>
                          <a:ea typeface="MS Mincho"/>
                          <a:cs typeface="Bank Gothic-Medium"/>
                        </a:rPr>
                        <a:t>in the list.</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4934947"/>
                  </a:ext>
                </a:extLst>
              </a:tr>
              <a:tr h="431800">
                <a:tc>
                  <a:txBody>
                    <a:bodyPr/>
                    <a:lstStyle/>
                    <a:p>
                      <a:pPr marL="0" marR="368300">
                        <a:lnSpc>
                          <a:spcPct val="200000"/>
                        </a:lnSpc>
                        <a:spcBef>
                          <a:spcPts val="0"/>
                        </a:spcBef>
                        <a:spcAft>
                          <a:spcPts val="0"/>
                        </a:spcAft>
                      </a:pPr>
                      <a:r>
                        <a:rPr lang="en-US" sz="1200" i="1" dirty="0">
                          <a:solidFill>
                            <a:srgbClr val="CBDDEF"/>
                          </a:solidFill>
                          <a:effectLst/>
                          <a:latin typeface="Times" panose="02020603050405020304" pitchFamily="18" charset="0"/>
                          <a:ea typeface="MS Mincho"/>
                          <a:cs typeface="Bank Gothic-Medium"/>
                        </a:rPr>
                        <a:t> blank</a:t>
                      </a:r>
                      <a:endParaRPr lang="en-US" sz="1000" dirty="0">
                        <a:solidFill>
                          <a:srgbClr val="CBDDEF"/>
                        </a:solidFill>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368300">
                        <a:lnSpc>
                          <a:spcPct val="200000"/>
                        </a:lnSpc>
                        <a:spcBef>
                          <a:spcPts val="0"/>
                        </a:spcBef>
                        <a:spcAft>
                          <a:spcPts val="0"/>
                        </a:spcAft>
                      </a:pPr>
                      <a:r>
                        <a:rPr lang="en-US" sz="1200" i="1" dirty="0">
                          <a:effectLst/>
                          <a:latin typeface="Open Sans" panose="020B0606030504020204"/>
                          <a:ea typeface="MS Mincho"/>
                          <a:cs typeface="Bank Gothic-Medium"/>
                        </a:rPr>
                        <a:t>Precondition</a:t>
                      </a:r>
                      <a:r>
                        <a:rPr lang="en-US" sz="1200" dirty="0">
                          <a:effectLst/>
                          <a:latin typeface="Open Sans" panose="020B0606030504020204"/>
                          <a:ea typeface="MS Mincho"/>
                          <a:cs typeface="Bank Gothic-Medium"/>
                        </a:rPr>
                        <a:t>: </a:t>
                      </a:r>
                      <a:r>
                        <a:rPr lang="en-US" sz="1000" b="1" kern="1200" dirty="0">
                          <a:solidFill>
                            <a:schemeClr val="dk1"/>
                          </a:solidFill>
                          <a:effectLst/>
                          <a:latin typeface="Courier New" panose="02070309020205020404" pitchFamily="49" charset="0"/>
                          <a:ea typeface="MS Mincho"/>
                          <a:cs typeface="Courier New" panose="02070309020205020404" pitchFamily="49" charset="0"/>
                        </a:rPr>
                        <a:t>item</a:t>
                      </a:r>
                      <a:r>
                        <a:rPr lang="en-US" sz="1200" b="1" dirty="0">
                          <a:effectLst/>
                          <a:latin typeface="Open Sans" panose="020B0606030504020204"/>
                          <a:ea typeface="MS Mincho"/>
                          <a:cs typeface="Bank Gothic-Medium"/>
                        </a:rPr>
                        <a:t> </a:t>
                      </a:r>
                      <a:r>
                        <a:rPr lang="en-US" sz="1200" dirty="0">
                          <a:effectLst/>
                          <a:latin typeface="Open Sans" panose="020B0606030504020204"/>
                          <a:ea typeface="MS Mincho"/>
                          <a:cs typeface="Bank Gothic-Medium"/>
                        </a:rPr>
                        <a:t>is in the list.</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1850565"/>
                  </a:ext>
                </a:extLst>
              </a:tr>
            </a:tbl>
          </a:graphicData>
        </a:graphic>
      </p:graphicFrame>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7744099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Position-Based Operations </a:t>
            </a:r>
            <a:r>
              <a:rPr lang="en-US" sz="2000" dirty="0"/>
              <a:t>(1 of 14)</a:t>
            </a:r>
          </a:p>
        </p:txBody>
      </p:sp>
      <p:sp>
        <p:nvSpPr>
          <p:cNvPr id="3" name="Content Placeholder 2"/>
          <p:cNvSpPr>
            <a:spLocks noGrp="1"/>
          </p:cNvSpPr>
          <p:nvPr>
            <p:ph idx="1"/>
          </p:nvPr>
        </p:nvSpPr>
        <p:spPr>
          <a:xfrm>
            <a:off x="628650" y="1447800"/>
            <a:ext cx="7886700" cy="3886200"/>
          </a:xfrm>
        </p:spPr>
        <p:txBody>
          <a:bodyPr/>
          <a:lstStyle/>
          <a:p>
            <a:pPr marL="291600" indent="-291600">
              <a:spcBef>
                <a:spcPts val="1000"/>
              </a:spcBef>
            </a:pPr>
            <a:r>
              <a:rPr lang="en-US" dirty="0"/>
              <a:t>Position-based operations</a:t>
            </a:r>
          </a:p>
          <a:p>
            <a:pPr lvl="1">
              <a:spcBef>
                <a:spcPts val="1000"/>
              </a:spcBef>
            </a:pPr>
            <a:r>
              <a:rPr lang="en-US" dirty="0"/>
              <a:t>Performed relative to a currently established position called the cursor</a:t>
            </a:r>
          </a:p>
          <a:p>
            <a:pPr lvl="1">
              <a:spcBef>
                <a:spcPts val="1000"/>
              </a:spcBef>
            </a:pPr>
            <a:r>
              <a:rPr lang="en-US" dirty="0"/>
              <a:t>Allow the programmer to navigate through a list by moving the cursor</a:t>
            </a:r>
          </a:p>
          <a:p>
            <a:pPr lvl="1">
              <a:spcBef>
                <a:spcPts val="1000"/>
              </a:spcBef>
            </a:pPr>
            <a:r>
              <a:rPr lang="en-US" dirty="0"/>
              <a:t>A separate object called a </a:t>
            </a:r>
            <a:r>
              <a:rPr lang="en-US" i="1" dirty="0"/>
              <a:t>list iterator </a:t>
            </a:r>
            <a:r>
              <a:rPr lang="en-US" dirty="0"/>
              <a:t>provides these operations</a:t>
            </a:r>
          </a:p>
          <a:p>
            <a:pPr marL="291600" indent="-291600">
              <a:spcBef>
                <a:spcPts val="1000"/>
              </a:spcBef>
            </a:pPr>
            <a:r>
              <a:rPr lang="en-US" dirty="0"/>
              <a:t>A list iterator supports movement to</a:t>
            </a:r>
          </a:p>
          <a:p>
            <a:pPr lvl="1">
              <a:spcBef>
                <a:spcPts val="1000"/>
              </a:spcBef>
            </a:pPr>
            <a:r>
              <a:rPr lang="en-US" dirty="0"/>
              <a:t>Previous positions</a:t>
            </a:r>
          </a:p>
          <a:p>
            <a:pPr lvl="1">
              <a:spcBef>
                <a:spcPts val="1000"/>
              </a:spcBef>
            </a:pPr>
            <a:r>
              <a:rPr lang="en-US" dirty="0"/>
              <a:t>Directly to the first position</a:t>
            </a:r>
          </a:p>
          <a:p>
            <a:pPr lvl="1">
              <a:spcBef>
                <a:spcPts val="1000"/>
              </a:spcBef>
            </a:pPr>
            <a:r>
              <a:rPr lang="en-US" dirty="0"/>
              <a:t>Directly to the last position</a:t>
            </a:r>
          </a:p>
          <a:p>
            <a:pPr marL="291600" indent="-291600">
              <a:spcBef>
                <a:spcPts val="1000"/>
              </a:spcBef>
            </a:pPr>
            <a:r>
              <a:rPr lang="en-US" dirty="0"/>
              <a:t>Also supports</a:t>
            </a:r>
          </a:p>
          <a:p>
            <a:pPr lvl="1">
              <a:spcBef>
                <a:spcPts val="1000"/>
              </a:spcBef>
            </a:pPr>
            <a:r>
              <a:rPr lang="en-US" dirty="0"/>
              <a:t>Insertions, replacements, and removal of items at cursor positions</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435885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Position-Based Operations </a:t>
            </a:r>
            <a:r>
              <a:rPr lang="en-US" sz="2000" dirty="0"/>
              <a:t>(2 of 14)</a:t>
            </a:r>
          </a:p>
        </p:txBody>
      </p:sp>
      <p:sp>
        <p:nvSpPr>
          <p:cNvPr id="3" name="Content Placeholder 2"/>
          <p:cNvSpPr>
            <a:spLocks noGrp="1"/>
          </p:cNvSpPr>
          <p:nvPr>
            <p:ph idx="1"/>
          </p:nvPr>
        </p:nvSpPr>
        <p:spPr>
          <a:xfrm>
            <a:off x="628650" y="1524000"/>
            <a:ext cx="7886700" cy="3733800"/>
          </a:xfrm>
        </p:spPr>
        <p:txBody>
          <a:bodyPr/>
          <a:lstStyle/>
          <a:p>
            <a:pPr marL="291600" indent="-291600">
              <a:spcBef>
                <a:spcPts val="1000"/>
              </a:spcBef>
            </a:pPr>
            <a:r>
              <a:rPr lang="en-US" dirty="0"/>
              <a:t>A list iterator is created by running the </a:t>
            </a:r>
            <a:r>
              <a:rPr lang="en-US" b="1" dirty="0">
                <a:latin typeface="Courier New" panose="02070309020205020404" pitchFamily="49" charset="0"/>
                <a:cs typeface="Courier New" panose="02070309020205020404" pitchFamily="49" charset="0"/>
              </a:rPr>
              <a:t>listIterator</a:t>
            </a:r>
            <a:r>
              <a:rPr lang="en-US" dirty="0"/>
              <a:t> method on a list:</a:t>
            </a:r>
          </a:p>
          <a:p>
            <a:pPr marL="342900" lvl="1" indent="0">
              <a:spcBef>
                <a:spcPts val="1000"/>
              </a:spcBef>
              <a:buNone/>
            </a:pPr>
            <a:r>
              <a:rPr lang="en-US" b="1" dirty="0">
                <a:latin typeface="Courier New" panose="02070309020205020404" pitchFamily="49" charset="0"/>
                <a:cs typeface="Courier New" panose="02070309020205020404" pitchFamily="49" charset="0"/>
              </a:rPr>
              <a:t>listIterator=aList.listIterator ()</a:t>
            </a:r>
          </a:p>
          <a:p>
            <a:pPr marL="291600" indent="-291600">
              <a:spcBef>
                <a:spcPts val="1000"/>
              </a:spcBef>
            </a:pPr>
            <a:r>
              <a:rPr lang="en-US" dirty="0"/>
              <a:t>The list can be either empty or already have items in it:</a:t>
            </a:r>
          </a:p>
          <a:p>
            <a:pPr lvl="1">
              <a:spcBef>
                <a:spcPts val="1000"/>
              </a:spcBef>
            </a:pPr>
            <a:r>
              <a:rPr lang="en-US" dirty="0"/>
              <a:t>List is sometimes called the list iterator’s </a:t>
            </a:r>
            <a:r>
              <a:rPr lang="en-US" i="1" dirty="0"/>
              <a:t>backing store</a:t>
            </a:r>
          </a:p>
          <a:p>
            <a:pPr marL="291600" indent="-291600">
              <a:spcBef>
                <a:spcPts val="1000"/>
              </a:spcBef>
            </a:pPr>
            <a:r>
              <a:rPr lang="en-US" dirty="0"/>
              <a:t>With respect to items in its backing store, a list iterator’s cursor is always in one of three places:</a:t>
            </a:r>
          </a:p>
          <a:p>
            <a:pPr lvl="1">
              <a:spcBef>
                <a:spcPts val="1000"/>
              </a:spcBef>
            </a:pPr>
            <a:r>
              <a:rPr lang="en-US" dirty="0"/>
              <a:t>Just before the first item</a:t>
            </a:r>
          </a:p>
          <a:p>
            <a:pPr lvl="1">
              <a:spcBef>
                <a:spcPts val="1000"/>
              </a:spcBef>
            </a:pPr>
            <a:r>
              <a:rPr lang="en-US" dirty="0"/>
              <a:t>Between two adjacent items</a:t>
            </a:r>
          </a:p>
          <a:p>
            <a:pPr lvl="1">
              <a:spcBef>
                <a:spcPts val="1000"/>
              </a:spcBef>
            </a:pPr>
            <a:r>
              <a:rPr lang="en-US" dirty="0"/>
              <a:t>Just after the last item</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9850372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Position-Based Operations </a:t>
            </a:r>
            <a:r>
              <a:rPr lang="en-US" sz="2000" dirty="0"/>
              <a:t>(3 of 14)</a:t>
            </a:r>
          </a:p>
        </p:txBody>
      </p:sp>
      <p:sp>
        <p:nvSpPr>
          <p:cNvPr id="3" name="Content Placeholder 2"/>
          <p:cNvSpPr>
            <a:spLocks noGrp="1"/>
          </p:cNvSpPr>
          <p:nvPr>
            <p:ph idx="1"/>
          </p:nvPr>
        </p:nvSpPr>
        <p:spPr>
          <a:xfrm>
            <a:off x="628650" y="1825625"/>
            <a:ext cx="7886700" cy="384175"/>
          </a:xfrm>
        </p:spPr>
        <p:txBody>
          <a:bodyPr/>
          <a:lstStyle/>
          <a:p>
            <a:pPr marL="0" indent="0">
              <a:spcBef>
                <a:spcPts val="1000"/>
              </a:spcBef>
              <a:buNone/>
            </a:pPr>
            <a:r>
              <a:rPr lang="en-IN" b="1" dirty="0"/>
              <a:t>Figure 9-2: </a:t>
            </a:r>
            <a:r>
              <a:rPr lang="en-IN" dirty="0"/>
              <a:t>A list iterator attached to its backing store (a list)</a:t>
            </a:r>
            <a:endParaRPr lang="en-US" dirty="0"/>
          </a:p>
        </p:txBody>
      </p:sp>
      <p:pic>
        <p:nvPicPr>
          <p:cNvPr id="7" name="Content Placeholder 6" descr="Illustrations shows a list iterator attached to its backing store, that is a list. Figure shows a box with the label a list iterator pointing to a box with the label a list with a dashed arrow."/>
          <p:cNvPicPr>
            <a:picLocks noGrp="1" noChangeAspect="1"/>
          </p:cNvPicPr>
          <p:nvPr>
            <p:ph idx="13"/>
          </p:nvPr>
        </p:nvPicPr>
        <p:blipFill>
          <a:blip r:embed="rId2">
            <a:extLst>
              <a:ext uri="{28A0092B-C50C-407E-A947-70E740481C1C}">
                <a14:useLocalDpi xmlns:a14="http://schemas.microsoft.com/office/drawing/2010/main" val="0"/>
              </a:ext>
            </a:extLst>
          </a:blip>
          <a:stretch>
            <a:fillRect/>
          </a:stretch>
        </p:blipFill>
        <p:spPr>
          <a:xfrm>
            <a:off x="1504950" y="3124200"/>
            <a:ext cx="6134100" cy="1130300"/>
          </a:xfr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914660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Position-Based Operations </a:t>
            </a:r>
            <a:r>
              <a:rPr lang="en-US" sz="2000" dirty="0"/>
              <a:t>(4 of 14)</a:t>
            </a:r>
          </a:p>
        </p:txBody>
      </p:sp>
      <p:sp>
        <p:nvSpPr>
          <p:cNvPr id="3" name="Content Placeholder 2"/>
          <p:cNvSpPr>
            <a:spLocks noGrp="1"/>
          </p:cNvSpPr>
          <p:nvPr>
            <p:ph idx="1"/>
          </p:nvPr>
        </p:nvSpPr>
        <p:spPr>
          <a:xfrm>
            <a:off x="628650" y="1825625"/>
            <a:ext cx="7886700" cy="384175"/>
          </a:xfrm>
        </p:spPr>
        <p:txBody>
          <a:bodyPr/>
          <a:lstStyle/>
          <a:p>
            <a:pPr marL="291600" indent="-291600">
              <a:spcBef>
                <a:spcPts val="1000"/>
              </a:spcBef>
            </a:pPr>
            <a:r>
              <a:rPr lang="en-US" dirty="0"/>
              <a:t>Table 9.4 Navigational Operations for a List Iterator</a:t>
            </a:r>
          </a:p>
        </p:txBody>
      </p:sp>
      <p:graphicFrame>
        <p:nvGraphicFramePr>
          <p:cNvPr id="9" name="Content Placeholder 8" descr="Table is accessible to screenreaders"/>
          <p:cNvGraphicFramePr>
            <a:graphicFrameLocks noGrp="1"/>
          </p:cNvGraphicFramePr>
          <p:nvPr>
            <p:ph idx="13"/>
            <p:extLst>
              <p:ext uri="{D42A27DB-BD31-4B8C-83A1-F6EECF244321}">
                <p14:modId xmlns:p14="http://schemas.microsoft.com/office/powerpoint/2010/main" val="3110130917"/>
              </p:ext>
            </p:extLst>
          </p:nvPr>
        </p:nvGraphicFramePr>
        <p:xfrm>
          <a:off x="859387" y="2404216"/>
          <a:ext cx="7886700" cy="3317240"/>
        </p:xfrm>
        <a:graphic>
          <a:graphicData uri="http://schemas.openxmlformats.org/drawingml/2006/table">
            <a:tbl>
              <a:tblPr firstRow="1" bandRow="1">
                <a:tableStyleId>{5C22544A-7EE6-4342-B048-85BDC9FD1C3A}</a:tableStyleId>
              </a:tblPr>
              <a:tblGrid>
                <a:gridCol w="2266950">
                  <a:extLst>
                    <a:ext uri="{9D8B030D-6E8A-4147-A177-3AD203B41FA5}">
                      <a16:colId xmlns:a16="http://schemas.microsoft.com/office/drawing/2014/main" val="3747833402"/>
                    </a:ext>
                  </a:extLst>
                </a:gridCol>
                <a:gridCol w="5619750">
                  <a:extLst>
                    <a:ext uri="{9D8B030D-6E8A-4147-A177-3AD203B41FA5}">
                      <a16:colId xmlns:a16="http://schemas.microsoft.com/office/drawing/2014/main" val="1833759514"/>
                    </a:ext>
                  </a:extLst>
                </a:gridCol>
              </a:tblGrid>
              <a:tr h="370840">
                <a:tc>
                  <a:txBody>
                    <a:bodyPr/>
                    <a:lstStyle/>
                    <a:p>
                      <a:r>
                        <a:rPr lang="en-US" dirty="0">
                          <a:solidFill>
                            <a:schemeClr val="bg2">
                              <a:lumMod val="10000"/>
                            </a:schemeClr>
                          </a:solidFill>
                          <a:latin typeface="Open Sans" panose="020B0606030504020204"/>
                        </a:rPr>
                        <a:t>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What It</a:t>
                      </a:r>
                      <a:r>
                        <a:rPr lang="en-US" baseline="0" dirty="0">
                          <a:solidFill>
                            <a:schemeClr val="bg2">
                              <a:lumMod val="10000"/>
                            </a:schemeClr>
                          </a:solidFill>
                          <a:latin typeface="Open Sans" panose="020B0606030504020204"/>
                        </a:rPr>
                        <a:t> Does</a:t>
                      </a:r>
                      <a:endParaRPr lang="en-US" dirty="0">
                        <a:solidFill>
                          <a:schemeClr val="bg2">
                            <a:lumMod val="10000"/>
                          </a:schemeClr>
                        </a:solidFill>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6454744"/>
                  </a:ext>
                </a:extLst>
              </a:tr>
              <a:tr h="370840">
                <a:tc>
                  <a:txBody>
                    <a:bodyPr/>
                    <a:lstStyle/>
                    <a:p>
                      <a:pPr marL="0" marR="177800">
                        <a:lnSpc>
                          <a:spcPct val="200000"/>
                        </a:lnSpc>
                        <a:spcBef>
                          <a:spcPts val="0"/>
                        </a:spcBef>
                        <a:spcAft>
                          <a:spcPts val="0"/>
                        </a:spcAft>
                      </a:pPr>
                      <a:r>
                        <a:rPr lang="en-US" sz="1200" b="1" dirty="0">
                          <a:effectLst/>
                          <a:latin typeface="Courier New" panose="02070309020205020404" pitchFamily="49" charset="0"/>
                          <a:ea typeface="MS Mincho"/>
                          <a:cs typeface="Bank Gothic-Medium"/>
                        </a:rPr>
                        <a:t>LI.hasNext()</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177800">
                        <a:lnSpc>
                          <a:spcPct val="200000"/>
                        </a:lnSpc>
                        <a:spcBef>
                          <a:spcPts val="0"/>
                        </a:spcBef>
                        <a:spcAft>
                          <a:spcPts val="0"/>
                        </a:spcAft>
                      </a:pPr>
                      <a:r>
                        <a:rPr lang="en-US" sz="1200" dirty="0">
                          <a:effectLst/>
                          <a:latin typeface="Open Sans" panose="020B0606030504020204"/>
                          <a:ea typeface="MS Mincho"/>
                          <a:cs typeface="Bank Gothic-Medium"/>
                        </a:rPr>
                        <a:t>Returns  </a:t>
                      </a:r>
                      <a:r>
                        <a:rPr lang="en-US" sz="1200" b="1" dirty="0">
                          <a:effectLst/>
                          <a:latin typeface="Courier New" panose="02070309020205020404" pitchFamily="49" charset="0"/>
                          <a:ea typeface="MS Mincho"/>
                          <a:cs typeface="Courier New" panose="02070309020205020404" pitchFamily="49" charset="0"/>
                        </a:rPr>
                        <a:t>True</a:t>
                      </a:r>
                      <a:r>
                        <a:rPr lang="en-US" sz="1200" b="1" dirty="0">
                          <a:effectLst/>
                          <a:latin typeface="Open Sans" panose="020B0606030504020204"/>
                          <a:ea typeface="MS Mincho"/>
                          <a:cs typeface="Bank Gothic-Medium"/>
                        </a:rPr>
                        <a:t> </a:t>
                      </a:r>
                      <a:r>
                        <a:rPr lang="en-US" sz="1200" dirty="0">
                          <a:effectLst/>
                          <a:latin typeface="Open Sans" panose="020B0606030504020204"/>
                          <a:ea typeface="MS Mincho"/>
                          <a:cs typeface="Bank Gothic-Medium"/>
                        </a:rPr>
                        <a:t> if there is an item after the cursor. Returns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False</a:t>
                      </a:r>
                      <a:r>
                        <a:rPr lang="en-US" sz="1200" b="1" kern="1200" dirty="0">
                          <a:solidFill>
                            <a:schemeClr val="dk1"/>
                          </a:solidFill>
                          <a:effectLst/>
                          <a:latin typeface="Open Sans" panose="020B0606030504020204"/>
                          <a:ea typeface="MS Mincho"/>
                          <a:cs typeface="Courier New" panose="02070309020205020404" pitchFamily="49" charset="0"/>
                        </a:rPr>
                        <a:t> </a:t>
                      </a:r>
                      <a:r>
                        <a:rPr lang="en-US" sz="1200" dirty="0">
                          <a:effectLst/>
                          <a:latin typeface="Open Sans" panose="020B0606030504020204"/>
                          <a:ea typeface="MS Mincho"/>
                          <a:cs typeface="Bank Gothic-Medium"/>
                        </a:rPr>
                        <a:t> if the cursor is undefined or is positioned after the last item.</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0657207"/>
                  </a:ext>
                </a:extLst>
              </a:tr>
              <a:tr h="370840">
                <a:tc>
                  <a:txBody>
                    <a:bodyPr/>
                    <a:lstStyle/>
                    <a:p>
                      <a:pPr marL="0" marR="177800">
                        <a:lnSpc>
                          <a:spcPct val="200000"/>
                        </a:lnSpc>
                        <a:spcBef>
                          <a:spcPts val="0"/>
                        </a:spcBef>
                        <a:spcAft>
                          <a:spcPts val="0"/>
                        </a:spcAft>
                      </a:pPr>
                      <a:r>
                        <a:rPr lang="en-US" sz="1200" b="1" dirty="0">
                          <a:effectLst/>
                          <a:latin typeface="Courier New" panose="02070309020205020404" pitchFamily="49" charset="0"/>
                          <a:ea typeface="MS Mincho"/>
                          <a:cs typeface="Bank Gothic-Medium"/>
                        </a:rPr>
                        <a:t>LI.next()</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177800">
                        <a:lnSpc>
                          <a:spcPct val="200000"/>
                        </a:lnSpc>
                        <a:spcBef>
                          <a:spcPts val="0"/>
                        </a:spcBef>
                        <a:spcAft>
                          <a:spcPts val="0"/>
                        </a:spcAft>
                      </a:pPr>
                      <a:r>
                        <a:rPr lang="en-US" sz="1200" dirty="0">
                          <a:effectLst/>
                          <a:latin typeface="Open Sans" panose="020B0606030504020204"/>
                          <a:ea typeface="MS Mincho"/>
                          <a:cs typeface="Bank Gothic-Medium"/>
                        </a:rPr>
                        <a:t>Returns the next item and moves the cursor to the right by one position.</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65869342"/>
                  </a:ext>
                </a:extLst>
              </a:tr>
              <a:tr h="370840">
                <a:tc>
                  <a:txBody>
                    <a:bodyPr/>
                    <a:lstStyle/>
                    <a:p>
                      <a:pPr marL="0" marR="177800">
                        <a:lnSpc>
                          <a:spcPct val="200000"/>
                        </a:lnSpc>
                        <a:spcBef>
                          <a:spcPts val="0"/>
                        </a:spcBef>
                        <a:spcAft>
                          <a:spcPts val="0"/>
                        </a:spcAft>
                      </a:pPr>
                      <a:r>
                        <a:rPr lang="en-US" sz="1200" b="1" dirty="0">
                          <a:effectLst/>
                          <a:latin typeface="Courier New" panose="02070309020205020404" pitchFamily="49" charset="0"/>
                          <a:ea typeface="MS Mincho"/>
                          <a:cs typeface="Bank Gothic-Medium"/>
                        </a:rPr>
                        <a:t>LI.hasPrevious()</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177800">
                        <a:lnSpc>
                          <a:spcPct val="200000"/>
                        </a:lnSpc>
                        <a:spcBef>
                          <a:spcPts val="0"/>
                        </a:spcBef>
                        <a:spcAft>
                          <a:spcPts val="0"/>
                        </a:spcAft>
                      </a:pPr>
                      <a:r>
                        <a:rPr lang="en-US" sz="1200" dirty="0">
                          <a:effectLst/>
                          <a:latin typeface="Open Sans" panose="020B0606030504020204"/>
                          <a:ea typeface="MS Mincho"/>
                          <a:cs typeface="Bank Gothic-Medium"/>
                        </a:rPr>
                        <a:t>Returns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True</a:t>
                      </a:r>
                      <a:r>
                        <a:rPr lang="en-US" sz="1200" b="1" dirty="0">
                          <a:effectLst/>
                          <a:latin typeface="Open Sans" panose="020B0606030504020204"/>
                          <a:ea typeface="MS Mincho"/>
                          <a:cs typeface="Bank Gothic-Medium"/>
                        </a:rPr>
                        <a:t> </a:t>
                      </a:r>
                      <a:r>
                        <a:rPr lang="en-US" sz="1200" dirty="0">
                          <a:effectLst/>
                          <a:latin typeface="Open Sans" panose="020B0606030504020204"/>
                          <a:ea typeface="MS Mincho"/>
                          <a:cs typeface="Bank Gothic-Medium"/>
                        </a:rPr>
                        <a:t> if there is an item before the cursor. Returns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False</a:t>
                      </a:r>
                      <a:r>
                        <a:rPr lang="en-US" sz="1200" b="1" dirty="0">
                          <a:effectLst/>
                          <a:latin typeface="Open Sans" panose="020B0606030504020204"/>
                          <a:ea typeface="MS Mincho"/>
                          <a:cs typeface="Bank Gothic-Medium"/>
                        </a:rPr>
                        <a:t> </a:t>
                      </a:r>
                      <a:r>
                        <a:rPr lang="en-US" sz="1200" dirty="0">
                          <a:effectLst/>
                          <a:latin typeface="Open Sans" panose="020B0606030504020204"/>
                          <a:ea typeface="MS Mincho"/>
                          <a:cs typeface="Bank Gothic-Medium"/>
                        </a:rPr>
                        <a:t> if the cursor is undefined or is positioned before the first item.</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5087720"/>
                  </a:ext>
                </a:extLst>
              </a:tr>
              <a:tr h="370840">
                <a:tc>
                  <a:txBody>
                    <a:bodyPr/>
                    <a:lstStyle/>
                    <a:p>
                      <a:pPr marL="0" marR="177800">
                        <a:lnSpc>
                          <a:spcPct val="200000"/>
                        </a:lnSpc>
                        <a:spcBef>
                          <a:spcPts val="0"/>
                        </a:spcBef>
                        <a:spcAft>
                          <a:spcPts val="0"/>
                        </a:spcAft>
                      </a:pPr>
                      <a:r>
                        <a:rPr lang="en-US" sz="1200" b="1" dirty="0">
                          <a:effectLst/>
                          <a:latin typeface="Courier New" panose="02070309020205020404" pitchFamily="49" charset="0"/>
                          <a:ea typeface="MS Mincho"/>
                          <a:cs typeface="Bank Gothic-Medium"/>
                        </a:rPr>
                        <a:t>LI.previous()</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177800">
                        <a:lnSpc>
                          <a:spcPct val="200000"/>
                        </a:lnSpc>
                        <a:spcBef>
                          <a:spcPts val="0"/>
                        </a:spcBef>
                        <a:spcAft>
                          <a:spcPts val="0"/>
                        </a:spcAft>
                      </a:pPr>
                      <a:r>
                        <a:rPr lang="en-US" sz="1200" dirty="0">
                          <a:effectLst/>
                          <a:latin typeface="Open Sans" panose="020B0606030504020204"/>
                          <a:ea typeface="MS Mincho"/>
                          <a:cs typeface="Bank Gothic-Medium"/>
                        </a:rPr>
                        <a:t>Returns the previous item and moves the cursor to the left by one position.</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6423302"/>
                  </a:ext>
                </a:extLst>
              </a:tr>
              <a:tr h="370840">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Medium"/>
                        </a:rPr>
                        <a:t>LI.first()</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Moves the cursor before the first item, if there is one.</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3835845"/>
                  </a:ext>
                </a:extLst>
              </a:tr>
              <a:tr h="370840">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Medium"/>
                        </a:rPr>
                        <a:t>LI.last() </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Moves the cursor after the last item, if there is one.</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5111672"/>
                  </a:ext>
                </a:extLst>
              </a:tr>
            </a:tbl>
          </a:graphicData>
        </a:graphic>
      </p:graphicFrame>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1429183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Position-Based Operations </a:t>
            </a:r>
            <a:r>
              <a:rPr lang="en-US" sz="2000" dirty="0"/>
              <a:t>(5 of 14)</a:t>
            </a:r>
          </a:p>
        </p:txBody>
      </p:sp>
      <p:sp>
        <p:nvSpPr>
          <p:cNvPr id="3" name="Content Placeholder 2"/>
          <p:cNvSpPr>
            <a:spLocks noGrp="1"/>
          </p:cNvSpPr>
          <p:nvPr>
            <p:ph idx="1"/>
          </p:nvPr>
        </p:nvSpPr>
        <p:spPr>
          <a:xfrm>
            <a:off x="628650" y="1825625"/>
            <a:ext cx="7886700" cy="460375"/>
          </a:xfrm>
        </p:spPr>
        <p:txBody>
          <a:bodyPr/>
          <a:lstStyle/>
          <a:p>
            <a:pPr marL="291600" indent="-291600">
              <a:spcBef>
                <a:spcPts val="1000"/>
              </a:spcBef>
            </a:pPr>
            <a:r>
              <a:rPr lang="en-US" dirty="0"/>
              <a:t>Table 9.5 Mutator Operations for a List Iterator</a:t>
            </a:r>
          </a:p>
        </p:txBody>
      </p:sp>
      <p:graphicFrame>
        <p:nvGraphicFramePr>
          <p:cNvPr id="8" name="Content Placeholder 7" descr="Table is accessible to screenreaders"/>
          <p:cNvGraphicFramePr>
            <a:graphicFrameLocks noGrp="1"/>
          </p:cNvGraphicFramePr>
          <p:nvPr>
            <p:ph idx="13"/>
            <p:extLst>
              <p:ext uri="{D42A27DB-BD31-4B8C-83A1-F6EECF244321}">
                <p14:modId xmlns:p14="http://schemas.microsoft.com/office/powerpoint/2010/main" val="4045791115"/>
              </p:ext>
            </p:extLst>
          </p:nvPr>
        </p:nvGraphicFramePr>
        <p:xfrm>
          <a:off x="982053" y="2427004"/>
          <a:ext cx="7524750" cy="2601561"/>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925349503"/>
                    </a:ext>
                  </a:extLst>
                </a:gridCol>
                <a:gridCol w="5010150">
                  <a:extLst>
                    <a:ext uri="{9D8B030D-6E8A-4147-A177-3AD203B41FA5}">
                      <a16:colId xmlns:a16="http://schemas.microsoft.com/office/drawing/2014/main" val="1813734444"/>
                    </a:ext>
                  </a:extLst>
                </a:gridCol>
              </a:tblGrid>
              <a:tr h="370840">
                <a:tc>
                  <a:txBody>
                    <a:bodyPr/>
                    <a:lstStyle/>
                    <a:p>
                      <a:r>
                        <a:rPr lang="en-US" dirty="0">
                          <a:solidFill>
                            <a:schemeClr val="bg2">
                              <a:lumMod val="10000"/>
                            </a:schemeClr>
                          </a:solidFill>
                          <a:latin typeface="Open Sans" panose="020B0606030504020204"/>
                        </a:rPr>
                        <a:t>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What It</a:t>
                      </a:r>
                      <a:r>
                        <a:rPr lang="en-US" baseline="0" dirty="0">
                          <a:solidFill>
                            <a:schemeClr val="bg2">
                              <a:lumMod val="10000"/>
                            </a:schemeClr>
                          </a:solidFill>
                          <a:latin typeface="Open Sans" panose="020B0606030504020204"/>
                        </a:rPr>
                        <a:t> Does</a:t>
                      </a:r>
                      <a:endParaRPr lang="en-US" dirty="0">
                        <a:solidFill>
                          <a:schemeClr val="bg2">
                            <a:lumMod val="10000"/>
                          </a:schemeClr>
                        </a:solidFill>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9398392"/>
                  </a:ext>
                </a:extLst>
              </a:tr>
              <a:tr h="783556">
                <a:tc>
                  <a:txBody>
                    <a:bodyPr/>
                    <a:lstStyle/>
                    <a:p>
                      <a:pPr marL="0" marR="203200">
                        <a:lnSpc>
                          <a:spcPct val="200000"/>
                        </a:lnSpc>
                        <a:spcBef>
                          <a:spcPts val="0"/>
                        </a:spcBef>
                        <a:spcAft>
                          <a:spcPts val="0"/>
                        </a:spcAft>
                      </a:pPr>
                      <a:r>
                        <a:rPr lang="en-US" sz="1200" b="1" dirty="0">
                          <a:effectLst/>
                          <a:latin typeface="Courier New" panose="02070309020205020404" pitchFamily="49" charset="0"/>
                          <a:ea typeface="MS Mincho"/>
                          <a:cs typeface="Bank Gothic-Medium"/>
                        </a:rPr>
                        <a:t>LI.insert(item)</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203200">
                        <a:lnSpc>
                          <a:spcPct val="200000"/>
                        </a:lnSpc>
                        <a:spcBef>
                          <a:spcPts val="0"/>
                        </a:spcBef>
                        <a:spcAft>
                          <a:spcPts val="0"/>
                        </a:spcAft>
                      </a:pPr>
                      <a:r>
                        <a:rPr lang="en-US" sz="1200" dirty="0">
                          <a:effectLst/>
                          <a:latin typeface="Open Sans" panose="020B0606030504020204"/>
                          <a:ea typeface="MS Mincho"/>
                          <a:cs typeface="Bank Gothic-Medium"/>
                        </a:rPr>
                        <a:t>If the cursor is defined, inserts  </a:t>
                      </a:r>
                      <a:r>
                        <a:rPr lang="en-US" sz="1200" b="1" dirty="0">
                          <a:effectLst/>
                          <a:latin typeface="Courier New" panose="02070309020205020404" pitchFamily="49" charset="0"/>
                          <a:ea typeface="MS Mincho"/>
                          <a:cs typeface="Courier New" panose="02070309020205020404" pitchFamily="49" charset="0"/>
                        </a:rPr>
                        <a:t>item</a:t>
                      </a:r>
                      <a:r>
                        <a:rPr lang="en-US" sz="1200" b="1" dirty="0">
                          <a:effectLst/>
                          <a:latin typeface="Open Sans" panose="020B0606030504020204"/>
                          <a:ea typeface="MS Mincho"/>
                          <a:cs typeface="Bank Gothic-Medium"/>
                        </a:rPr>
                        <a:t> </a:t>
                      </a:r>
                      <a:r>
                        <a:rPr lang="en-US" sz="1200" dirty="0">
                          <a:effectLst/>
                          <a:latin typeface="Open Sans" panose="020B0606030504020204"/>
                          <a:ea typeface="MS Mincho"/>
                          <a:cs typeface="Bank Gothic-Medium"/>
                        </a:rPr>
                        <a:t> after it; otherwise, inserts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item</a:t>
                      </a:r>
                      <a:r>
                        <a:rPr lang="en-US" sz="1200" b="1" dirty="0">
                          <a:effectLst/>
                          <a:latin typeface="Open Sans" panose="020B0606030504020204"/>
                          <a:ea typeface="MS Mincho"/>
                          <a:cs typeface="Bank Gothic-Medium"/>
                        </a:rPr>
                        <a:t> </a:t>
                      </a:r>
                      <a:r>
                        <a:rPr lang="en-US" sz="1200" dirty="0">
                          <a:effectLst/>
                          <a:latin typeface="Open Sans" panose="020B0606030504020204"/>
                          <a:ea typeface="MS Mincho"/>
                          <a:cs typeface="Bank Gothic-Medium"/>
                        </a:rPr>
                        <a:t> at the tail of the list.</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2868213"/>
                  </a:ext>
                </a:extLst>
              </a:tr>
              <a:tr h="762000">
                <a:tc>
                  <a:txBody>
                    <a:bodyPr/>
                    <a:lstStyle/>
                    <a:p>
                      <a:pPr marL="0" marR="203200">
                        <a:lnSpc>
                          <a:spcPct val="200000"/>
                        </a:lnSpc>
                        <a:spcBef>
                          <a:spcPts val="0"/>
                        </a:spcBef>
                        <a:spcAft>
                          <a:spcPts val="0"/>
                        </a:spcAft>
                      </a:pPr>
                      <a:r>
                        <a:rPr lang="en-US" sz="1200" b="1" dirty="0">
                          <a:effectLst/>
                          <a:latin typeface="Courier New" panose="02070309020205020404" pitchFamily="49" charset="0"/>
                          <a:ea typeface="MS Mincho"/>
                          <a:cs typeface="Bank Gothic-Medium"/>
                        </a:rPr>
                        <a:t>LI.remove()</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203200">
                        <a:lnSpc>
                          <a:spcPct val="200000"/>
                        </a:lnSpc>
                        <a:spcBef>
                          <a:spcPts val="0"/>
                        </a:spcBef>
                        <a:spcAft>
                          <a:spcPts val="0"/>
                        </a:spcAft>
                      </a:pPr>
                      <a:r>
                        <a:rPr lang="en-US" sz="1200" dirty="0">
                          <a:effectLst/>
                          <a:latin typeface="Open Sans" panose="020B0606030504020204"/>
                          <a:ea typeface="MS Mincho"/>
                          <a:cs typeface="Bank Gothic-Medium"/>
                        </a:rPr>
                        <a:t>Removes the item returned by the most recent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next</a:t>
                      </a:r>
                      <a:r>
                        <a:rPr lang="en-US" sz="1200" b="1" kern="1200" dirty="0">
                          <a:solidFill>
                            <a:schemeClr val="dk1"/>
                          </a:solidFill>
                          <a:effectLst/>
                          <a:latin typeface="Open Sans" panose="020B0606030504020204"/>
                          <a:ea typeface="MS Mincho"/>
                          <a:cs typeface="Courier New" panose="02070309020205020404" pitchFamily="49" charset="0"/>
                        </a:rPr>
                        <a:t> </a:t>
                      </a:r>
                      <a:r>
                        <a:rPr lang="en-US" sz="1200" dirty="0">
                          <a:effectLst/>
                          <a:latin typeface="Open Sans" panose="020B0606030504020204"/>
                          <a:ea typeface="MS Mincho"/>
                          <a:cs typeface="Bank Gothic-Medium"/>
                        </a:rPr>
                        <a:t> or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previous</a:t>
                      </a:r>
                      <a:r>
                        <a:rPr lang="en-US" sz="1200" b="1" kern="1200" baseline="0" dirty="0">
                          <a:solidFill>
                            <a:schemeClr val="dk1"/>
                          </a:solidFill>
                          <a:effectLst/>
                          <a:latin typeface="Open Sans" panose="020B0606030504020204"/>
                          <a:ea typeface="MS Mincho"/>
                          <a:cs typeface="Courier New" panose="02070309020205020404" pitchFamily="49" charset="0"/>
                        </a:rPr>
                        <a:t> </a:t>
                      </a:r>
                      <a:r>
                        <a:rPr lang="en-US" sz="1200" dirty="0">
                          <a:effectLst/>
                          <a:latin typeface="Open Sans" panose="020B0606030504020204"/>
                          <a:ea typeface="MS Mincho"/>
                          <a:cs typeface="Bank Gothic-Medium"/>
                        </a:rPr>
                        <a:t>operation.</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9266276"/>
                  </a:ext>
                </a:extLst>
              </a:tr>
              <a:tr h="370840">
                <a:tc>
                  <a:txBody>
                    <a:bodyPr/>
                    <a:lstStyle/>
                    <a:p>
                      <a:pPr marL="0" marR="203200">
                        <a:lnSpc>
                          <a:spcPct val="200000"/>
                        </a:lnSpc>
                        <a:spcBef>
                          <a:spcPts val="0"/>
                        </a:spcBef>
                        <a:spcAft>
                          <a:spcPts val="0"/>
                        </a:spcAft>
                      </a:pPr>
                      <a:r>
                        <a:rPr lang="en-US" sz="1200" b="1" dirty="0">
                          <a:effectLst/>
                          <a:latin typeface="Courier New" panose="02070309020205020404" pitchFamily="49" charset="0"/>
                          <a:ea typeface="MS Mincho"/>
                          <a:cs typeface="Bank Gothic-Medium"/>
                        </a:rPr>
                        <a:t>LI.replace(item) </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203200">
                        <a:lnSpc>
                          <a:spcPct val="200000"/>
                        </a:lnSpc>
                        <a:spcBef>
                          <a:spcPts val="0"/>
                        </a:spcBef>
                        <a:spcAft>
                          <a:spcPts val="0"/>
                        </a:spcAft>
                      </a:pPr>
                      <a:r>
                        <a:rPr lang="en-US" sz="1200" dirty="0">
                          <a:effectLst/>
                          <a:latin typeface="Open Sans" panose="020B0606030504020204"/>
                          <a:ea typeface="MS Mincho"/>
                          <a:cs typeface="Bank Gothic-Medium"/>
                        </a:rPr>
                        <a:t>Replaces the item returned by the most recent call of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next</a:t>
                      </a:r>
                      <a:r>
                        <a:rPr lang="en-US" sz="1200" b="1" dirty="0">
                          <a:effectLst/>
                          <a:latin typeface="Open Sans" panose="020B0606030504020204"/>
                          <a:ea typeface="MS Mincho"/>
                          <a:cs typeface="Bank Gothic-Medium"/>
                        </a:rPr>
                        <a:t> </a:t>
                      </a:r>
                      <a:r>
                        <a:rPr lang="en-US" sz="1200" dirty="0">
                          <a:effectLst/>
                          <a:latin typeface="Open Sans" panose="020B0606030504020204"/>
                          <a:ea typeface="MS Mincho"/>
                          <a:cs typeface="Bank Gothic-Medium"/>
                        </a:rPr>
                        <a:t> or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previous</a:t>
                      </a:r>
                      <a:r>
                        <a:rPr lang="en-US" sz="1200" b="1" dirty="0">
                          <a:effectLst/>
                          <a:latin typeface="Open Sans" panose="020B0606030504020204"/>
                          <a:ea typeface="MS Mincho"/>
                          <a:cs typeface="Bank Gothic-Medium"/>
                        </a:rPr>
                        <a:t> </a:t>
                      </a:r>
                      <a:r>
                        <a:rPr lang="en-US" sz="1200" dirty="0">
                          <a:effectLst/>
                          <a:latin typeface="Open Sans" panose="020B0606030504020204"/>
                          <a:ea typeface="MS Mincho"/>
                          <a:cs typeface="Bank Gothic-Medium"/>
                        </a:rPr>
                        <a:t> operation.</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1728574"/>
                  </a:ext>
                </a:extLst>
              </a:tr>
            </a:tbl>
          </a:graphicData>
        </a:graphic>
      </p:graphicFrame>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5897030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Position-Based Operations </a:t>
            </a:r>
            <a:r>
              <a:rPr lang="en-US" sz="2000" dirty="0"/>
              <a:t>(6 of 14)</a:t>
            </a:r>
          </a:p>
        </p:txBody>
      </p:sp>
      <p:sp>
        <p:nvSpPr>
          <p:cNvPr id="3" name="Content Placeholder 2"/>
          <p:cNvSpPr>
            <a:spLocks noGrp="1"/>
          </p:cNvSpPr>
          <p:nvPr>
            <p:ph idx="1"/>
          </p:nvPr>
        </p:nvSpPr>
        <p:spPr>
          <a:xfrm>
            <a:off x="628650" y="1504633"/>
            <a:ext cx="7886700" cy="324168"/>
          </a:xfrm>
        </p:spPr>
        <p:txBody>
          <a:bodyPr/>
          <a:lstStyle/>
          <a:p>
            <a:pPr marL="291600" indent="-291600">
              <a:spcBef>
                <a:spcPts val="1000"/>
              </a:spcBef>
            </a:pPr>
            <a:r>
              <a:rPr lang="en-US" dirty="0"/>
              <a:t>Table 9.6 The Effects of List Iterator Operations on a List</a:t>
            </a:r>
          </a:p>
        </p:txBody>
      </p:sp>
      <p:graphicFrame>
        <p:nvGraphicFramePr>
          <p:cNvPr id="8" name="Content Placeholder 7" descr="Table is accessible to screenreaders"/>
          <p:cNvGraphicFramePr>
            <a:graphicFrameLocks noGrp="1"/>
          </p:cNvGraphicFramePr>
          <p:nvPr>
            <p:ph idx="13"/>
            <p:extLst>
              <p:ext uri="{D42A27DB-BD31-4B8C-83A1-F6EECF244321}">
                <p14:modId xmlns:p14="http://schemas.microsoft.com/office/powerpoint/2010/main" val="4148564883"/>
              </p:ext>
            </p:extLst>
          </p:nvPr>
        </p:nvGraphicFramePr>
        <p:xfrm>
          <a:off x="818617" y="2020174"/>
          <a:ext cx="7886700" cy="3804920"/>
        </p:xfrm>
        <a:graphic>
          <a:graphicData uri="http://schemas.openxmlformats.org/drawingml/2006/table">
            <a:tbl>
              <a:tblPr firstRow="1" bandRow="1">
                <a:tableStyleId>{5C22544A-7EE6-4342-B048-85BDC9FD1C3A}</a:tableStyleId>
              </a:tblPr>
              <a:tblGrid>
                <a:gridCol w="1409700">
                  <a:extLst>
                    <a:ext uri="{9D8B030D-6E8A-4147-A177-3AD203B41FA5}">
                      <a16:colId xmlns:a16="http://schemas.microsoft.com/office/drawing/2014/main" val="1396490922"/>
                    </a:ext>
                  </a:extLst>
                </a:gridCol>
                <a:gridCol w="1371600">
                  <a:extLst>
                    <a:ext uri="{9D8B030D-6E8A-4147-A177-3AD203B41FA5}">
                      <a16:colId xmlns:a16="http://schemas.microsoft.com/office/drawing/2014/main" val="2340484488"/>
                    </a:ext>
                  </a:extLst>
                </a:gridCol>
                <a:gridCol w="1524000">
                  <a:extLst>
                    <a:ext uri="{9D8B030D-6E8A-4147-A177-3AD203B41FA5}">
                      <a16:colId xmlns:a16="http://schemas.microsoft.com/office/drawing/2014/main" val="2131530035"/>
                    </a:ext>
                  </a:extLst>
                </a:gridCol>
                <a:gridCol w="990600">
                  <a:extLst>
                    <a:ext uri="{9D8B030D-6E8A-4147-A177-3AD203B41FA5}">
                      <a16:colId xmlns:a16="http://schemas.microsoft.com/office/drawing/2014/main" val="2033362060"/>
                    </a:ext>
                  </a:extLst>
                </a:gridCol>
                <a:gridCol w="2590800">
                  <a:extLst>
                    <a:ext uri="{9D8B030D-6E8A-4147-A177-3AD203B41FA5}">
                      <a16:colId xmlns:a16="http://schemas.microsoft.com/office/drawing/2014/main" val="1780766445"/>
                    </a:ext>
                  </a:extLst>
                </a:gridCol>
              </a:tblGrid>
              <a:tr h="370840">
                <a:tc>
                  <a:txBody>
                    <a:bodyPr/>
                    <a:lstStyle/>
                    <a:p>
                      <a:r>
                        <a:rPr lang="en-US" dirty="0">
                          <a:solidFill>
                            <a:schemeClr val="bg2">
                              <a:lumMod val="10000"/>
                            </a:schemeClr>
                          </a:solidFill>
                          <a:latin typeface="Open Sans" panose="020B0606030504020204"/>
                        </a:rPr>
                        <a:t>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solidFill>
                            <a:schemeClr val="bg2">
                              <a:lumMod val="10000"/>
                            </a:schemeClr>
                          </a:solidFill>
                          <a:latin typeface="Open Sans" panose="020B0606030504020204"/>
                        </a:rPr>
                        <a:t>Position after 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solidFill>
                            <a:schemeClr val="bg2">
                              <a:lumMod val="10000"/>
                            </a:schemeClr>
                          </a:solidFill>
                          <a:latin typeface="Open Sans" panose="020B0606030504020204"/>
                        </a:rPr>
                        <a:t>The List after 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solidFill>
                            <a:schemeClr val="bg2">
                              <a:lumMod val="10000"/>
                            </a:schemeClr>
                          </a:solidFill>
                          <a:latin typeface="Open Sans" panose="020B0606030504020204"/>
                        </a:rPr>
                        <a:t>Value Returned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solidFill>
                            <a:schemeClr val="bg2">
                              <a:lumMod val="10000"/>
                            </a:schemeClr>
                          </a:solidFill>
                          <a:latin typeface="Open Sans" panose="020B0606030504020204"/>
                        </a:rPr>
                        <a:t>Comment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46388410"/>
                  </a:ext>
                </a:extLst>
              </a:tr>
              <a:tr h="370840">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 Bold"/>
                        </a:rPr>
                        <a:t>Instantiation</a:t>
                      </a:r>
                      <a:endParaRPr lang="en-US" sz="1000" dirty="0">
                        <a:effectLst/>
                        <a:latin typeface="Open Sans" panose="020B0606030504020204"/>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 Bold"/>
                        </a:rPr>
                        <a:t>Undefined</a:t>
                      </a:r>
                      <a:endParaRPr lang="en-US" sz="1000" dirty="0">
                        <a:effectLst/>
                        <a:latin typeface="Open Sans" panose="020B0606030504020204"/>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 Bold"/>
                        </a:rPr>
                        <a:t>Empty</a:t>
                      </a:r>
                      <a:endParaRPr lang="en-US" sz="1000" dirty="0">
                        <a:effectLst/>
                        <a:latin typeface="Open Sans" panose="020B0606030504020204"/>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200000"/>
                        </a:lnSpc>
                        <a:spcBef>
                          <a:spcPts val="0"/>
                        </a:spcBef>
                        <a:spcAft>
                          <a:spcPts val="0"/>
                        </a:spcAft>
                      </a:pPr>
                      <a:r>
                        <a:rPr lang="en-US" sz="1200" b="1" dirty="0">
                          <a:effectLst/>
                          <a:latin typeface="Open Sans" panose="020B0606030504020204"/>
                          <a:ea typeface="MS Mincho"/>
                          <a:cs typeface="Bank Gothic Bold"/>
                        </a:rPr>
                        <a:t> </a:t>
                      </a:r>
                      <a:r>
                        <a:rPr lang="en-US" sz="1200" b="1" dirty="0">
                          <a:solidFill>
                            <a:srgbClr val="CBDDEF"/>
                          </a:solidFill>
                          <a:effectLst/>
                          <a:latin typeface="Open Sans" panose="020B0606030504020204"/>
                          <a:ea typeface="MS Mincho"/>
                          <a:cs typeface="Bank Gothic Bold"/>
                        </a:rPr>
                        <a:t>blank</a:t>
                      </a:r>
                      <a:endParaRPr lang="en-US" sz="1000" dirty="0">
                        <a:solidFill>
                          <a:srgbClr val="CBDDEF"/>
                        </a:solidFill>
                        <a:effectLst/>
                        <a:latin typeface="Open Sans" panose="020B0606030504020204"/>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A new list iterator.</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31526375"/>
                  </a:ext>
                </a:extLst>
              </a:tr>
              <a:tr h="370840">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 Bold"/>
                        </a:rPr>
                        <a:t>insert(a)</a:t>
                      </a:r>
                      <a:endParaRPr lang="en-US" sz="100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 Bold"/>
                        </a:rPr>
                        <a:t>Undefined</a:t>
                      </a:r>
                      <a:endParaRPr lang="en-US" sz="1000" dirty="0">
                        <a:effectLst/>
                        <a:latin typeface="Open Sans" panose="020B0606030504020204"/>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 Bold"/>
                        </a:rPr>
                        <a:t>a</a:t>
                      </a:r>
                      <a:endParaRPr lang="en-US" sz="1000" dirty="0">
                        <a:effectLst/>
                        <a:latin typeface="Open Sans" panose="020B0606030504020204"/>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200000"/>
                        </a:lnSpc>
                        <a:spcBef>
                          <a:spcPts val="0"/>
                        </a:spcBef>
                        <a:spcAft>
                          <a:spcPts val="0"/>
                        </a:spcAft>
                      </a:pPr>
                      <a:r>
                        <a:rPr lang="en-US" sz="1200" b="1" dirty="0">
                          <a:effectLst/>
                          <a:latin typeface="Open Sans" panose="020B0606030504020204"/>
                          <a:ea typeface="MS Mincho"/>
                          <a:cs typeface="Bank Gothic Bold"/>
                        </a:rPr>
                        <a:t> </a:t>
                      </a:r>
                      <a:r>
                        <a:rPr lang="en-US" sz="1200" b="1" dirty="0">
                          <a:solidFill>
                            <a:srgbClr val="E7EFF7"/>
                          </a:solidFill>
                          <a:effectLst/>
                          <a:latin typeface="Open Sans" panose="020B0606030504020204"/>
                          <a:ea typeface="MS Mincho"/>
                          <a:cs typeface="Bank Gothic Bold"/>
                        </a:rPr>
                        <a:t>blank</a:t>
                      </a:r>
                      <a:endParaRPr lang="en-US" sz="1000" dirty="0">
                        <a:solidFill>
                          <a:srgbClr val="E7EFF7"/>
                        </a:solidFill>
                        <a:effectLst/>
                        <a:latin typeface="Open Sans" panose="020B0606030504020204"/>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When the cursor is undefined, each item inserted goes at the tail of the list.</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32067272"/>
                  </a:ext>
                </a:extLst>
              </a:tr>
              <a:tr h="370840">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 Bold"/>
                        </a:rPr>
                        <a:t>insert(b)</a:t>
                      </a:r>
                      <a:endParaRPr lang="en-US" sz="100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 Bold"/>
                        </a:rPr>
                        <a:t>Undefined</a:t>
                      </a:r>
                      <a:endParaRPr lang="en-US" sz="1000" dirty="0">
                        <a:effectLst/>
                        <a:latin typeface="Open Sans" panose="020B0606030504020204"/>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a b</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200000"/>
                        </a:lnSpc>
                        <a:spcBef>
                          <a:spcPts val="0"/>
                        </a:spcBef>
                        <a:spcAft>
                          <a:spcPts val="0"/>
                        </a:spcAft>
                      </a:pPr>
                      <a:r>
                        <a:rPr lang="en-US" sz="1200" b="1" dirty="0">
                          <a:effectLst/>
                          <a:latin typeface="Open Sans" panose="020B0606030504020204"/>
                          <a:ea typeface="MS Mincho"/>
                          <a:cs typeface="Bank Gothic Bold"/>
                        </a:rPr>
                        <a:t> </a:t>
                      </a:r>
                      <a:r>
                        <a:rPr lang="en-US" sz="1200" b="1" dirty="0">
                          <a:solidFill>
                            <a:srgbClr val="CBDDEF"/>
                          </a:solidFill>
                          <a:effectLst/>
                          <a:latin typeface="Open Sans" panose="020B0606030504020204"/>
                          <a:ea typeface="MS Mincho"/>
                          <a:cs typeface="Bank Gothic Bold"/>
                        </a:rPr>
                        <a:t>blank</a:t>
                      </a:r>
                      <a:endParaRPr lang="en-US" sz="1000" dirty="0">
                        <a:solidFill>
                          <a:srgbClr val="CBDDEF"/>
                        </a:solidFill>
                        <a:effectLst/>
                        <a:latin typeface="Open Sans" panose="020B0606030504020204"/>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200000"/>
                        </a:lnSpc>
                        <a:spcBef>
                          <a:spcPts val="0"/>
                        </a:spcBef>
                        <a:spcAft>
                          <a:spcPts val="0"/>
                        </a:spcAft>
                      </a:pPr>
                      <a:r>
                        <a:rPr lang="en-US" sz="1200" b="1" dirty="0">
                          <a:effectLst/>
                          <a:latin typeface="Open Sans" panose="020B0606030504020204"/>
                          <a:ea typeface="MS Mincho"/>
                          <a:cs typeface="Bank Gothic Bold"/>
                        </a:rPr>
                        <a:t> </a:t>
                      </a:r>
                      <a:r>
                        <a:rPr lang="en-US" sz="1200" b="1" dirty="0">
                          <a:solidFill>
                            <a:srgbClr val="CBDDEF"/>
                          </a:solidFill>
                          <a:effectLst/>
                          <a:latin typeface="Open Sans" panose="020B0606030504020204"/>
                          <a:ea typeface="MS Mincho"/>
                          <a:cs typeface="Bank Gothic Bold"/>
                        </a:rPr>
                        <a:t>blank</a:t>
                      </a:r>
                      <a:endParaRPr lang="en-US" sz="1000" dirty="0">
                        <a:solidFill>
                          <a:srgbClr val="CBDDEF"/>
                        </a:solidFill>
                        <a:effectLst/>
                        <a:latin typeface="Open Sans" panose="020B0606030504020204"/>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23204606"/>
                  </a:ext>
                </a:extLst>
              </a:tr>
              <a:tr h="370840">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 Bold"/>
                        </a:rPr>
                        <a:t>hasNext()</a:t>
                      </a:r>
                      <a:endParaRPr lang="en-US" sz="100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 Bold"/>
                        </a:rPr>
                        <a:t>Undefined</a:t>
                      </a:r>
                      <a:endParaRPr lang="en-US" sz="1000" dirty="0">
                        <a:effectLst/>
                        <a:latin typeface="Open Sans" panose="020B0606030504020204"/>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 </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 Bold"/>
                        </a:rPr>
                        <a:t>False</a:t>
                      </a:r>
                      <a:endParaRPr lang="en-US" sz="1000" dirty="0">
                        <a:effectLst/>
                        <a:latin typeface="Open Sans" panose="020B0606030504020204"/>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When the cursor is undefined, there is no next or previous item.</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47824922"/>
                  </a:ext>
                </a:extLst>
              </a:tr>
              <a:tr h="370840">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 Bold"/>
                        </a:rPr>
                        <a:t>first()</a:t>
                      </a:r>
                      <a:endParaRPr lang="en-US" sz="100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0</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 a b</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200000"/>
                        </a:lnSpc>
                        <a:spcBef>
                          <a:spcPts val="0"/>
                        </a:spcBef>
                        <a:spcAft>
                          <a:spcPts val="0"/>
                        </a:spcAft>
                      </a:pPr>
                      <a:r>
                        <a:rPr lang="en-US" sz="1200" b="1" dirty="0">
                          <a:effectLst/>
                          <a:latin typeface="Open Sans" panose="020B0606030504020204"/>
                          <a:ea typeface="MS Mincho"/>
                          <a:cs typeface="Bank Gothic Bold"/>
                        </a:rPr>
                        <a:t> </a:t>
                      </a:r>
                      <a:r>
                        <a:rPr lang="en-US" sz="1200" b="1" dirty="0">
                          <a:solidFill>
                            <a:srgbClr val="CBDDEF"/>
                          </a:solidFill>
                          <a:effectLst/>
                          <a:latin typeface="Open Sans" panose="020B0606030504020204"/>
                          <a:ea typeface="MS Mincho"/>
                          <a:cs typeface="Bank Gothic Bold"/>
                        </a:rPr>
                        <a:t>blank</a:t>
                      </a:r>
                      <a:endParaRPr lang="en-US" sz="1000" dirty="0">
                        <a:solidFill>
                          <a:srgbClr val="CBDDEF"/>
                        </a:solidFill>
                        <a:effectLst/>
                        <a:latin typeface="Open Sans" panose="020B0606030504020204"/>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Establish the cursor before the first item, if there is one.</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25556699"/>
                  </a:ext>
                </a:extLst>
              </a:tr>
            </a:tbl>
          </a:graphicData>
        </a:graphic>
      </p:graphicFrame>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190676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Position-Based Operations </a:t>
            </a:r>
            <a:r>
              <a:rPr lang="en-US" sz="2000" dirty="0"/>
              <a:t>(7 of 14)</a:t>
            </a:r>
          </a:p>
        </p:txBody>
      </p:sp>
      <p:sp>
        <p:nvSpPr>
          <p:cNvPr id="3" name="Content Placeholder 2"/>
          <p:cNvSpPr>
            <a:spLocks noGrp="1"/>
          </p:cNvSpPr>
          <p:nvPr>
            <p:ph idx="1"/>
          </p:nvPr>
        </p:nvSpPr>
        <p:spPr>
          <a:xfrm>
            <a:off x="628650" y="1506908"/>
            <a:ext cx="8362950" cy="384175"/>
          </a:xfrm>
        </p:spPr>
        <p:txBody>
          <a:bodyPr>
            <a:normAutofit/>
          </a:bodyPr>
          <a:lstStyle/>
          <a:p>
            <a:pPr marL="291600" indent="-291600">
              <a:spcBef>
                <a:spcPts val="1000"/>
              </a:spcBef>
            </a:pPr>
            <a:r>
              <a:rPr lang="en-US" dirty="0"/>
              <a:t>Table 9.6 The Effects of List Iterator Operations on a List (continued)</a:t>
            </a:r>
          </a:p>
        </p:txBody>
      </p:sp>
      <p:graphicFrame>
        <p:nvGraphicFramePr>
          <p:cNvPr id="8" name="Content Placeholder 7" descr="Table is accessible to screenreaders"/>
          <p:cNvGraphicFramePr>
            <a:graphicFrameLocks noGrp="1"/>
          </p:cNvGraphicFramePr>
          <p:nvPr>
            <p:ph idx="13"/>
            <p:extLst>
              <p:ext uri="{D42A27DB-BD31-4B8C-83A1-F6EECF244321}">
                <p14:modId xmlns:p14="http://schemas.microsoft.com/office/powerpoint/2010/main" val="1342959281"/>
              </p:ext>
            </p:extLst>
          </p:nvPr>
        </p:nvGraphicFramePr>
        <p:xfrm>
          <a:off x="980988" y="2031762"/>
          <a:ext cx="8010612" cy="3439160"/>
        </p:xfrm>
        <a:graphic>
          <a:graphicData uri="http://schemas.openxmlformats.org/drawingml/2006/table">
            <a:tbl>
              <a:tblPr firstRow="1" bandRow="1">
                <a:tableStyleId>{5C22544A-7EE6-4342-B048-85BDC9FD1C3A}</a:tableStyleId>
              </a:tblPr>
              <a:tblGrid>
                <a:gridCol w="1200150">
                  <a:extLst>
                    <a:ext uri="{9D8B030D-6E8A-4147-A177-3AD203B41FA5}">
                      <a16:colId xmlns:a16="http://schemas.microsoft.com/office/drawing/2014/main" val="604426285"/>
                    </a:ext>
                  </a:extLst>
                </a:gridCol>
                <a:gridCol w="1324062">
                  <a:extLst>
                    <a:ext uri="{9D8B030D-6E8A-4147-A177-3AD203B41FA5}">
                      <a16:colId xmlns:a16="http://schemas.microsoft.com/office/drawing/2014/main" val="1741937902"/>
                    </a:ext>
                  </a:extLst>
                </a:gridCol>
                <a:gridCol w="1371600">
                  <a:extLst>
                    <a:ext uri="{9D8B030D-6E8A-4147-A177-3AD203B41FA5}">
                      <a16:colId xmlns:a16="http://schemas.microsoft.com/office/drawing/2014/main" val="1666664692"/>
                    </a:ext>
                  </a:extLst>
                </a:gridCol>
                <a:gridCol w="990600">
                  <a:extLst>
                    <a:ext uri="{9D8B030D-6E8A-4147-A177-3AD203B41FA5}">
                      <a16:colId xmlns:a16="http://schemas.microsoft.com/office/drawing/2014/main" val="1030245671"/>
                    </a:ext>
                  </a:extLst>
                </a:gridCol>
                <a:gridCol w="3124200">
                  <a:extLst>
                    <a:ext uri="{9D8B030D-6E8A-4147-A177-3AD203B41FA5}">
                      <a16:colId xmlns:a16="http://schemas.microsoft.com/office/drawing/2014/main" val="1415990217"/>
                    </a:ext>
                  </a:extLst>
                </a:gridCol>
              </a:tblGrid>
              <a:tr h="370840">
                <a:tc>
                  <a:txBody>
                    <a:bodyPr/>
                    <a:lstStyle/>
                    <a:p>
                      <a:r>
                        <a:rPr lang="en-US" dirty="0">
                          <a:solidFill>
                            <a:schemeClr val="bg2">
                              <a:lumMod val="10000"/>
                            </a:schemeClr>
                          </a:solidFill>
                          <a:latin typeface="Open Sans" panose="020B0606030504020204"/>
                        </a:rPr>
                        <a:t>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Position after 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The List after 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Value Returned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Comment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6451525"/>
                  </a:ext>
                </a:extLst>
              </a:tr>
              <a:tr h="370840">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 Bold"/>
                        </a:rPr>
                        <a:t>hasNext()</a:t>
                      </a:r>
                      <a:endParaRPr lang="en-US" sz="100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0</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b="1" dirty="0">
                          <a:effectLst/>
                          <a:latin typeface="Open Sans" panose="020B0606030504020204"/>
                          <a:ea typeface="MS Mincho"/>
                          <a:cs typeface="Bank Gothic Bold"/>
                        </a:rPr>
                        <a:t> </a:t>
                      </a:r>
                      <a:r>
                        <a:rPr lang="en-US" sz="1200" b="1" dirty="0">
                          <a:solidFill>
                            <a:srgbClr val="CBDDEF"/>
                          </a:solidFill>
                          <a:effectLst/>
                          <a:latin typeface="Open Sans" panose="020B0606030504020204"/>
                          <a:ea typeface="MS Mincho"/>
                          <a:cs typeface="Bank Gothic Bold"/>
                        </a:rPr>
                        <a:t>blank</a:t>
                      </a:r>
                      <a:endParaRPr lang="en-US" sz="1000" dirty="0">
                        <a:solidFill>
                          <a:srgbClr val="CBDDEF"/>
                        </a:solidFill>
                        <a:effectLst/>
                        <a:latin typeface="Open Sans" panose="020B0606030504020204"/>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 Bold"/>
                        </a:rPr>
                        <a:t>True</a:t>
                      </a:r>
                      <a:endParaRPr lang="en-US" sz="1000" dirty="0">
                        <a:effectLst/>
                        <a:latin typeface="Open Sans" panose="020B0606030504020204"/>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13335">
                        <a:lnSpc>
                          <a:spcPct val="200000"/>
                        </a:lnSpc>
                        <a:spcBef>
                          <a:spcPts val="0"/>
                        </a:spcBef>
                        <a:spcAft>
                          <a:spcPts val="0"/>
                        </a:spcAft>
                      </a:pPr>
                      <a:r>
                        <a:rPr lang="en-US" sz="1200" dirty="0">
                          <a:effectLst/>
                          <a:latin typeface="Open Sans" panose="020B0606030504020204"/>
                          <a:ea typeface="MS Mincho"/>
                          <a:cs typeface="Bank Gothic-Medium"/>
                        </a:rPr>
                        <a:t>There is an item to the right of the cursor, so there is a next item.</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2626289"/>
                  </a:ext>
                </a:extLst>
              </a:tr>
              <a:tr h="370840">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 Bold"/>
                        </a:rPr>
                        <a:t>next()</a:t>
                      </a:r>
                      <a:endParaRPr lang="en-US" sz="100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1</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b="1" dirty="0">
                          <a:effectLst/>
                          <a:latin typeface="Open Sans" panose="020B0606030504020204"/>
                          <a:ea typeface="MS Mincho"/>
                          <a:cs typeface="Bank Gothic-Medium"/>
                        </a:rPr>
                        <a:t>a </a:t>
                      </a:r>
                      <a:r>
                        <a:rPr lang="en-US" sz="1200" dirty="0">
                          <a:effectLst/>
                          <a:latin typeface="Open Sans" panose="020B0606030504020204"/>
                          <a:ea typeface="MS Mincho"/>
                          <a:cs typeface="Bank Gothic-Medium"/>
                        </a:rPr>
                        <a:t>, b</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 Bold"/>
                        </a:rPr>
                        <a:t>a</a:t>
                      </a:r>
                      <a:endParaRPr lang="en-US" sz="1000" dirty="0">
                        <a:effectLst/>
                        <a:latin typeface="Open Sans" panose="020B0606030504020204"/>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Return  </a:t>
                      </a:r>
                      <a:r>
                        <a:rPr lang="en-US" sz="1200" b="1" dirty="0">
                          <a:effectLst/>
                          <a:latin typeface="Courier New" panose="02070309020205020404" pitchFamily="49" charset="0"/>
                          <a:ea typeface="MS Mincho"/>
                          <a:cs typeface="Courier New" panose="02070309020205020404" pitchFamily="49" charset="0"/>
                        </a:rPr>
                        <a:t>a</a:t>
                      </a:r>
                      <a:r>
                        <a:rPr lang="en-US" sz="1200" b="1" dirty="0">
                          <a:effectLst/>
                          <a:latin typeface="Open Sans" panose="020B0606030504020204"/>
                          <a:ea typeface="MS Mincho"/>
                          <a:cs typeface="Bank Gothic-Medium"/>
                        </a:rPr>
                        <a:t> </a:t>
                      </a:r>
                      <a:r>
                        <a:rPr lang="en-US" sz="1200" dirty="0">
                          <a:effectLst/>
                          <a:latin typeface="Open Sans" panose="020B0606030504020204"/>
                          <a:ea typeface="MS Mincho"/>
                          <a:cs typeface="Bank Gothic-Medium"/>
                        </a:rPr>
                        <a:t> and move the cursor to the right.</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6083785"/>
                  </a:ext>
                </a:extLst>
              </a:tr>
              <a:tr h="370840">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 Bold"/>
                        </a:rPr>
                        <a:t>replace(c)</a:t>
                      </a:r>
                      <a:endParaRPr lang="en-US" sz="100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1</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c , b</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b="1" dirty="0">
                          <a:effectLst/>
                          <a:latin typeface="Open Sans" panose="020B0606030504020204"/>
                          <a:ea typeface="MS Mincho"/>
                          <a:cs typeface="Bank Gothic Bold"/>
                        </a:rPr>
                        <a:t> </a:t>
                      </a:r>
                      <a:r>
                        <a:rPr lang="en-US" sz="1200" b="1" dirty="0">
                          <a:solidFill>
                            <a:srgbClr val="CBDDEF"/>
                          </a:solidFill>
                          <a:effectLst/>
                          <a:latin typeface="Open Sans" panose="020B0606030504020204"/>
                          <a:ea typeface="MS Mincho"/>
                          <a:cs typeface="Bank Gothic Bold"/>
                        </a:rPr>
                        <a:t>blank</a:t>
                      </a:r>
                      <a:endParaRPr lang="en-US" sz="1000" dirty="0">
                        <a:solidFill>
                          <a:srgbClr val="CBDDEF"/>
                        </a:solidFill>
                        <a:effectLst/>
                        <a:latin typeface="Open Sans" panose="020B0606030504020204"/>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Replace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a</a:t>
                      </a:r>
                      <a:r>
                        <a:rPr lang="en-US" sz="1200" b="1" dirty="0">
                          <a:effectLst/>
                          <a:latin typeface="Open Sans" panose="020B0606030504020204"/>
                          <a:ea typeface="MS Mincho"/>
                          <a:cs typeface="Bank Gothic-Medium"/>
                        </a:rPr>
                        <a:t> </a:t>
                      </a:r>
                      <a:r>
                        <a:rPr lang="en-US" sz="1200" dirty="0">
                          <a:effectLst/>
                          <a:latin typeface="Open Sans" panose="020B0606030504020204"/>
                          <a:ea typeface="MS Mincho"/>
                          <a:cs typeface="Bank Gothic-Medium"/>
                        </a:rPr>
                        <a:t>, the item most recently returned by </a:t>
                      </a:r>
                      <a:r>
                        <a:rPr lang="en-US" sz="1000" dirty="0">
                          <a:effectLst/>
                          <a:latin typeface="Open Sans" panose="020B0606030504020204"/>
                          <a:ea typeface="MS Mincho"/>
                          <a:cs typeface="Bank Gothic-Medium"/>
                        </a:rPr>
                        <a:t>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next</a:t>
                      </a:r>
                      <a:r>
                        <a:rPr lang="en-US" sz="1200" b="1" dirty="0">
                          <a:effectLst/>
                          <a:latin typeface="Open Sans" panose="020B0606030504020204"/>
                          <a:ea typeface="MS Mincho"/>
                          <a:cs typeface="Bank Gothic-Medium"/>
                        </a:rPr>
                        <a:t> </a:t>
                      </a:r>
                      <a:r>
                        <a:rPr lang="en-US" sz="1200" dirty="0">
                          <a:effectLst/>
                          <a:latin typeface="Open Sans" panose="020B0606030504020204"/>
                          <a:ea typeface="MS Mincho"/>
                          <a:cs typeface="Bank Gothic-Medium"/>
                        </a:rPr>
                        <a:t>, with </a:t>
                      </a:r>
                      <a:r>
                        <a:rPr lang="en-US" sz="1200" b="1" kern="1200" dirty="0">
                          <a:solidFill>
                            <a:schemeClr val="dk1"/>
                          </a:solidFill>
                          <a:effectLst/>
                          <a:latin typeface="Open Sans" panose="020B0606030504020204"/>
                          <a:ea typeface="MS Mincho"/>
                          <a:cs typeface="Courier New" panose="02070309020205020404" pitchFamily="49" charset="0"/>
                        </a:rPr>
                        <a:t>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c</a:t>
                      </a:r>
                      <a:r>
                        <a:rPr lang="en-US" sz="1200" b="1" kern="1200" dirty="0">
                          <a:solidFill>
                            <a:schemeClr val="dk1"/>
                          </a:solidFill>
                          <a:effectLst/>
                          <a:latin typeface="Open Sans" panose="020B0606030504020204"/>
                          <a:ea typeface="MS Mincho"/>
                          <a:cs typeface="Courier New" panose="02070309020205020404" pitchFamily="49" charset="0"/>
                        </a:rPr>
                        <a:t> </a:t>
                      </a:r>
                      <a:r>
                        <a:rPr lang="en-US" sz="1200" dirty="0">
                          <a:effectLst/>
                          <a:latin typeface="Open Sans" panose="020B0606030504020204"/>
                          <a:ea typeface="MS Mincho"/>
                          <a:cs typeface="Bank Gothic-Medium"/>
                        </a:rPr>
                        <a:t>.</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4250871"/>
                  </a:ext>
                </a:extLst>
              </a:tr>
              <a:tr h="370840">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 Bold"/>
                        </a:rPr>
                        <a:t>next()</a:t>
                      </a:r>
                      <a:endParaRPr lang="en-US" sz="100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2</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c </a:t>
                      </a:r>
                      <a:r>
                        <a:rPr lang="en-US" sz="1200" b="1" dirty="0">
                          <a:effectLst/>
                          <a:latin typeface="Open Sans" panose="020B0606030504020204"/>
                          <a:ea typeface="MS Mincho"/>
                          <a:cs typeface="Bank Gothic-Medium"/>
                        </a:rPr>
                        <a:t>b </a:t>
                      </a:r>
                      <a:r>
                        <a:rPr lang="en-US" sz="1200" dirty="0">
                          <a:effectLst/>
                          <a:latin typeface="Open Sans" panose="020B0606030504020204"/>
                          <a:ea typeface="MS Mincho"/>
                          <a:cs typeface="Bank Gothic-Medium"/>
                        </a:rPr>
                        <a:t>,</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 Bold"/>
                        </a:rPr>
                        <a:t>b</a:t>
                      </a:r>
                      <a:endParaRPr lang="en-US" sz="1000" dirty="0">
                        <a:effectLst/>
                        <a:latin typeface="Open Sans" panose="020B0606030504020204"/>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Return </a:t>
                      </a:r>
                      <a:r>
                        <a:rPr lang="en-US" sz="1000" dirty="0">
                          <a:effectLst/>
                          <a:latin typeface="Open Sans" panose="020B0606030504020204"/>
                          <a:ea typeface="MS Mincho"/>
                          <a:cs typeface="Bank Gothic-Medium"/>
                        </a:rPr>
                        <a:t>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b</a:t>
                      </a:r>
                      <a:r>
                        <a:rPr lang="en-US" sz="1200" b="1" dirty="0">
                          <a:effectLst/>
                          <a:latin typeface="Open Sans" panose="020B0606030504020204"/>
                          <a:ea typeface="MS Mincho"/>
                          <a:cs typeface="Bank Gothic-Medium"/>
                        </a:rPr>
                        <a:t> </a:t>
                      </a:r>
                      <a:r>
                        <a:rPr lang="en-US" sz="1200" dirty="0">
                          <a:effectLst/>
                          <a:latin typeface="Open Sans" panose="020B0606030504020204"/>
                          <a:ea typeface="MS Mincho"/>
                          <a:cs typeface="Bank Gothic-Medium"/>
                        </a:rPr>
                        <a:t> and move the cursor to the right.</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57472461"/>
                  </a:ext>
                </a:extLst>
              </a:tr>
              <a:tr h="370840">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 Bold"/>
                        </a:rPr>
                        <a:t>next()</a:t>
                      </a:r>
                      <a:endParaRPr lang="en-US" sz="100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2</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c b,</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 Bold"/>
                        </a:rPr>
                        <a:t>Exception</a:t>
                      </a:r>
                      <a:endParaRPr lang="en-US" sz="1000" dirty="0">
                        <a:effectLst/>
                        <a:latin typeface="Open Sans" panose="020B0606030504020204"/>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13335">
                        <a:lnSpc>
                          <a:spcPct val="200000"/>
                        </a:lnSpc>
                        <a:spcBef>
                          <a:spcPts val="0"/>
                        </a:spcBef>
                        <a:spcAft>
                          <a:spcPts val="0"/>
                        </a:spcAft>
                      </a:pPr>
                      <a:r>
                        <a:rPr lang="en-US" sz="1200" dirty="0">
                          <a:effectLst/>
                          <a:latin typeface="Open Sans" panose="020B0606030504020204"/>
                          <a:ea typeface="MS Mincho"/>
                          <a:cs typeface="Bank Gothic-Medium"/>
                        </a:rPr>
                        <a:t>The cursor is at the tail of the list, so it is impossible to move to the next item.</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68812384"/>
                  </a:ext>
                </a:extLst>
              </a:tr>
            </a:tbl>
          </a:graphicData>
        </a:graphic>
      </p:graphicFrame>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7024375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Position-Based Operations </a:t>
            </a:r>
            <a:r>
              <a:rPr lang="en-US" sz="2000" dirty="0"/>
              <a:t>(8 of 14)</a:t>
            </a:r>
          </a:p>
        </p:txBody>
      </p:sp>
      <p:sp>
        <p:nvSpPr>
          <p:cNvPr id="3" name="Content Placeholder 2"/>
          <p:cNvSpPr>
            <a:spLocks noGrp="1"/>
          </p:cNvSpPr>
          <p:nvPr>
            <p:ph idx="1"/>
          </p:nvPr>
        </p:nvSpPr>
        <p:spPr>
          <a:xfrm>
            <a:off x="628650" y="1514741"/>
            <a:ext cx="8439150" cy="381000"/>
          </a:xfrm>
        </p:spPr>
        <p:txBody>
          <a:bodyPr>
            <a:normAutofit/>
          </a:bodyPr>
          <a:lstStyle/>
          <a:p>
            <a:pPr marL="291600" indent="-291600">
              <a:spcBef>
                <a:spcPts val="1000"/>
              </a:spcBef>
            </a:pPr>
            <a:r>
              <a:rPr lang="en-US" dirty="0"/>
              <a:t>Table 9.6 The Effects of List Iterator Operations on a List (continued)</a:t>
            </a:r>
          </a:p>
        </p:txBody>
      </p:sp>
      <p:graphicFrame>
        <p:nvGraphicFramePr>
          <p:cNvPr id="8" name="Content Placeholder 7" descr="Table is accessible to screenreaders"/>
          <p:cNvGraphicFramePr>
            <a:graphicFrameLocks noGrp="1"/>
          </p:cNvGraphicFramePr>
          <p:nvPr>
            <p:ph idx="13"/>
            <p:extLst>
              <p:ext uri="{D42A27DB-BD31-4B8C-83A1-F6EECF244321}">
                <p14:modId xmlns:p14="http://schemas.microsoft.com/office/powerpoint/2010/main" val="1495281595"/>
              </p:ext>
            </p:extLst>
          </p:nvPr>
        </p:nvGraphicFramePr>
        <p:xfrm>
          <a:off x="893570" y="1992398"/>
          <a:ext cx="8021830" cy="4005580"/>
        </p:xfrm>
        <a:graphic>
          <a:graphicData uri="http://schemas.openxmlformats.org/drawingml/2006/table">
            <a:tbl>
              <a:tblPr firstRow="1" bandRow="1">
                <a:tableStyleId>{5C22544A-7EE6-4342-B048-85BDC9FD1C3A}</a:tableStyleId>
              </a:tblPr>
              <a:tblGrid>
                <a:gridCol w="1577340">
                  <a:extLst>
                    <a:ext uri="{9D8B030D-6E8A-4147-A177-3AD203B41FA5}">
                      <a16:colId xmlns:a16="http://schemas.microsoft.com/office/drawing/2014/main" val="3549342091"/>
                    </a:ext>
                  </a:extLst>
                </a:gridCol>
                <a:gridCol w="1223010">
                  <a:extLst>
                    <a:ext uri="{9D8B030D-6E8A-4147-A177-3AD203B41FA5}">
                      <a16:colId xmlns:a16="http://schemas.microsoft.com/office/drawing/2014/main" val="4194660695"/>
                    </a:ext>
                  </a:extLst>
                </a:gridCol>
                <a:gridCol w="1143000">
                  <a:extLst>
                    <a:ext uri="{9D8B030D-6E8A-4147-A177-3AD203B41FA5}">
                      <a16:colId xmlns:a16="http://schemas.microsoft.com/office/drawing/2014/main" val="3599655550"/>
                    </a:ext>
                  </a:extLst>
                </a:gridCol>
                <a:gridCol w="1030480">
                  <a:extLst>
                    <a:ext uri="{9D8B030D-6E8A-4147-A177-3AD203B41FA5}">
                      <a16:colId xmlns:a16="http://schemas.microsoft.com/office/drawing/2014/main" val="2978306419"/>
                    </a:ext>
                  </a:extLst>
                </a:gridCol>
                <a:gridCol w="3048000">
                  <a:extLst>
                    <a:ext uri="{9D8B030D-6E8A-4147-A177-3AD203B41FA5}">
                      <a16:colId xmlns:a16="http://schemas.microsoft.com/office/drawing/2014/main" val="2236345957"/>
                    </a:ext>
                  </a:extLst>
                </a:gridCol>
              </a:tblGrid>
              <a:tr h="370840">
                <a:tc>
                  <a:txBody>
                    <a:bodyPr/>
                    <a:lstStyle/>
                    <a:p>
                      <a:r>
                        <a:rPr lang="en-US" dirty="0">
                          <a:solidFill>
                            <a:schemeClr val="bg2">
                              <a:lumMod val="10000"/>
                            </a:schemeClr>
                          </a:solidFill>
                          <a:latin typeface="Open Sans" panose="020B0606030504020204"/>
                        </a:rPr>
                        <a:t>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Position after 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The List after 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Value Returned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Comment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2645692"/>
                  </a:ext>
                </a:extLst>
              </a:tr>
              <a:tr h="370840">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Medium"/>
                        </a:rPr>
                        <a:t>hasNext()</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2</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c b,</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 Bold"/>
                        </a:rPr>
                        <a:t>False</a:t>
                      </a:r>
                      <a:endParaRPr lang="en-US" sz="1000" dirty="0">
                        <a:effectLst/>
                        <a:latin typeface="Open Sans" panose="020B0606030504020204"/>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13335">
                        <a:lnSpc>
                          <a:spcPct val="200000"/>
                        </a:lnSpc>
                        <a:spcBef>
                          <a:spcPts val="0"/>
                        </a:spcBef>
                        <a:spcAft>
                          <a:spcPts val="0"/>
                        </a:spcAft>
                      </a:pPr>
                      <a:r>
                        <a:rPr lang="en-US" sz="1200" dirty="0">
                          <a:effectLst/>
                          <a:latin typeface="Open Sans" panose="020B0606030504020204"/>
                          <a:ea typeface="MS Mincho"/>
                          <a:cs typeface="Bank Gothic-Medium"/>
                        </a:rPr>
                        <a:t>The cursor is at the tail of the list; therefore, there is no next item.</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279806"/>
                  </a:ext>
                </a:extLst>
              </a:tr>
              <a:tr h="370840">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Medium"/>
                        </a:rPr>
                        <a:t>hasPrevious()</a:t>
                      </a:r>
                      <a:r>
                        <a:rPr lang="en-US" sz="1200" dirty="0">
                          <a:effectLst/>
                          <a:latin typeface="Times" panose="02020603050405020304" pitchFamily="18" charset="0"/>
                          <a:ea typeface="MS Mincho"/>
                          <a:cs typeface="Bank Gothic-Medium"/>
                        </a:rPr>
                        <a:t> </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2 </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c b ,</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 Bold"/>
                        </a:rPr>
                        <a:t>True</a:t>
                      </a:r>
                      <a:endParaRPr lang="en-US" sz="1000" dirty="0">
                        <a:effectLst/>
                        <a:latin typeface="Open Sans" panose="020B0606030504020204"/>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13335">
                        <a:lnSpc>
                          <a:spcPct val="200000"/>
                        </a:lnSpc>
                        <a:spcBef>
                          <a:spcPts val="0"/>
                        </a:spcBef>
                        <a:spcAft>
                          <a:spcPts val="0"/>
                        </a:spcAft>
                      </a:pPr>
                      <a:r>
                        <a:rPr lang="en-US" sz="1200" dirty="0">
                          <a:effectLst/>
                          <a:latin typeface="Open Sans" panose="020B0606030504020204"/>
                          <a:ea typeface="MS Mincho"/>
                          <a:cs typeface="Bank Gothic-Medium"/>
                        </a:rPr>
                        <a:t>There is an item to the left of the cursor, so there is a previous item.</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5420068"/>
                  </a:ext>
                </a:extLst>
              </a:tr>
              <a:tr h="370840">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Medium"/>
                        </a:rPr>
                        <a:t>previous()</a:t>
                      </a:r>
                      <a:r>
                        <a:rPr lang="en-US" sz="1200" dirty="0">
                          <a:effectLst/>
                          <a:latin typeface="Times" panose="02020603050405020304" pitchFamily="18" charset="0"/>
                          <a:ea typeface="MS Mincho"/>
                          <a:cs typeface="Bank Gothic-Medium"/>
                        </a:rPr>
                        <a:t> </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1</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c b ,</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 Bold"/>
                        </a:rPr>
                        <a:t>b</a:t>
                      </a:r>
                      <a:endParaRPr lang="en-US" sz="1000" dirty="0">
                        <a:effectLst/>
                        <a:latin typeface="Open Sans" panose="020B0606030504020204"/>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13335">
                        <a:lnSpc>
                          <a:spcPct val="200000"/>
                        </a:lnSpc>
                        <a:spcBef>
                          <a:spcPts val="0"/>
                        </a:spcBef>
                        <a:spcAft>
                          <a:spcPts val="0"/>
                        </a:spcAft>
                      </a:pPr>
                      <a:r>
                        <a:rPr lang="en-US" sz="1200" dirty="0">
                          <a:effectLst/>
                          <a:latin typeface="Open Sans" panose="020B0606030504020204"/>
                          <a:ea typeface="MS Mincho"/>
                          <a:cs typeface="Bank Gothic-Medium"/>
                        </a:rPr>
                        <a:t>Return </a:t>
                      </a:r>
                      <a:r>
                        <a:rPr lang="en-US" sz="1000" dirty="0">
                          <a:effectLst/>
                          <a:latin typeface="Open Sans" panose="020B0606030504020204"/>
                          <a:ea typeface="MS Mincho"/>
                          <a:cs typeface="Bank Gothic-Medium"/>
                        </a:rPr>
                        <a:t> </a:t>
                      </a:r>
                      <a:r>
                        <a:rPr lang="en-US" sz="1200" b="1" dirty="0">
                          <a:effectLst/>
                          <a:latin typeface="Courier New" panose="02070309020205020404" pitchFamily="49" charset="0"/>
                          <a:ea typeface="MS Mincho"/>
                          <a:cs typeface="Courier New" panose="02070309020205020404" pitchFamily="49" charset="0"/>
                        </a:rPr>
                        <a:t>b</a:t>
                      </a:r>
                      <a:r>
                        <a:rPr lang="en-US" sz="1200" b="1" dirty="0">
                          <a:effectLst/>
                          <a:latin typeface="Open Sans" panose="020B0606030504020204"/>
                          <a:ea typeface="MS Mincho"/>
                          <a:cs typeface="Bank Gothic-Medium"/>
                        </a:rPr>
                        <a:t> </a:t>
                      </a:r>
                      <a:r>
                        <a:rPr lang="en-US" sz="1200" dirty="0">
                          <a:effectLst/>
                          <a:latin typeface="Open Sans" panose="020B0606030504020204"/>
                          <a:ea typeface="MS Mincho"/>
                          <a:cs typeface="Bank Gothic-Medium"/>
                        </a:rPr>
                        <a:t> and move the cursor to the left.</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6742384"/>
                  </a:ext>
                </a:extLst>
              </a:tr>
              <a:tr h="370840">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Medium"/>
                        </a:rPr>
                        <a:t>insert(e)</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1</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c , e b</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 Bold"/>
                        </a:rPr>
                        <a:t> </a:t>
                      </a:r>
                      <a:r>
                        <a:rPr lang="en-US" sz="1200" dirty="0">
                          <a:solidFill>
                            <a:srgbClr val="E7EFF7"/>
                          </a:solidFill>
                          <a:effectLst/>
                          <a:latin typeface="Open Sans" panose="020B0606030504020204"/>
                          <a:ea typeface="MS Mincho"/>
                          <a:cs typeface="Bank Gothic Bold"/>
                        </a:rPr>
                        <a:t>blank</a:t>
                      </a:r>
                      <a:endParaRPr lang="en-US" sz="1000" dirty="0">
                        <a:solidFill>
                          <a:srgbClr val="E7EFF7"/>
                        </a:solidFill>
                        <a:effectLst/>
                        <a:latin typeface="Open Sans" panose="020B0606030504020204"/>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Inserts </a:t>
                      </a:r>
                      <a:r>
                        <a:rPr lang="en-US" sz="1000" dirty="0">
                          <a:effectLst/>
                          <a:latin typeface="Open Sans" panose="020B0606030504020204"/>
                          <a:ea typeface="MS Mincho"/>
                          <a:cs typeface="Bank Gothic-Medium"/>
                        </a:rPr>
                        <a:t>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e</a:t>
                      </a:r>
                      <a:r>
                        <a:rPr lang="en-US" sz="1200" b="1" dirty="0">
                          <a:effectLst/>
                          <a:latin typeface="Open Sans" panose="020B0606030504020204"/>
                          <a:ea typeface="MS Mincho"/>
                          <a:cs typeface="Bank Gothic-Medium"/>
                        </a:rPr>
                        <a:t> </a:t>
                      </a:r>
                      <a:r>
                        <a:rPr lang="en-US" sz="1200" dirty="0">
                          <a:effectLst/>
                          <a:latin typeface="Open Sans" panose="020B0606030504020204"/>
                          <a:ea typeface="MS Mincho"/>
                          <a:cs typeface="Bank Gothic-Medium"/>
                        </a:rPr>
                        <a:t> to the right of the cursor position.</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2192560"/>
                  </a:ext>
                </a:extLst>
              </a:tr>
              <a:tr h="370840">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Medium"/>
                        </a:rPr>
                        <a:t>remove()</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1</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c , e b</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 Bold"/>
                        </a:rPr>
                        <a:t>Exception</a:t>
                      </a:r>
                      <a:endParaRPr lang="en-US" sz="1000" dirty="0">
                        <a:effectLst/>
                        <a:latin typeface="Open Sans" panose="020B0606030504020204"/>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An </a:t>
                      </a:r>
                      <a:r>
                        <a:rPr lang="en-US" sz="1000" dirty="0">
                          <a:effectLst/>
                          <a:latin typeface="Open Sans" panose="020B0606030504020204"/>
                          <a:ea typeface="MS Mincho"/>
                          <a:cs typeface="Bank Gothic-Medium"/>
                        </a:rPr>
                        <a:t>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insert</a:t>
                      </a:r>
                      <a:r>
                        <a:rPr lang="en-US" sz="1200" b="1" kern="1200" dirty="0">
                          <a:solidFill>
                            <a:schemeClr val="dk1"/>
                          </a:solidFill>
                          <a:effectLst/>
                          <a:latin typeface="Open Sans" panose="020B0606030504020204"/>
                          <a:ea typeface="MS Mincho"/>
                          <a:cs typeface="Courier New" panose="02070309020205020404" pitchFamily="49" charset="0"/>
                        </a:rPr>
                        <a:t> </a:t>
                      </a:r>
                      <a:r>
                        <a:rPr lang="en-US" sz="1200" dirty="0">
                          <a:effectLst/>
                          <a:latin typeface="Open Sans" panose="020B0606030504020204"/>
                          <a:ea typeface="MS Mincho"/>
                          <a:cs typeface="Bank Gothic-Medium"/>
                        </a:rPr>
                        <a:t> has occurred since the most recent </a:t>
                      </a:r>
                      <a:r>
                        <a:rPr lang="en-US" sz="1000" dirty="0">
                          <a:effectLst/>
                          <a:latin typeface="Open Sans" panose="020B0606030504020204"/>
                          <a:ea typeface="MS Mincho"/>
                          <a:cs typeface="Bank Gothic-Medium"/>
                        </a:rPr>
                        <a:t>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next</a:t>
                      </a:r>
                      <a:r>
                        <a:rPr lang="en-US" sz="1200" b="1" kern="1200" dirty="0">
                          <a:solidFill>
                            <a:schemeClr val="dk1"/>
                          </a:solidFill>
                          <a:effectLst/>
                          <a:latin typeface="Open Sans" panose="020B0606030504020204"/>
                          <a:ea typeface="MS Mincho"/>
                          <a:cs typeface="Courier New" panose="02070309020205020404" pitchFamily="49" charset="0"/>
                        </a:rPr>
                        <a:t> </a:t>
                      </a:r>
                      <a:r>
                        <a:rPr lang="en-US" sz="1200" dirty="0">
                          <a:effectLst/>
                          <a:latin typeface="Open Sans" panose="020B0606030504020204"/>
                          <a:ea typeface="MS Mincho"/>
                          <a:cs typeface="Bank Gothic-Medium"/>
                        </a:rPr>
                        <a:t> or </a:t>
                      </a:r>
                      <a:r>
                        <a:rPr lang="en-US" sz="1000" dirty="0">
                          <a:effectLst/>
                          <a:latin typeface="Open Sans" panose="020B0606030504020204"/>
                          <a:ea typeface="MS Mincho"/>
                          <a:cs typeface="Bank Gothic-Medium"/>
                        </a:rPr>
                        <a:t>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previous</a:t>
                      </a:r>
                      <a:r>
                        <a:rPr lang="en-US" sz="1200" b="1" dirty="0">
                          <a:effectLst/>
                          <a:latin typeface="Open Sans" panose="020B0606030504020204"/>
                          <a:ea typeface="MS Mincho"/>
                          <a:cs typeface="Bank Gothic-Medium"/>
                        </a:rPr>
                        <a:t> </a:t>
                      </a:r>
                      <a:r>
                        <a:rPr lang="en-US" sz="1200" dirty="0">
                          <a:effectLst/>
                          <a:latin typeface="Open Sans" panose="020B0606030504020204"/>
                          <a:ea typeface="MS Mincho"/>
                          <a:cs typeface="Bank Gothic-Medium"/>
                        </a:rPr>
                        <a:t>.</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4089045"/>
                  </a:ext>
                </a:extLst>
              </a:tr>
            </a:tbl>
          </a:graphicData>
        </a:graphic>
      </p:graphicFrame>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199204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Position-Based Operations </a:t>
            </a:r>
            <a:r>
              <a:rPr lang="en-US" sz="2000" dirty="0"/>
              <a:t>(9 of 14)</a:t>
            </a:r>
          </a:p>
        </p:txBody>
      </p:sp>
      <p:sp>
        <p:nvSpPr>
          <p:cNvPr id="3" name="Content Placeholder 2"/>
          <p:cNvSpPr>
            <a:spLocks noGrp="1"/>
          </p:cNvSpPr>
          <p:nvPr>
            <p:ph idx="1"/>
          </p:nvPr>
        </p:nvSpPr>
        <p:spPr>
          <a:xfrm>
            <a:off x="630074" y="1512978"/>
            <a:ext cx="8361526" cy="382764"/>
          </a:xfrm>
        </p:spPr>
        <p:txBody>
          <a:bodyPr>
            <a:normAutofit/>
          </a:bodyPr>
          <a:lstStyle/>
          <a:p>
            <a:pPr marL="291600" indent="-291600">
              <a:spcBef>
                <a:spcPts val="1000"/>
              </a:spcBef>
            </a:pPr>
            <a:r>
              <a:rPr lang="en-US" dirty="0"/>
              <a:t>Table 9.6 The Effects of List Iterator Operations on a List (continued)</a:t>
            </a:r>
          </a:p>
        </p:txBody>
      </p:sp>
      <p:graphicFrame>
        <p:nvGraphicFramePr>
          <p:cNvPr id="8" name="Content Placeholder 7" descr="Table is accessible to screenreaders"/>
          <p:cNvGraphicFramePr>
            <a:graphicFrameLocks noGrp="1"/>
          </p:cNvGraphicFramePr>
          <p:nvPr>
            <p:ph idx="13"/>
            <p:extLst>
              <p:ext uri="{D42A27DB-BD31-4B8C-83A1-F6EECF244321}">
                <p14:modId xmlns:p14="http://schemas.microsoft.com/office/powerpoint/2010/main" val="2133612179"/>
              </p:ext>
            </p:extLst>
          </p:nvPr>
        </p:nvGraphicFramePr>
        <p:xfrm>
          <a:off x="961938" y="2188431"/>
          <a:ext cx="8029662" cy="1965960"/>
        </p:xfrm>
        <a:graphic>
          <a:graphicData uri="http://schemas.openxmlformats.org/drawingml/2006/table">
            <a:tbl>
              <a:tblPr firstRow="1" bandRow="1">
                <a:tableStyleId>{5C22544A-7EE6-4342-B048-85BDC9FD1C3A}</a:tableStyleId>
              </a:tblPr>
              <a:tblGrid>
                <a:gridCol w="1324062">
                  <a:extLst>
                    <a:ext uri="{9D8B030D-6E8A-4147-A177-3AD203B41FA5}">
                      <a16:colId xmlns:a16="http://schemas.microsoft.com/office/drawing/2014/main" val="1816872081"/>
                    </a:ext>
                  </a:extLst>
                </a:gridCol>
                <a:gridCol w="1476288">
                  <a:extLst>
                    <a:ext uri="{9D8B030D-6E8A-4147-A177-3AD203B41FA5}">
                      <a16:colId xmlns:a16="http://schemas.microsoft.com/office/drawing/2014/main" val="4265824091"/>
                    </a:ext>
                  </a:extLst>
                </a:gridCol>
                <a:gridCol w="1295400">
                  <a:extLst>
                    <a:ext uri="{9D8B030D-6E8A-4147-A177-3AD203B41FA5}">
                      <a16:colId xmlns:a16="http://schemas.microsoft.com/office/drawing/2014/main" val="2744592212"/>
                    </a:ext>
                  </a:extLst>
                </a:gridCol>
                <a:gridCol w="1447800">
                  <a:extLst>
                    <a:ext uri="{9D8B030D-6E8A-4147-A177-3AD203B41FA5}">
                      <a16:colId xmlns:a16="http://schemas.microsoft.com/office/drawing/2014/main" val="463844137"/>
                    </a:ext>
                  </a:extLst>
                </a:gridCol>
                <a:gridCol w="2486112">
                  <a:extLst>
                    <a:ext uri="{9D8B030D-6E8A-4147-A177-3AD203B41FA5}">
                      <a16:colId xmlns:a16="http://schemas.microsoft.com/office/drawing/2014/main" val="1168491419"/>
                    </a:ext>
                  </a:extLst>
                </a:gridCol>
              </a:tblGrid>
              <a:tr h="370840">
                <a:tc>
                  <a:txBody>
                    <a:bodyPr/>
                    <a:lstStyle/>
                    <a:p>
                      <a:r>
                        <a:rPr lang="en-US" dirty="0">
                          <a:solidFill>
                            <a:schemeClr val="bg2">
                              <a:lumMod val="10000"/>
                            </a:schemeClr>
                          </a:solidFill>
                          <a:latin typeface="Open Sans" panose="020B0606030504020204"/>
                        </a:rPr>
                        <a:t>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Position after 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The List after 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Value Returned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Comment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2352223"/>
                  </a:ext>
                </a:extLst>
              </a:tr>
              <a:tr h="370840">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Medium"/>
                        </a:rPr>
                        <a:t>previous()</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0</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,c e b</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 Bold"/>
                        </a:rPr>
                        <a:t>c</a:t>
                      </a:r>
                      <a:endParaRPr lang="en-US" sz="1000" dirty="0">
                        <a:effectLst/>
                        <a:latin typeface="Open Sans" panose="020B0606030504020204"/>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b="0" dirty="0">
                          <a:effectLst/>
                          <a:latin typeface="Open Sans" panose="020B0606030504020204"/>
                          <a:ea typeface="MS Mincho"/>
                          <a:cs typeface="Bank Gothic-Medium"/>
                        </a:rPr>
                        <a:t>Return</a:t>
                      </a:r>
                      <a:r>
                        <a:rPr lang="en-US" sz="1200" dirty="0">
                          <a:effectLst/>
                          <a:latin typeface="Open Sans" panose="020B0606030504020204"/>
                          <a:ea typeface="MS Mincho"/>
                          <a:cs typeface="Bank Gothic-Medium"/>
                        </a:rPr>
                        <a:t> </a:t>
                      </a:r>
                      <a:r>
                        <a:rPr lang="en-US" sz="1200" b="1" dirty="0">
                          <a:effectLst/>
                          <a:latin typeface="Courier New" panose="02070309020205020404" pitchFamily="49" charset="0"/>
                          <a:ea typeface="MS Mincho"/>
                          <a:cs typeface="Courier New" panose="02070309020205020404" pitchFamily="49" charset="0"/>
                        </a:rPr>
                        <a:t>c</a:t>
                      </a:r>
                      <a:r>
                        <a:rPr lang="en-US" sz="1200" b="1" dirty="0">
                          <a:effectLst/>
                          <a:latin typeface="Open Sans" panose="020B0606030504020204"/>
                          <a:ea typeface="MS Mincho"/>
                          <a:cs typeface="Bank Gothic-Medium"/>
                        </a:rPr>
                        <a:t> </a:t>
                      </a:r>
                      <a:r>
                        <a:rPr lang="en-US" sz="1200" dirty="0">
                          <a:effectLst/>
                          <a:latin typeface="Open Sans" panose="020B0606030504020204"/>
                          <a:ea typeface="MS Mincho"/>
                          <a:cs typeface="Bank Gothic-Medium"/>
                        </a:rPr>
                        <a:t> and move the cursor to the left.</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7860569"/>
                  </a:ext>
                </a:extLst>
              </a:tr>
              <a:tr h="370840">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Medium"/>
                        </a:rPr>
                        <a:t>remove()</a:t>
                      </a:r>
                      <a:r>
                        <a:rPr lang="en-US" sz="1200" dirty="0">
                          <a:effectLst/>
                          <a:latin typeface="Times" panose="02020603050405020304" pitchFamily="18" charset="0"/>
                          <a:ea typeface="MS Mincho"/>
                          <a:cs typeface="Bank Gothic-Medium"/>
                        </a:rPr>
                        <a:t>  </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0</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,e b</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 Bold"/>
                        </a:rPr>
                        <a:t> </a:t>
                      </a:r>
                      <a:r>
                        <a:rPr lang="en-US" sz="1200" dirty="0">
                          <a:solidFill>
                            <a:srgbClr val="E7EFF7"/>
                          </a:solidFill>
                          <a:effectLst/>
                          <a:latin typeface="Open Sans" panose="020B0606030504020204"/>
                          <a:ea typeface="MS Mincho"/>
                          <a:cs typeface="Bank Gothic Bold"/>
                        </a:rPr>
                        <a:t>blank</a:t>
                      </a:r>
                      <a:endParaRPr lang="en-US" sz="1000" dirty="0">
                        <a:solidFill>
                          <a:srgbClr val="E7EFF7"/>
                        </a:solidFill>
                        <a:effectLst/>
                        <a:latin typeface="Open Sans" panose="020B0606030504020204"/>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Remove </a:t>
                      </a:r>
                      <a:r>
                        <a:rPr lang="en-US" sz="1000" dirty="0">
                          <a:effectLst/>
                          <a:latin typeface="Open Sans" panose="020B0606030504020204"/>
                          <a:ea typeface="MS Mincho"/>
                          <a:cs typeface="Bank Gothic-Medium"/>
                        </a:rPr>
                        <a:t>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c</a:t>
                      </a:r>
                      <a:r>
                        <a:rPr lang="en-US" sz="1200" b="1" dirty="0">
                          <a:effectLst/>
                          <a:latin typeface="Open Sans" panose="020B0606030504020204"/>
                          <a:ea typeface="MS Mincho"/>
                          <a:cs typeface="Bank Gothic-Medium"/>
                        </a:rPr>
                        <a:t> </a:t>
                      </a:r>
                      <a:r>
                        <a:rPr lang="en-US" sz="1200" dirty="0">
                          <a:effectLst/>
                          <a:latin typeface="Open Sans" panose="020B0606030504020204"/>
                          <a:ea typeface="MS Mincho"/>
                          <a:cs typeface="Bank Gothic-Medium"/>
                        </a:rPr>
                        <a:t>, the item most recently returned by </a:t>
                      </a:r>
                      <a:r>
                        <a:rPr lang="en-US" sz="1000" dirty="0">
                          <a:effectLst/>
                          <a:latin typeface="Open Sans" panose="020B0606030504020204"/>
                          <a:ea typeface="MS Mincho"/>
                          <a:cs typeface="Bank Gothic-Medium"/>
                        </a:rPr>
                        <a:t>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previous</a:t>
                      </a:r>
                      <a:r>
                        <a:rPr lang="en-US" sz="1200" b="1" dirty="0">
                          <a:effectLst/>
                          <a:latin typeface="Open Sans" panose="020B0606030504020204"/>
                          <a:ea typeface="MS Mincho"/>
                          <a:cs typeface="Bank Gothic-Medium"/>
                        </a:rPr>
                        <a:t> </a:t>
                      </a:r>
                      <a:r>
                        <a:rPr lang="en-US" sz="1200" b="0" dirty="0">
                          <a:effectLst/>
                          <a:latin typeface="Open Sans" panose="020B0606030504020204"/>
                          <a:ea typeface="MS Mincho"/>
                          <a:cs typeface="Bank Gothic-Medium"/>
                        </a:rPr>
                        <a:t>.</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4910696"/>
                  </a:ext>
                </a:extLst>
              </a:tr>
            </a:tbl>
          </a:graphicData>
        </a:graphic>
      </p:graphicFrame>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7382803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61780"/>
          </a:xfrm>
        </p:spPr>
        <p:txBody>
          <a:bodyPr/>
          <a:lstStyle/>
          <a:p>
            <a:r>
              <a:rPr lang="en-US" b="1" dirty="0"/>
              <a:t>Position-Based Operations </a:t>
            </a:r>
            <a:r>
              <a:rPr lang="en-US" sz="2000" dirty="0"/>
              <a:t>(10 of 14)</a:t>
            </a:r>
          </a:p>
        </p:txBody>
      </p:sp>
      <p:sp>
        <p:nvSpPr>
          <p:cNvPr id="3" name="Content Placeholder 2"/>
          <p:cNvSpPr>
            <a:spLocks noGrp="1"/>
          </p:cNvSpPr>
          <p:nvPr>
            <p:ph idx="1"/>
          </p:nvPr>
        </p:nvSpPr>
        <p:spPr>
          <a:xfrm>
            <a:off x="628650" y="1463673"/>
            <a:ext cx="7886700" cy="365127"/>
          </a:xfrm>
        </p:spPr>
        <p:txBody>
          <a:bodyPr>
            <a:normAutofit/>
          </a:bodyPr>
          <a:lstStyle/>
          <a:p>
            <a:pPr marL="291600" indent="-291600">
              <a:spcBef>
                <a:spcPts val="1000"/>
              </a:spcBef>
            </a:pPr>
            <a:r>
              <a:rPr lang="en-US" dirty="0"/>
              <a:t>Code segment illustrating the use of a list iterator:</a:t>
            </a:r>
          </a:p>
        </p:txBody>
      </p:sp>
      <p:sp>
        <p:nvSpPr>
          <p:cNvPr id="5" name="Content Placeholder 4"/>
          <p:cNvSpPr>
            <a:spLocks noGrp="1"/>
          </p:cNvSpPr>
          <p:nvPr>
            <p:ph idx="12"/>
          </p:nvPr>
        </p:nvSpPr>
        <p:spPr>
          <a:xfrm>
            <a:off x="799570" y="1936330"/>
            <a:ext cx="7886700" cy="3854870"/>
          </a:xfrm>
        </p:spPr>
        <p:txBody>
          <a:bodyPr>
            <a:normAutofit fontScale="92500" lnSpcReduction="10000"/>
          </a:bodyPr>
          <a:lstStyle/>
          <a:p>
            <a:pPr marL="171450" lvl="1" indent="0">
              <a:spcBef>
                <a:spcPts val="0"/>
              </a:spcBef>
              <a:buNone/>
            </a:pPr>
            <a:r>
              <a:rPr lang="en-US" b="1" dirty="0">
                <a:solidFill>
                  <a:srgbClr val="660066"/>
                </a:solidFill>
                <a:latin typeface="Courier New Bold" panose="02070609020205020404" pitchFamily="49" charset="0"/>
                <a:ea typeface="MS Mincho"/>
                <a:cs typeface="Courier New" panose="02070309020205020404" pitchFamily="49" charset="0"/>
              </a:rPr>
              <a:t>print</a:t>
            </a:r>
            <a:r>
              <a:rPr lang="en-US" b="1" dirty="0">
                <a:latin typeface="Courier New" panose="02070309020205020404" pitchFamily="49" charset="0"/>
                <a:ea typeface="MS Mincho"/>
                <a:cs typeface="Bank Gothic Bold"/>
              </a:rPr>
              <a:t>(</a:t>
            </a:r>
            <a:r>
              <a:rPr lang="en-US" b="1" dirty="0">
                <a:solidFill>
                  <a:srgbClr val="006800"/>
                </a:solidFill>
                <a:latin typeface="Courier New Bold" panose="02070609020205020404" pitchFamily="49" charset="0"/>
                <a:ea typeface="MS Mincho"/>
                <a:cs typeface="Courier New" panose="02070309020205020404" pitchFamily="49" charset="0"/>
              </a:rPr>
              <a:t>"Create</a:t>
            </a: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a list with 1-9"</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pPr>
            <a:r>
              <a:rPr lang="nb-NO" b="1" dirty="0">
                <a:latin typeface="Courier New" panose="02070309020205020404" pitchFamily="49" charset="0"/>
                <a:ea typeface="MS Mincho"/>
                <a:cs typeface="Bank Gothic Bold"/>
              </a:rPr>
              <a:t>lyst</a:t>
            </a:r>
            <a:r>
              <a:rPr lang="nb-NO"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a:t>
            </a:r>
            <a:r>
              <a:rPr lang="nb-NO"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ArrayList(</a:t>
            </a:r>
            <a:r>
              <a:rPr lang="nb-NO" b="1" dirty="0">
                <a:solidFill>
                  <a:srgbClr val="660066"/>
                </a:solidFill>
                <a:latin typeface="Courier New Bold" panose="02070609020205020404" pitchFamily="49" charset="0"/>
                <a:ea typeface="MS Mincho"/>
                <a:cs typeface="Courier New" panose="02070309020205020404" pitchFamily="49" charset="0"/>
              </a:rPr>
              <a:t>range</a:t>
            </a:r>
            <a:r>
              <a:rPr lang="nb-NO" b="1" dirty="0">
                <a:latin typeface="Courier New" panose="02070309020205020404" pitchFamily="49" charset="0"/>
                <a:ea typeface="MS Mincho"/>
                <a:cs typeface="Bank Gothic Bold"/>
              </a:rPr>
              <a:t>(1, 10))</a:t>
            </a:r>
            <a:endParaRPr lang="en-US" sz="1300" dirty="0">
              <a:latin typeface="Bank Gothic Bold"/>
              <a:ea typeface="MS Mincho"/>
              <a:cs typeface="Bank Gothic Bold"/>
            </a:endParaRPr>
          </a:p>
          <a:p>
            <a:pPr marL="171450" lvl="1" indent="0">
              <a:spcBef>
                <a:spcPts val="0"/>
              </a:spcBef>
              <a:buNone/>
            </a:pPr>
            <a:r>
              <a:rPr lang="nb-NO" b="1" dirty="0">
                <a:solidFill>
                  <a:srgbClr val="660066"/>
                </a:solidFill>
                <a:latin typeface="Courier New Bold" panose="02070609020205020404" pitchFamily="49" charset="0"/>
                <a:ea typeface="MS Mincho"/>
                <a:cs typeface="Courier New" panose="02070309020205020404" pitchFamily="49" charset="0"/>
              </a:rPr>
              <a:t>print</a:t>
            </a:r>
            <a:r>
              <a:rPr lang="nb-NO" b="1" dirty="0">
                <a:latin typeface="Courier New" panose="02070309020205020404" pitchFamily="49" charset="0"/>
                <a:ea typeface="MS Mincho"/>
                <a:cs typeface="Bank Gothic Bold"/>
              </a:rPr>
              <a:t>(</a:t>
            </a:r>
            <a:r>
              <a:rPr lang="nb-NO" b="1" dirty="0">
                <a:solidFill>
                  <a:srgbClr val="006800"/>
                </a:solidFill>
                <a:latin typeface="Courier New Bold" panose="02070609020205020404" pitchFamily="49" charset="0"/>
                <a:ea typeface="MS Mincho"/>
                <a:cs typeface="Courier New" panose="02070309020205020404" pitchFamily="49" charset="0"/>
              </a:rPr>
              <a:t>"Length:"</a:t>
            </a:r>
            <a:r>
              <a:rPr lang="nb-NO" b="1" dirty="0">
                <a:latin typeface="Courier New" panose="02070309020205020404" pitchFamily="49" charset="0"/>
                <a:ea typeface="MS Mincho"/>
                <a:cs typeface="Bank Gothic Bold"/>
              </a:rPr>
              <a:t>,</a:t>
            </a:r>
            <a:r>
              <a:rPr lang="nb-NO" dirty="0">
                <a:latin typeface="Times" panose="02020603050405020304" pitchFamily="18" charset="0"/>
                <a:ea typeface="MS Mincho"/>
                <a:cs typeface="Bank Gothic Bold"/>
              </a:rPr>
              <a:t> </a:t>
            </a:r>
            <a:r>
              <a:rPr lang="nb-NO" b="1" dirty="0">
                <a:solidFill>
                  <a:srgbClr val="660066"/>
                </a:solidFill>
                <a:latin typeface="Courier New Bold" panose="02070609020205020404" pitchFamily="49" charset="0"/>
                <a:ea typeface="MS Mincho"/>
                <a:cs typeface="Courier New" panose="02070309020205020404" pitchFamily="49" charset="0"/>
              </a:rPr>
              <a:t>len</a:t>
            </a:r>
            <a:r>
              <a:rPr lang="nb-NO" b="1" dirty="0">
                <a:latin typeface="Courier New" panose="02070309020205020404" pitchFamily="49" charset="0"/>
                <a:ea typeface="MS Mincho"/>
                <a:cs typeface="Bank Gothic Bold"/>
              </a:rPr>
              <a:t>(lyst))</a:t>
            </a:r>
            <a:endParaRPr lang="en-US" sz="1300" dirty="0">
              <a:latin typeface="Bank Gothic Bold"/>
              <a:ea typeface="MS Mincho"/>
              <a:cs typeface="Bank Gothic Bold"/>
            </a:endParaRPr>
          </a:p>
          <a:p>
            <a:pPr marL="171450" lvl="1" indent="0">
              <a:spcBef>
                <a:spcPts val="0"/>
              </a:spcBef>
              <a:buNone/>
            </a:pPr>
            <a:r>
              <a:rPr lang="en-US" b="1" dirty="0">
                <a:solidFill>
                  <a:srgbClr val="660066"/>
                </a:solidFill>
                <a:latin typeface="Courier New Bold" panose="02070609020205020404" pitchFamily="49" charset="0"/>
                <a:ea typeface="MS Mincho"/>
                <a:cs typeface="Courier New" panose="02070309020205020404" pitchFamily="49" charset="0"/>
              </a:rPr>
              <a:t>print</a:t>
            </a:r>
            <a:r>
              <a:rPr lang="en-US" b="1" dirty="0">
                <a:latin typeface="Courier New" panose="02070309020205020404" pitchFamily="49" charset="0"/>
                <a:ea typeface="MS Mincho"/>
                <a:cs typeface="Bank Gothic Bold"/>
              </a:rPr>
              <a:t>(</a:t>
            </a:r>
            <a:r>
              <a:rPr lang="en-US" b="1" dirty="0">
                <a:solidFill>
                  <a:srgbClr val="006800"/>
                </a:solidFill>
                <a:latin typeface="Courier New Bold" panose="02070609020205020404" pitchFamily="49" charset="0"/>
                <a:ea typeface="MS Mincho"/>
                <a:cs typeface="Courier New" panose="02070309020205020404" pitchFamily="49" charset="0"/>
              </a:rPr>
              <a:t>"Items (first to last):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lyst)</a:t>
            </a:r>
            <a:endParaRPr lang="en-US" sz="1300" dirty="0">
              <a:latin typeface="Bank Gothic Bold"/>
              <a:ea typeface="MS Mincho"/>
              <a:cs typeface="Bank Gothic Bold"/>
            </a:endParaRPr>
          </a:p>
          <a:p>
            <a:pPr marL="171450"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 Create and use a list iterator</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listIterator</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lyst.listIterator()</a:t>
            </a:r>
            <a:endParaRPr lang="en-US" sz="1300" dirty="0">
              <a:latin typeface="Bank Gothic Bold"/>
              <a:ea typeface="MS Mincho"/>
              <a:cs typeface="Bank Gothic Bold"/>
            </a:endParaRPr>
          </a:p>
          <a:p>
            <a:pPr marL="171450" lvl="1" indent="0">
              <a:spcBef>
                <a:spcPts val="0"/>
              </a:spcBef>
              <a:buNone/>
            </a:pPr>
            <a:r>
              <a:rPr lang="en-US" b="1" dirty="0">
                <a:solidFill>
                  <a:srgbClr val="660066"/>
                </a:solidFill>
                <a:latin typeface="Courier New Bold" panose="02070609020205020404" pitchFamily="49" charset="0"/>
                <a:ea typeface="MS Mincho"/>
                <a:cs typeface="Courier New" panose="02070309020205020404" pitchFamily="49" charset="0"/>
              </a:rPr>
              <a:t>print</a:t>
            </a:r>
            <a:r>
              <a:rPr lang="en-US" b="1" dirty="0">
                <a:latin typeface="Courier New" panose="02070309020205020404" pitchFamily="49" charset="0"/>
                <a:ea typeface="MS Mincho"/>
                <a:cs typeface="Bank Gothic Bold"/>
              </a:rPr>
              <a:t>(</a:t>
            </a:r>
            <a:r>
              <a:rPr lang="en-US" b="1" dirty="0">
                <a:solidFill>
                  <a:srgbClr val="006800"/>
                </a:solidFill>
                <a:latin typeface="Courier New Bold" panose="02070609020205020404" pitchFamily="49" charset="0"/>
                <a:ea typeface="MS Mincho"/>
                <a:cs typeface="Courier New" panose="02070309020205020404" pitchFamily="49" charset="0"/>
              </a:rPr>
              <a:t>"Forward traversal:</a:t>
            </a: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a:t>
            </a:r>
            <a:r>
              <a:rPr lang="en-US" b="1" dirty="0">
                <a:latin typeface="Courier New" panose="02070309020205020404" pitchFamily="49" charset="0"/>
                <a:ea typeface="MS Mincho"/>
                <a:cs typeface="Bank Gothic Bold"/>
              </a:rPr>
              <a:t>,</a:t>
            </a: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latin typeface="Courier New" panose="02070309020205020404" pitchFamily="49" charset="0"/>
                <a:ea typeface="MS Mincho"/>
                <a:cs typeface="Bank Gothic Bold"/>
              </a:rPr>
              <a:t>end</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listIterator.first()</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while</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listIterator.hasNext():</a:t>
            </a:r>
            <a:endParaRPr lang="en-US" sz="1300" dirty="0">
              <a:latin typeface="Bank Gothic Bold"/>
              <a:ea typeface="MS Mincho"/>
              <a:cs typeface="Bank Gothic Bold"/>
            </a:endParaRPr>
          </a:p>
          <a:p>
            <a:pPr lvl="1" indent="0">
              <a:spcBef>
                <a:spcPts val="0"/>
              </a:spcBef>
              <a:buNone/>
            </a:pPr>
            <a:r>
              <a:rPr lang="en-US" b="1" dirty="0">
                <a:solidFill>
                  <a:srgbClr val="660066"/>
                </a:solidFill>
                <a:latin typeface="Courier New Bold" panose="02070609020205020404" pitchFamily="49" charset="0"/>
                <a:ea typeface="MS Mincho"/>
                <a:cs typeface="Courier New" panose="02070309020205020404" pitchFamily="49" charset="0"/>
              </a:rPr>
              <a:t>print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(listIterator.next(),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end</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a:t>
            </a:r>
            <a:r>
              <a:rPr lang="en-US" dirty="0">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pPr>
            <a:r>
              <a:rPr lang="en-US" b="1" dirty="0">
                <a:solidFill>
                  <a:srgbClr val="660066"/>
                </a:solidFill>
                <a:latin typeface="Courier New Bold" panose="02070609020205020404" pitchFamily="49" charset="0"/>
                <a:ea typeface="MS Mincho"/>
                <a:cs typeface="Courier New" panose="02070309020205020404" pitchFamily="49" charset="0"/>
              </a:rPr>
              <a:t>print</a:t>
            </a:r>
            <a:r>
              <a:rPr lang="en-US" b="1" dirty="0">
                <a:latin typeface="Courier New" panose="02070309020205020404" pitchFamily="49" charset="0"/>
                <a:ea typeface="MS Mincho"/>
                <a:cs typeface="Bank Gothic Bold"/>
              </a:rPr>
              <a:t>("\nBackward</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traversal:</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end</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listIterator.last()</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while</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listIterator.hasPrevious():</a:t>
            </a:r>
            <a:endParaRPr lang="en-US" sz="1300" dirty="0">
              <a:latin typeface="Bank Gothic Bold"/>
              <a:ea typeface="MS Mincho"/>
              <a:cs typeface="Bank Gothic Bold"/>
            </a:endParaRPr>
          </a:p>
          <a:p>
            <a:pPr lvl="1" indent="0">
              <a:spcBef>
                <a:spcPts val="0"/>
              </a:spcBef>
              <a:buNone/>
            </a:pPr>
            <a:r>
              <a:rPr lang="en-US" b="1" dirty="0">
                <a:solidFill>
                  <a:srgbClr val="660066"/>
                </a:solidFill>
                <a:latin typeface="Courier New Bold" panose="02070609020205020404" pitchFamily="49" charset="0"/>
                <a:ea typeface="MS Mincho"/>
                <a:cs typeface="Courier New" panose="02070309020205020404" pitchFamily="49" charset="0"/>
              </a:rPr>
              <a:t>print</a:t>
            </a:r>
            <a:r>
              <a:rPr lang="en-US" b="1" dirty="0">
                <a:latin typeface="Courier New" panose="02070309020205020404" pitchFamily="49" charset="0"/>
                <a:ea typeface="MS Mincho"/>
                <a:cs typeface="Bank Gothic Bold"/>
              </a:rPr>
              <a:t>(listIterator.previous(),</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end</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a:t>
            </a: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pPr>
            <a:r>
              <a:rPr lang="en-US" b="1" dirty="0">
                <a:solidFill>
                  <a:srgbClr val="660066"/>
                </a:solidFill>
                <a:latin typeface="Courier New Bold" panose="02070609020205020404" pitchFamily="49" charset="0"/>
                <a:ea typeface="MS Mincho"/>
                <a:cs typeface="Courier New" panose="02070309020205020404" pitchFamily="49" charset="0"/>
              </a:rPr>
              <a:t>print</a:t>
            </a:r>
            <a:r>
              <a:rPr lang="en-US" b="1" dirty="0">
                <a:latin typeface="Courier New" panose="02070309020205020404" pitchFamily="49" charset="0"/>
                <a:ea typeface="MS Mincho"/>
                <a:cs typeface="Bank Gothic Bold"/>
              </a:rPr>
              <a:t>(</a:t>
            </a:r>
            <a:r>
              <a:rPr lang="en-US" b="1" dirty="0">
                <a:solidFill>
                  <a:srgbClr val="006800"/>
                </a:solidFill>
                <a:latin typeface="Courier New Bold" panose="02070609020205020404" pitchFamily="49" charset="0"/>
                <a:ea typeface="MS Mincho"/>
                <a:cs typeface="Courier New" panose="02070309020205020404" pitchFamily="49" charset="0"/>
              </a:rPr>
              <a:t>"\nInserting</a:t>
            </a: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10</a:t>
            </a: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before 3:</a:t>
            </a: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end</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listIterator.first()</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for</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count</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in</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range</a:t>
            </a:r>
            <a:r>
              <a:rPr lang="en-US" b="1" dirty="0">
                <a:latin typeface="Courier New" panose="02070309020205020404" pitchFamily="49" charset="0"/>
                <a:ea typeface="MS Mincho"/>
                <a:cs typeface="Bank Gothic Bold"/>
              </a:rPr>
              <a:t>(2):</a:t>
            </a:r>
            <a:endParaRPr lang="en-US" sz="1300" dirty="0">
              <a:latin typeface="Bank Gothic Bold"/>
              <a:ea typeface="MS Mincho"/>
              <a:cs typeface="Bank Gothic Bold"/>
            </a:endParaRPr>
          </a:p>
          <a:p>
            <a:pPr lvl="1" indent="0">
              <a:spcBef>
                <a:spcPts val="0"/>
              </a:spcBef>
              <a:buNone/>
            </a:pPr>
            <a:r>
              <a:rPr lang="en-US" b="1" dirty="0">
                <a:latin typeface="Courier New" panose="02070309020205020404" pitchFamily="49" charset="0"/>
                <a:ea typeface="MS Mincho"/>
                <a:cs typeface="Bank Gothic Bold"/>
              </a:rPr>
              <a:t>listIterator.next()</a:t>
            </a:r>
            <a:endParaRPr lang="en-IN"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7225456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Position-Based Operations </a:t>
            </a:r>
            <a:r>
              <a:rPr lang="en-US" sz="2000" dirty="0"/>
              <a:t>(11 of 14)</a:t>
            </a:r>
          </a:p>
        </p:txBody>
      </p:sp>
      <p:sp>
        <p:nvSpPr>
          <p:cNvPr id="3" name="Content Placeholder 2"/>
          <p:cNvSpPr>
            <a:spLocks noGrp="1"/>
          </p:cNvSpPr>
          <p:nvPr>
            <p:ph idx="1"/>
          </p:nvPr>
        </p:nvSpPr>
        <p:spPr>
          <a:xfrm>
            <a:off x="628650" y="1464179"/>
            <a:ext cx="7886700" cy="364621"/>
          </a:xfrm>
        </p:spPr>
        <p:txBody>
          <a:bodyPr>
            <a:normAutofit/>
          </a:bodyPr>
          <a:lstStyle/>
          <a:p>
            <a:pPr marL="291600" indent="-291600">
              <a:spcBef>
                <a:spcPts val="1000"/>
              </a:spcBef>
            </a:pPr>
            <a:r>
              <a:rPr lang="en-US" dirty="0"/>
              <a:t>Code segment illustrating the use of a list iterator (continued):</a:t>
            </a:r>
          </a:p>
        </p:txBody>
      </p:sp>
      <p:sp>
        <p:nvSpPr>
          <p:cNvPr id="5" name="Content Placeholder 4"/>
          <p:cNvSpPr>
            <a:spLocks noGrp="1"/>
          </p:cNvSpPr>
          <p:nvPr>
            <p:ph idx="12"/>
          </p:nvPr>
        </p:nvSpPr>
        <p:spPr>
          <a:xfrm>
            <a:off x="762000" y="1929210"/>
            <a:ext cx="7753350" cy="3709590"/>
          </a:xfrm>
        </p:spPr>
        <p:txBody>
          <a:bodyPr/>
          <a:lstStyle/>
          <a:p>
            <a:pPr marL="171450" lvl="1" indent="0">
              <a:spcBef>
                <a:spcPts val="0"/>
              </a:spcBef>
              <a:buNone/>
            </a:pPr>
            <a:r>
              <a:rPr lang="en-US" b="1" dirty="0">
                <a:latin typeface="Courier New" panose="02070309020205020404" pitchFamily="49" charset="0"/>
                <a:ea typeface="MS Mincho"/>
                <a:cs typeface="Bank Gothic Bold"/>
              </a:rPr>
              <a:t>listIterator.insert(10)</a:t>
            </a:r>
            <a:endParaRPr lang="en-US" sz="1300" dirty="0">
              <a:latin typeface="Bank Gothic Bold"/>
              <a:ea typeface="MS Mincho"/>
              <a:cs typeface="Bank Gothic Bold"/>
            </a:endParaRPr>
          </a:p>
          <a:p>
            <a:pPr marL="171450" lvl="1" indent="0">
              <a:spcBef>
                <a:spcPts val="0"/>
              </a:spcBef>
              <a:buNone/>
            </a:pPr>
            <a:r>
              <a:rPr lang="en-US" b="1" dirty="0">
                <a:solidFill>
                  <a:srgbClr val="660066"/>
                </a:solidFill>
                <a:latin typeface="Courier New Bold" panose="02070609020205020404" pitchFamily="49" charset="0"/>
                <a:ea typeface="MS Mincho"/>
                <a:cs typeface="Courier New" panose="02070309020205020404" pitchFamily="49" charset="0"/>
              </a:rPr>
              <a:t>print</a:t>
            </a:r>
            <a:r>
              <a:rPr lang="en-US" b="1" dirty="0">
                <a:latin typeface="Courier New" panose="02070309020205020404" pitchFamily="49" charset="0"/>
                <a:ea typeface="MS Mincho"/>
                <a:cs typeface="Bank Gothic Bold"/>
              </a:rPr>
              <a:t>(lyst)</a:t>
            </a:r>
            <a:endParaRPr lang="en-US" sz="1300" dirty="0">
              <a:latin typeface="Bank Gothic Bold"/>
              <a:ea typeface="MS Mincho"/>
              <a:cs typeface="Bank Gothic Bold"/>
            </a:endParaRPr>
          </a:p>
          <a:p>
            <a:pPr marL="171450" lvl="1" indent="0">
              <a:spcBef>
                <a:spcPts val="0"/>
              </a:spcBef>
              <a:buNone/>
            </a:pPr>
            <a:r>
              <a:rPr lang="en-US" b="1" dirty="0">
                <a:solidFill>
                  <a:srgbClr val="660066"/>
                </a:solidFill>
                <a:latin typeface="Courier New Bold" panose="02070609020205020404" pitchFamily="49" charset="0"/>
                <a:ea typeface="MS Mincho"/>
                <a:cs typeface="Courier New" panose="02070309020205020404" pitchFamily="49" charset="0"/>
              </a:rPr>
              <a:t>print</a:t>
            </a:r>
            <a:r>
              <a:rPr lang="en-US" b="1" dirty="0">
                <a:latin typeface="Courier New" panose="02070309020205020404" pitchFamily="49" charset="0"/>
                <a:ea typeface="MS Mincho"/>
                <a:cs typeface="Bank Gothic Bold"/>
              </a:rPr>
              <a:t>(</a:t>
            </a:r>
            <a:r>
              <a:rPr lang="en-US" b="1" dirty="0">
                <a:solidFill>
                  <a:srgbClr val="006800"/>
                </a:solidFill>
                <a:latin typeface="Courier New Bold" panose="02070609020205020404" pitchFamily="49" charset="0"/>
                <a:ea typeface="MS Mincho"/>
                <a:cs typeface="Courier New" panose="02070309020205020404" pitchFamily="49" charset="0"/>
              </a:rPr>
              <a:t>"Removing</a:t>
            </a: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2: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end</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listIterator.first()</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for</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count</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in</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range</a:t>
            </a:r>
            <a:r>
              <a:rPr lang="en-US" b="1" dirty="0">
                <a:latin typeface="Courier New" panose="02070309020205020404" pitchFamily="49" charset="0"/>
                <a:ea typeface="MS Mincho"/>
                <a:cs typeface="Bank Gothic Bold"/>
              </a:rPr>
              <a:t>(3):</a:t>
            </a:r>
            <a:endParaRPr lang="en-US" sz="1300" dirty="0">
              <a:latin typeface="Bank Gothic Bold"/>
              <a:ea typeface="MS Mincho"/>
              <a:cs typeface="Bank Gothic Bold"/>
            </a:endParaRPr>
          </a:p>
          <a:p>
            <a:pPr lvl="1" indent="0">
              <a:spcBef>
                <a:spcPts val="0"/>
              </a:spcBef>
              <a:buNone/>
            </a:pPr>
            <a:r>
              <a:rPr lang="en-US" b="1" dirty="0">
                <a:latin typeface="Courier New" panose="02070309020205020404" pitchFamily="49" charset="0"/>
                <a:ea typeface="MS Mincho"/>
                <a:cs typeface="Bank Gothic Bold"/>
              </a:rPr>
              <a:t>listIterator.next()</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listIterator.remove()</a:t>
            </a:r>
            <a:endParaRPr lang="en-US" sz="1300" dirty="0">
              <a:latin typeface="Bank Gothic Bold"/>
              <a:ea typeface="MS Mincho"/>
              <a:cs typeface="Bank Gothic Bold"/>
            </a:endParaRPr>
          </a:p>
          <a:p>
            <a:pPr marL="171450" lvl="1" indent="0">
              <a:spcBef>
                <a:spcPts val="0"/>
              </a:spcBef>
              <a:buNone/>
            </a:pPr>
            <a:r>
              <a:rPr lang="en-US" b="1" dirty="0">
                <a:solidFill>
                  <a:srgbClr val="660066"/>
                </a:solidFill>
                <a:latin typeface="Courier New Bold" panose="02070609020205020404" pitchFamily="49" charset="0"/>
                <a:ea typeface="MS Mincho"/>
                <a:cs typeface="Courier New" panose="02070309020205020404" pitchFamily="49" charset="0"/>
              </a:rPr>
              <a:t>print</a:t>
            </a:r>
            <a:r>
              <a:rPr lang="en-US" b="1" dirty="0">
                <a:latin typeface="Courier New" panose="02070309020205020404" pitchFamily="49" charset="0"/>
                <a:ea typeface="MS Mincho"/>
                <a:cs typeface="Bank Gothic Bold"/>
              </a:rPr>
              <a:t>(lyst)</a:t>
            </a:r>
            <a:endParaRPr lang="en-US" sz="1300" dirty="0">
              <a:latin typeface="Bank Gothic Bold"/>
              <a:ea typeface="MS Mincho"/>
              <a:cs typeface="Bank Gothic Bold"/>
            </a:endParaRPr>
          </a:p>
          <a:p>
            <a:pPr marL="171450" lvl="1" indent="0">
              <a:spcBef>
                <a:spcPts val="0"/>
              </a:spcBef>
              <a:buNone/>
            </a:pPr>
            <a:r>
              <a:rPr lang="en-US" b="1" dirty="0">
                <a:solidFill>
                  <a:srgbClr val="660066"/>
                </a:solidFill>
                <a:latin typeface="Courier New Bold" panose="02070609020205020404" pitchFamily="49" charset="0"/>
                <a:ea typeface="MS Mincho"/>
                <a:cs typeface="Courier New" panose="02070309020205020404" pitchFamily="49" charset="0"/>
              </a:rPr>
              <a:t>print</a:t>
            </a:r>
            <a:r>
              <a:rPr lang="en-US" b="1" dirty="0">
                <a:latin typeface="Courier New" panose="02070309020205020404" pitchFamily="49" charset="0"/>
                <a:ea typeface="MS Mincho"/>
                <a:cs typeface="Bank Gothic Bold"/>
              </a:rPr>
              <a:t>(</a:t>
            </a:r>
            <a:r>
              <a:rPr lang="en-US" b="1" dirty="0">
                <a:solidFill>
                  <a:srgbClr val="006800"/>
                </a:solidFill>
                <a:latin typeface="Courier New Bold" panose="02070609020205020404" pitchFamily="49" charset="0"/>
                <a:ea typeface="MS Mincho"/>
                <a:cs typeface="Courier New" panose="02070309020205020404" pitchFamily="49" charset="0"/>
              </a:rPr>
              <a:t>"Removing</a:t>
            </a: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all</a:t>
            </a: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items"</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listIterator.first()</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while</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listIterator.hasNext():</a:t>
            </a:r>
            <a:endParaRPr lang="en-US" sz="1300" dirty="0">
              <a:latin typeface="Bank Gothic Bold"/>
              <a:ea typeface="MS Mincho"/>
              <a:cs typeface="Bank Gothic Bold"/>
            </a:endParaRPr>
          </a:p>
          <a:p>
            <a:pPr lvl="1" indent="0">
              <a:spcBef>
                <a:spcPts val="0"/>
              </a:spcBef>
              <a:buNone/>
            </a:pPr>
            <a:r>
              <a:rPr lang="en-US" b="1" dirty="0">
                <a:latin typeface="Courier New" panose="02070309020205020404" pitchFamily="49" charset="0"/>
                <a:ea typeface="MS Mincho"/>
                <a:cs typeface="Bank Gothic Bold"/>
              </a:rPr>
              <a:t>listIterator.next()</a:t>
            </a:r>
            <a:endParaRPr lang="en-US" sz="1300" dirty="0">
              <a:latin typeface="Bank Gothic Bold"/>
              <a:ea typeface="MS Mincho"/>
              <a:cs typeface="Bank Gothic Bold"/>
            </a:endParaRPr>
          </a:p>
          <a:p>
            <a:pPr lvl="1" indent="0">
              <a:spcBef>
                <a:spcPts val="0"/>
              </a:spcBef>
              <a:buNone/>
            </a:pPr>
            <a:r>
              <a:rPr lang="en-US" b="1" dirty="0">
                <a:latin typeface="Courier New" panose="02070309020205020404" pitchFamily="49" charset="0"/>
                <a:ea typeface="MS Mincho"/>
                <a:cs typeface="Bank Gothic Bold"/>
              </a:rPr>
              <a:t>listIterator.remove()</a:t>
            </a:r>
            <a:endParaRPr lang="en-US" sz="1300" dirty="0">
              <a:latin typeface="Bank Gothic Bold"/>
              <a:ea typeface="MS Mincho"/>
              <a:cs typeface="Bank Gothic Bold"/>
            </a:endParaRPr>
          </a:p>
          <a:p>
            <a:pPr marL="342900" lvl="1" indent="0">
              <a:buNone/>
            </a:pPr>
            <a:r>
              <a:rPr lang="en-US" b="1" dirty="0">
                <a:solidFill>
                  <a:srgbClr val="660066"/>
                </a:solidFill>
                <a:latin typeface="Courier New Bold" panose="02070609020205020404" pitchFamily="49" charset="0"/>
                <a:ea typeface="MS Mincho"/>
                <a:cs typeface="Courier New" panose="02070309020205020404" pitchFamily="49" charset="0"/>
              </a:rPr>
              <a:t>print</a:t>
            </a:r>
            <a:r>
              <a:rPr lang="en-US" b="1" dirty="0">
                <a:latin typeface="Courier New" panose="02070309020205020404" pitchFamily="49" charset="0"/>
                <a:ea typeface="MS Mincho"/>
              </a:rPr>
              <a:t>(</a:t>
            </a:r>
            <a:r>
              <a:rPr lang="en-US" b="1" dirty="0">
                <a:solidFill>
                  <a:srgbClr val="006800"/>
                </a:solidFill>
                <a:latin typeface="Courier New Bold" panose="02070609020205020404" pitchFamily="49" charset="0"/>
                <a:ea typeface="MS Mincho"/>
                <a:cs typeface="Courier New" panose="02070309020205020404" pitchFamily="49" charset="0"/>
              </a:rPr>
              <a:t>"Length:"</a:t>
            </a:r>
            <a:r>
              <a:rPr lang="en-US" b="1" dirty="0">
                <a:latin typeface="Courier New" panose="02070309020205020404" pitchFamily="49" charset="0"/>
                <a:ea typeface="MS Mincho"/>
              </a:rPr>
              <a:t>,</a:t>
            </a:r>
            <a:r>
              <a:rPr lang="en-US" dirty="0">
                <a:latin typeface="Times" panose="02020603050405020304" pitchFamily="18" charset="0"/>
                <a:ea typeface="MS Mincho"/>
              </a:rPr>
              <a:t> </a:t>
            </a:r>
            <a:r>
              <a:rPr lang="en-US" b="1" dirty="0">
                <a:solidFill>
                  <a:srgbClr val="660066"/>
                </a:solidFill>
                <a:latin typeface="Courier New Bold" panose="02070609020205020404" pitchFamily="49" charset="0"/>
                <a:ea typeface="MS Mincho"/>
                <a:cs typeface="Courier New" panose="02070309020205020404" pitchFamily="49" charset="0"/>
              </a:rPr>
              <a:t>len</a:t>
            </a:r>
            <a:r>
              <a:rPr lang="en-US" b="1" dirty="0">
                <a:latin typeface="Courier New" panose="02070309020205020404" pitchFamily="49" charset="0"/>
                <a:ea typeface="MS Mincho"/>
              </a:rPr>
              <a:t>(lyst))</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3514654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Position-Based Operations </a:t>
            </a:r>
            <a:r>
              <a:rPr lang="en-US" sz="2000" dirty="0"/>
              <a:t>(12 of 14)</a:t>
            </a:r>
          </a:p>
        </p:txBody>
      </p:sp>
      <p:sp>
        <p:nvSpPr>
          <p:cNvPr id="3" name="Content Placeholder 2"/>
          <p:cNvSpPr>
            <a:spLocks noGrp="1"/>
          </p:cNvSpPr>
          <p:nvPr>
            <p:ph idx="1"/>
          </p:nvPr>
        </p:nvSpPr>
        <p:spPr>
          <a:xfrm>
            <a:off x="628650" y="1464178"/>
            <a:ext cx="7886700" cy="384175"/>
          </a:xfrm>
        </p:spPr>
        <p:txBody>
          <a:bodyPr>
            <a:normAutofit/>
          </a:bodyPr>
          <a:lstStyle/>
          <a:p>
            <a:pPr marL="291600" indent="-291600">
              <a:spcBef>
                <a:spcPts val="1000"/>
              </a:spcBef>
            </a:pPr>
            <a:r>
              <a:rPr lang="en-US" dirty="0"/>
              <a:t>Output of the code segment:</a:t>
            </a:r>
          </a:p>
        </p:txBody>
      </p:sp>
      <p:sp>
        <p:nvSpPr>
          <p:cNvPr id="6" name="Content Placeholder 5"/>
          <p:cNvSpPr>
            <a:spLocks noGrp="1"/>
          </p:cNvSpPr>
          <p:nvPr>
            <p:ph idx="13"/>
          </p:nvPr>
        </p:nvSpPr>
        <p:spPr>
          <a:xfrm>
            <a:off x="782474" y="1952716"/>
            <a:ext cx="7886700" cy="2362200"/>
          </a:xfrm>
        </p:spPr>
        <p:txBody>
          <a:bodyPr/>
          <a:lstStyle/>
          <a:p>
            <a:pPr marL="171450" lvl="1" indent="0">
              <a:spcBef>
                <a:spcPts val="0"/>
              </a:spcBef>
              <a:buNone/>
            </a:pPr>
            <a:r>
              <a:rPr lang="en-US" b="1" dirty="0">
                <a:solidFill>
                  <a:srgbClr val="0000FF"/>
                </a:solidFill>
                <a:latin typeface="Courier New Bold" panose="02070609020205020404" pitchFamily="49" charset="0"/>
                <a:ea typeface="MS Mincho"/>
                <a:cs typeface="Courier New" panose="02070309020205020404" pitchFamily="49" charset="0"/>
              </a:rPr>
              <a:t>Create a list with 1–9</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Bold" panose="02070609020205020404" pitchFamily="49" charset="0"/>
                <a:ea typeface="MS Mincho"/>
                <a:cs typeface="Courier New" panose="02070309020205020404" pitchFamily="49" charset="0"/>
              </a:rPr>
              <a:t>Length: 9</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Bold" panose="02070609020205020404" pitchFamily="49" charset="0"/>
                <a:ea typeface="MS Mincho"/>
                <a:cs typeface="Courier New" panose="02070309020205020404" pitchFamily="49" charset="0"/>
              </a:rPr>
              <a:t>Items (first to last): 1 2 3 4 5 6 7 8 9</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Bold" panose="02070609020205020404" pitchFamily="49" charset="0"/>
                <a:ea typeface="MS Mincho"/>
                <a:cs typeface="Courier New" panose="02070309020205020404" pitchFamily="49" charset="0"/>
              </a:rPr>
              <a:t>Forward traversal: 1 2 3 4 5 6 7 8 9</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Bold" panose="02070609020205020404" pitchFamily="49" charset="0"/>
                <a:ea typeface="MS Mincho"/>
                <a:cs typeface="Courier New" panose="02070309020205020404" pitchFamily="49" charset="0"/>
              </a:rPr>
              <a:t>Backward traversal: 9 8 7 6 5 4 3 2 1</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Bold" panose="02070609020205020404" pitchFamily="49" charset="0"/>
                <a:ea typeface="MS Mincho"/>
                <a:cs typeface="Courier New" panose="02070309020205020404" pitchFamily="49" charset="0"/>
              </a:rPr>
              <a:t>Inserting 10 before 3: 1 2 10 3 4 5 6 7 8 9</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Bold" panose="02070609020205020404" pitchFamily="49" charset="0"/>
                <a:ea typeface="MS Mincho"/>
                <a:cs typeface="Courier New" panose="02070309020205020404" pitchFamily="49" charset="0"/>
              </a:rPr>
              <a:t>Removing 2: 1 10 3 4 5 6 7 8 9</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Bold" panose="02070609020205020404" pitchFamily="49" charset="0"/>
                <a:ea typeface="MS Mincho"/>
                <a:cs typeface="Courier New" panose="02070309020205020404" pitchFamily="49" charset="0"/>
              </a:rPr>
              <a:t>Removing all items</a:t>
            </a:r>
            <a:endParaRPr lang="en-US" sz="1300" dirty="0">
              <a:latin typeface="Bank Gothic Bold"/>
              <a:ea typeface="MS Mincho"/>
              <a:cs typeface="Bank Gothic Bold"/>
            </a:endParaRPr>
          </a:p>
          <a:p>
            <a:pPr marL="342900" lvl="1" indent="0">
              <a:buNone/>
            </a:pPr>
            <a:r>
              <a:rPr lang="en-US" b="1" dirty="0">
                <a:solidFill>
                  <a:srgbClr val="0000FF"/>
                </a:solidFill>
                <a:latin typeface="Courier New Bold" panose="02070609020205020404" pitchFamily="49" charset="0"/>
                <a:ea typeface="MS Mincho"/>
                <a:cs typeface="Courier New" panose="02070309020205020404" pitchFamily="49" charset="0"/>
              </a:rPr>
              <a:t>Length: 0</a:t>
            </a:r>
            <a:endParaRPr lang="en-US" b="1" dirty="0">
              <a:solidFill>
                <a:srgbClr val="660066"/>
              </a:solidFill>
              <a:latin typeface="Courier New Bold" panose="02070609020205020404" pitchFamily="49" charset="0"/>
              <a:ea typeface="MS Mincho"/>
              <a:cs typeface="Courier New" panose="02070309020205020404" pitchFamily="49" charset="0"/>
            </a:endParaRP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1359407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Position-Based Operations </a:t>
            </a:r>
            <a:r>
              <a:rPr lang="en-US" sz="2000" dirty="0"/>
              <a:t>(13 of 14)</a:t>
            </a:r>
          </a:p>
        </p:txBody>
      </p:sp>
      <p:sp>
        <p:nvSpPr>
          <p:cNvPr id="3" name="Content Placeholder 2"/>
          <p:cNvSpPr>
            <a:spLocks noGrp="1"/>
          </p:cNvSpPr>
          <p:nvPr>
            <p:ph idx="1"/>
          </p:nvPr>
        </p:nvSpPr>
        <p:spPr>
          <a:xfrm>
            <a:off x="628650" y="1659158"/>
            <a:ext cx="7886700" cy="384175"/>
          </a:xfrm>
        </p:spPr>
        <p:txBody>
          <a:bodyPr>
            <a:normAutofit/>
          </a:bodyPr>
          <a:lstStyle/>
          <a:p>
            <a:pPr marL="291600" indent="-291600">
              <a:spcBef>
                <a:spcPts val="1000"/>
              </a:spcBef>
            </a:pPr>
            <a:r>
              <a:rPr lang="en-US" dirty="0"/>
              <a:t>Table 9.7 Summary of Basic List Operations</a:t>
            </a:r>
          </a:p>
        </p:txBody>
      </p:sp>
      <p:graphicFrame>
        <p:nvGraphicFramePr>
          <p:cNvPr id="8" name="Content Placeholder 7" descr="Table is accessible to screenreaders"/>
          <p:cNvGraphicFramePr>
            <a:graphicFrameLocks noGrp="1"/>
          </p:cNvGraphicFramePr>
          <p:nvPr>
            <p:ph idx="13"/>
            <p:extLst>
              <p:ext uri="{D42A27DB-BD31-4B8C-83A1-F6EECF244321}">
                <p14:modId xmlns:p14="http://schemas.microsoft.com/office/powerpoint/2010/main" val="2230757383"/>
              </p:ext>
            </p:extLst>
          </p:nvPr>
        </p:nvGraphicFramePr>
        <p:xfrm>
          <a:off x="949297" y="2130749"/>
          <a:ext cx="6991350" cy="3312160"/>
        </p:xfrm>
        <a:graphic>
          <a:graphicData uri="http://schemas.openxmlformats.org/drawingml/2006/table">
            <a:tbl>
              <a:tblPr firstRow="1" bandRow="1">
                <a:tableStyleId>{5C22544A-7EE6-4342-B048-85BDC9FD1C3A}</a:tableStyleId>
              </a:tblPr>
              <a:tblGrid>
                <a:gridCol w="2038350">
                  <a:extLst>
                    <a:ext uri="{9D8B030D-6E8A-4147-A177-3AD203B41FA5}">
                      <a16:colId xmlns:a16="http://schemas.microsoft.com/office/drawing/2014/main" val="3652956231"/>
                    </a:ext>
                  </a:extLst>
                </a:gridCol>
                <a:gridCol w="2651153">
                  <a:extLst>
                    <a:ext uri="{9D8B030D-6E8A-4147-A177-3AD203B41FA5}">
                      <a16:colId xmlns:a16="http://schemas.microsoft.com/office/drawing/2014/main" val="2396750365"/>
                    </a:ext>
                  </a:extLst>
                </a:gridCol>
                <a:gridCol w="2301847">
                  <a:extLst>
                    <a:ext uri="{9D8B030D-6E8A-4147-A177-3AD203B41FA5}">
                      <a16:colId xmlns:a16="http://schemas.microsoft.com/office/drawing/2014/main" val="1111347495"/>
                    </a:ext>
                  </a:extLst>
                </a:gridCol>
              </a:tblGrid>
              <a:tr h="370840">
                <a:tc>
                  <a:txBody>
                    <a:bodyPr/>
                    <a:lstStyle/>
                    <a:p>
                      <a:r>
                        <a:rPr lang="en-US" dirty="0">
                          <a:solidFill>
                            <a:schemeClr val="bg2">
                              <a:lumMod val="10000"/>
                            </a:schemeClr>
                          </a:solidFill>
                          <a:latin typeface="Open Sans" panose="020B0606030504020204"/>
                        </a:rPr>
                        <a:t>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Content-Based 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Position-Based 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07292745"/>
                  </a:ext>
                </a:extLst>
              </a:tr>
              <a:tr h="370840">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 Bold"/>
                        </a:rPr>
                        <a:t>L.insert(i,</a:t>
                      </a:r>
                      <a:r>
                        <a:rPr lang="en-US" sz="1200" dirty="0">
                          <a:effectLst/>
                          <a:latin typeface="Times" panose="02020603050405020304" pitchFamily="18" charset="0"/>
                          <a:ea typeface="MS Mincho"/>
                          <a:cs typeface="Bank Gothic Bold"/>
                        </a:rPr>
                        <a:t> </a:t>
                      </a:r>
                      <a:r>
                        <a:rPr lang="en-US" sz="1200" b="1" dirty="0">
                          <a:effectLst/>
                          <a:latin typeface="Courier New" panose="02070309020205020404" pitchFamily="49" charset="0"/>
                          <a:ea typeface="MS Mincho"/>
                          <a:cs typeface="Bank Gothic Bold"/>
                        </a:rPr>
                        <a:t>item)</a:t>
                      </a:r>
                      <a:endParaRPr lang="en-US" sz="95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 Bold"/>
                        </a:rPr>
                        <a:t>L.add(item)</a:t>
                      </a:r>
                      <a:endParaRPr lang="en-US" sz="95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 Bold"/>
                        </a:rPr>
                        <a:t>LI.hasNext()</a:t>
                      </a:r>
                      <a:endParaRPr lang="en-US" sz="95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62504086"/>
                  </a:ext>
                </a:extLst>
              </a:tr>
              <a:tr h="370840">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 Bold"/>
                        </a:rPr>
                        <a:t>L.pop(i)</a:t>
                      </a:r>
                      <a:endParaRPr lang="en-US" sz="95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 Bold"/>
                        </a:rPr>
                        <a:t>L.remove(item)</a:t>
                      </a:r>
                      <a:endParaRPr lang="en-US" sz="95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 Bold"/>
                        </a:rPr>
                        <a:t>LI.next()</a:t>
                      </a:r>
                      <a:endParaRPr lang="en-US" sz="95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2217567"/>
                  </a:ext>
                </a:extLst>
              </a:tr>
              <a:tr h="370840">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 Bold"/>
                        </a:rPr>
                        <a:t>L[i]</a:t>
                      </a:r>
                      <a:endParaRPr lang="en-US" sz="95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 Bold"/>
                        </a:rPr>
                        <a:t>L.index(item)</a:t>
                      </a:r>
                      <a:endParaRPr lang="en-US" sz="95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 Bold"/>
                        </a:rPr>
                        <a:t>LI.hasPrevious()</a:t>
                      </a:r>
                      <a:endParaRPr lang="en-US" sz="95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8242548"/>
                  </a:ext>
                </a:extLst>
              </a:tr>
              <a:tr h="370840">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 Bold"/>
                        </a:rPr>
                        <a:t>L[i]</a:t>
                      </a:r>
                      <a:r>
                        <a:rPr lang="en-US" sz="1200" dirty="0">
                          <a:effectLst/>
                          <a:latin typeface="Times" panose="02020603050405020304" pitchFamily="18" charset="0"/>
                          <a:ea typeface="MS Mincho"/>
                          <a:cs typeface="Bank Gothic Bold"/>
                        </a:rPr>
                        <a:t> </a:t>
                      </a:r>
                      <a:r>
                        <a:rPr lang="en-US" sz="1200" b="1" dirty="0">
                          <a:effectLst/>
                          <a:latin typeface="Courier New" panose="02070309020205020404" pitchFamily="49" charset="0"/>
                          <a:ea typeface="MS Mincho"/>
                          <a:cs typeface="Bank Gothic Bold"/>
                        </a:rPr>
                        <a:t>=</a:t>
                      </a:r>
                      <a:r>
                        <a:rPr lang="en-US" sz="1200" dirty="0">
                          <a:effectLst/>
                          <a:latin typeface="Times" panose="02020603050405020304" pitchFamily="18" charset="0"/>
                          <a:ea typeface="MS Mincho"/>
                          <a:cs typeface="Bank Gothic Bold"/>
                        </a:rPr>
                        <a:t> </a:t>
                      </a:r>
                      <a:r>
                        <a:rPr lang="en-US" sz="1200" b="1" dirty="0">
                          <a:effectLst/>
                          <a:latin typeface="Courier New" panose="02070309020205020404" pitchFamily="49" charset="0"/>
                          <a:ea typeface="MS Mincho"/>
                          <a:cs typeface="Bank Gothic Bold"/>
                        </a:rPr>
                        <a:t>item</a:t>
                      </a:r>
                      <a:endParaRPr lang="en-US" sz="95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Courier New" panose="02070309020205020404" pitchFamily="49" charset="0"/>
                          <a:ea typeface="MS Mincho"/>
                          <a:cs typeface="Bank Gothic Bold"/>
                        </a:rPr>
                        <a:t> </a:t>
                      </a:r>
                      <a:r>
                        <a:rPr lang="en-US" sz="1200" dirty="0">
                          <a:solidFill>
                            <a:srgbClr val="E7EFF7"/>
                          </a:solidFill>
                          <a:effectLst/>
                          <a:latin typeface="Courier New" panose="02070309020205020404" pitchFamily="49" charset="0"/>
                          <a:ea typeface="MS Mincho"/>
                          <a:cs typeface="Bank Gothic Bold"/>
                        </a:rPr>
                        <a:t>blank</a:t>
                      </a:r>
                      <a:endParaRPr lang="en-US" sz="950" dirty="0">
                        <a:solidFill>
                          <a:srgbClr val="E7EFF7"/>
                        </a:solidFill>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 Bold"/>
                        </a:rPr>
                        <a:t>LI.first()</a:t>
                      </a:r>
                    </a:p>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 Bold"/>
                        </a:rPr>
                        <a:t>LI.last()</a:t>
                      </a:r>
                    </a:p>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 Bold"/>
                        </a:rPr>
                        <a:t>LI.insert(item)</a:t>
                      </a:r>
                    </a:p>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 Bold"/>
                        </a:rPr>
                        <a:t>LI.</a:t>
                      </a:r>
                      <a:r>
                        <a:rPr lang="en-US" sz="1200" b="1" baseline="0" dirty="0">
                          <a:effectLst/>
                          <a:latin typeface="Courier New" panose="02070309020205020404" pitchFamily="49" charset="0"/>
                          <a:ea typeface="MS Mincho"/>
                          <a:cs typeface="Bank Gothic Bold"/>
                        </a:rPr>
                        <a:t>remove(item)</a:t>
                      </a:r>
                    </a:p>
                    <a:p>
                      <a:pPr marL="0" marR="0">
                        <a:lnSpc>
                          <a:spcPct val="200000"/>
                        </a:lnSpc>
                        <a:spcBef>
                          <a:spcPts val="0"/>
                        </a:spcBef>
                        <a:spcAft>
                          <a:spcPts val="0"/>
                        </a:spcAft>
                      </a:pPr>
                      <a:r>
                        <a:rPr lang="en-US" sz="1200" b="1" baseline="0" dirty="0">
                          <a:effectLst/>
                          <a:latin typeface="Courier New" panose="02070309020205020404" pitchFamily="49" charset="0"/>
                          <a:ea typeface="MS Mincho"/>
                          <a:cs typeface="Bank Gothic Bold"/>
                        </a:rPr>
                        <a:t>LI.replace(item)</a:t>
                      </a:r>
                      <a:endParaRPr lang="en-US" sz="950" dirty="0">
                        <a:effectLst/>
                        <a:latin typeface="Bank Gothic Bold"/>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8131647"/>
                  </a:ext>
                </a:extLst>
              </a:tr>
            </a:tbl>
          </a:graphicData>
        </a:graphic>
      </p:graphicFrame>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7739583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3"/>
          </a:xfrm>
        </p:spPr>
        <p:txBody>
          <a:bodyPr/>
          <a:lstStyle/>
          <a:p>
            <a:r>
              <a:rPr lang="en-US" b="1" dirty="0"/>
              <a:t>Position-Based Operations </a:t>
            </a:r>
            <a:r>
              <a:rPr lang="en-US" sz="2000" dirty="0"/>
              <a:t>(14 of 14)</a:t>
            </a:r>
          </a:p>
        </p:txBody>
      </p:sp>
      <p:sp>
        <p:nvSpPr>
          <p:cNvPr id="3" name="Content Placeholder 2"/>
          <p:cNvSpPr>
            <a:spLocks noGrp="1"/>
          </p:cNvSpPr>
          <p:nvPr>
            <p:ph idx="1"/>
          </p:nvPr>
        </p:nvSpPr>
        <p:spPr>
          <a:xfrm>
            <a:off x="628650" y="1676400"/>
            <a:ext cx="7886700" cy="609600"/>
          </a:xfrm>
        </p:spPr>
        <p:txBody>
          <a:bodyPr>
            <a:normAutofit lnSpcReduction="10000"/>
          </a:bodyPr>
          <a:lstStyle/>
          <a:p>
            <a:pPr marL="0" indent="0">
              <a:lnSpc>
                <a:spcPct val="100000"/>
              </a:lnSpc>
              <a:spcBef>
                <a:spcPts val="1000"/>
              </a:spcBef>
              <a:buNone/>
            </a:pPr>
            <a:r>
              <a:rPr lang="en-IN" b="1" dirty="0"/>
              <a:t>Figure 9-3: </a:t>
            </a:r>
            <a:r>
              <a:rPr lang="en-IN" dirty="0"/>
              <a:t>The interfaces and implementing classes for lists and list iterators</a:t>
            </a:r>
            <a:endParaRPr lang="en-US" b="1" dirty="0">
              <a:solidFill>
                <a:srgbClr val="0000FF"/>
              </a:solidFill>
              <a:latin typeface="Courier New Bold" panose="02070609020205020404" pitchFamily="49" charset="0"/>
              <a:ea typeface="MS Mincho"/>
              <a:cs typeface="Courier New" panose="02070309020205020404" pitchFamily="49" charset="0"/>
            </a:endParaRPr>
          </a:p>
        </p:txBody>
      </p:sp>
      <p:pic>
        <p:nvPicPr>
          <p:cNvPr id="7" name="Content Placeholder 6" descr="Illustration shows the interfaces and implementing classes for lists and list iterators. Linked List Iterator and Array List Iterator points to List Iterator Interface with dashed arrows in the downward direction. Linked List Iterator points to Linked List upwards with a dashed arrow. Array List Iterator points to Array List upwards with a dashed arrow. Linked List and Array List point to List Interface upwards with a dashed arrow. Linked List and Array List point to Abstract List upwards. Abstract List points to Abstract Collection upwards which is at the top of the hierarchy."/>
          <p:cNvPicPr>
            <a:picLocks noGrp="1" noChangeAspect="1"/>
          </p:cNvPicPr>
          <p:nvPr>
            <p:ph idx="13"/>
          </p:nvPr>
        </p:nvPicPr>
        <p:blipFill>
          <a:blip r:embed="rId2">
            <a:extLst>
              <a:ext uri="{28A0092B-C50C-407E-A947-70E740481C1C}">
                <a14:useLocalDpi xmlns:a14="http://schemas.microsoft.com/office/drawing/2010/main" val="0"/>
              </a:ext>
            </a:extLst>
          </a:blip>
          <a:stretch>
            <a:fillRect/>
          </a:stretch>
        </p:blipFill>
        <p:spPr>
          <a:xfrm>
            <a:off x="2681691" y="2381738"/>
            <a:ext cx="3215237" cy="3684001"/>
          </a:xfr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0440184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Applications of Lists</a:t>
            </a:r>
          </a:p>
        </p:txBody>
      </p:sp>
      <p:sp>
        <p:nvSpPr>
          <p:cNvPr id="3" name="Content Placeholder 2"/>
          <p:cNvSpPr>
            <a:spLocks noGrp="1"/>
          </p:cNvSpPr>
          <p:nvPr>
            <p:ph idx="1"/>
          </p:nvPr>
        </p:nvSpPr>
        <p:spPr>
          <a:xfrm>
            <a:off x="628650" y="1676401"/>
            <a:ext cx="7886700" cy="1828800"/>
          </a:xfrm>
        </p:spPr>
        <p:txBody>
          <a:bodyPr>
            <a:normAutofit/>
          </a:bodyPr>
          <a:lstStyle/>
          <a:p>
            <a:pPr marL="291600" indent="-291600">
              <a:spcBef>
                <a:spcPts val="1000"/>
              </a:spcBef>
            </a:pPr>
            <a:r>
              <a:rPr lang="en-US" dirty="0"/>
              <a:t>This section examines three important applications:</a:t>
            </a:r>
          </a:p>
          <a:p>
            <a:pPr lvl="1">
              <a:spcBef>
                <a:spcPts val="1000"/>
              </a:spcBef>
            </a:pPr>
            <a:r>
              <a:rPr lang="en-US" dirty="0"/>
              <a:t>Heap-storage management</a:t>
            </a:r>
          </a:p>
          <a:p>
            <a:pPr lvl="1">
              <a:spcBef>
                <a:spcPts val="1000"/>
              </a:spcBef>
            </a:pPr>
            <a:r>
              <a:rPr lang="en-US" dirty="0"/>
              <a:t>Disk file management</a:t>
            </a:r>
          </a:p>
          <a:p>
            <a:pPr lvl="1">
              <a:spcBef>
                <a:spcPts val="1000"/>
              </a:spcBef>
            </a:pPr>
            <a:r>
              <a:rPr lang="en-US" dirty="0"/>
              <a:t>Implementation of other collections</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1346750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Heap-Storage Management</a:t>
            </a:r>
          </a:p>
        </p:txBody>
      </p:sp>
      <p:sp>
        <p:nvSpPr>
          <p:cNvPr id="3" name="Content Placeholder 2"/>
          <p:cNvSpPr>
            <a:spLocks noGrp="1"/>
          </p:cNvSpPr>
          <p:nvPr>
            <p:ph idx="1"/>
          </p:nvPr>
        </p:nvSpPr>
        <p:spPr>
          <a:xfrm>
            <a:off x="628650" y="1524000"/>
            <a:ext cx="7886700" cy="4343400"/>
          </a:xfrm>
        </p:spPr>
        <p:txBody>
          <a:bodyPr>
            <a:normAutofit/>
          </a:bodyPr>
          <a:lstStyle/>
          <a:p>
            <a:pPr marL="291600" indent="-291600">
              <a:spcBef>
                <a:spcPts val="1000"/>
              </a:spcBef>
            </a:pPr>
            <a:r>
              <a:rPr lang="en-US" dirty="0"/>
              <a:t>The object heap is an area of memory from which the Python virtual machine allocates segments of various sizes for all new data objects</a:t>
            </a:r>
          </a:p>
          <a:p>
            <a:pPr marL="291600" indent="-291600">
              <a:spcBef>
                <a:spcPts val="1000"/>
              </a:spcBef>
            </a:pPr>
            <a:r>
              <a:rPr lang="en-US" dirty="0"/>
              <a:t>When an object no longer can be referenced from a program, the Python Virtual Machine (PVM) can return that object’s memory segment to the heap for use by other objects</a:t>
            </a:r>
          </a:p>
          <a:p>
            <a:pPr marL="291600" indent="-291600">
              <a:spcBef>
                <a:spcPts val="1000"/>
              </a:spcBef>
            </a:pPr>
            <a:r>
              <a:rPr lang="en-US" dirty="0"/>
              <a:t>Heap-management schemes can have a significant impact on an application’s overall performance:</a:t>
            </a:r>
          </a:p>
          <a:p>
            <a:pPr lvl="1">
              <a:spcBef>
                <a:spcPts val="1000"/>
              </a:spcBef>
            </a:pPr>
            <a:r>
              <a:rPr lang="en-US" dirty="0"/>
              <a:t>Contiguous blocks of free space on the heap are linked in a free list</a:t>
            </a:r>
          </a:p>
          <a:p>
            <a:pPr lvl="1">
              <a:spcBef>
                <a:spcPts val="1000"/>
              </a:spcBef>
            </a:pPr>
            <a:r>
              <a:rPr lang="en-US" dirty="0"/>
              <a:t>When an application instantiates a new object, the PVM searches the free list for the first block large enough to hold the object</a:t>
            </a:r>
          </a:p>
          <a:p>
            <a:pPr lvl="1">
              <a:spcBef>
                <a:spcPts val="1000"/>
              </a:spcBef>
            </a:pPr>
            <a:r>
              <a:rPr lang="en-US" dirty="0"/>
              <a:t>When the object is no longer needed, the garbage collector returns the object’s space to the free list</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9670616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09380"/>
          </a:xfrm>
        </p:spPr>
        <p:txBody>
          <a:bodyPr/>
          <a:lstStyle/>
          <a:p>
            <a:r>
              <a:rPr lang="en-US" b="1" dirty="0"/>
              <a:t>Organization of Files on a Disk </a:t>
            </a:r>
            <a:r>
              <a:rPr lang="en-US" sz="2000" dirty="0"/>
              <a:t>(1 of 3)</a:t>
            </a:r>
          </a:p>
        </p:txBody>
      </p:sp>
      <p:sp>
        <p:nvSpPr>
          <p:cNvPr id="3" name="Content Placeholder 2"/>
          <p:cNvSpPr>
            <a:spLocks noGrp="1"/>
          </p:cNvSpPr>
          <p:nvPr>
            <p:ph idx="1"/>
          </p:nvPr>
        </p:nvSpPr>
        <p:spPr>
          <a:xfrm>
            <a:off x="628650" y="1524000"/>
            <a:ext cx="7886700" cy="3733800"/>
          </a:xfrm>
        </p:spPr>
        <p:txBody>
          <a:bodyPr>
            <a:normAutofit/>
          </a:bodyPr>
          <a:lstStyle/>
          <a:p>
            <a:pPr marL="291600" indent="-291600">
              <a:spcBef>
                <a:spcPts val="1000"/>
              </a:spcBef>
            </a:pPr>
            <a:r>
              <a:rPr lang="en-US" dirty="0"/>
              <a:t>A computer’s file system has three major components:</a:t>
            </a:r>
          </a:p>
          <a:p>
            <a:pPr lvl="1">
              <a:spcBef>
                <a:spcPts val="1000"/>
              </a:spcBef>
            </a:pPr>
            <a:r>
              <a:rPr lang="en-US" dirty="0"/>
              <a:t>A directory of files</a:t>
            </a:r>
          </a:p>
          <a:p>
            <a:pPr lvl="1">
              <a:spcBef>
                <a:spcPts val="1000"/>
              </a:spcBef>
            </a:pPr>
            <a:r>
              <a:rPr lang="en-US" dirty="0"/>
              <a:t>The files </a:t>
            </a:r>
          </a:p>
          <a:p>
            <a:pPr lvl="1">
              <a:spcBef>
                <a:spcPts val="1000"/>
              </a:spcBef>
            </a:pPr>
            <a:r>
              <a:rPr lang="en-US" dirty="0"/>
              <a:t>Free space</a:t>
            </a:r>
          </a:p>
          <a:p>
            <a:pPr marL="291600" indent="-291600">
              <a:spcBef>
                <a:spcPts val="1000"/>
              </a:spcBef>
            </a:pPr>
            <a:r>
              <a:rPr lang="en-US" dirty="0"/>
              <a:t>Disk’s surface is divided into concentric tracks</a:t>
            </a:r>
          </a:p>
          <a:p>
            <a:pPr lvl="1">
              <a:spcBef>
                <a:spcPts val="1000"/>
              </a:spcBef>
            </a:pPr>
            <a:r>
              <a:rPr lang="en-US" dirty="0"/>
              <a:t>Each track is further subdivided into sectors</a:t>
            </a:r>
          </a:p>
          <a:p>
            <a:pPr lvl="1">
              <a:spcBef>
                <a:spcPts val="1000"/>
              </a:spcBef>
            </a:pPr>
            <a:r>
              <a:rPr lang="en-US" dirty="0"/>
              <a:t>Number of tracks vary depending on the disk’s capacity and physical size</a:t>
            </a:r>
          </a:p>
          <a:p>
            <a:pPr lvl="1">
              <a:spcBef>
                <a:spcPts val="1000"/>
              </a:spcBef>
            </a:pPr>
            <a:r>
              <a:rPr lang="en-US" dirty="0"/>
              <a:t>All tracks contain the same number of sectors and all sectors contain the same number of bytes</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5326528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Organization of Files on a Disk </a:t>
            </a:r>
            <a:r>
              <a:rPr lang="en-US" sz="2000" dirty="0"/>
              <a:t>(2 of 3)</a:t>
            </a:r>
          </a:p>
        </p:txBody>
      </p:sp>
      <p:sp>
        <p:nvSpPr>
          <p:cNvPr id="3" name="Content Placeholder 2"/>
          <p:cNvSpPr>
            <a:spLocks noGrp="1"/>
          </p:cNvSpPr>
          <p:nvPr>
            <p:ph idx="1"/>
          </p:nvPr>
        </p:nvSpPr>
        <p:spPr>
          <a:xfrm>
            <a:off x="628650" y="1637697"/>
            <a:ext cx="7886700" cy="384175"/>
          </a:xfrm>
        </p:spPr>
        <p:txBody>
          <a:bodyPr/>
          <a:lstStyle/>
          <a:p>
            <a:pPr marL="0" indent="0">
              <a:spcBef>
                <a:spcPts val="1000"/>
              </a:spcBef>
              <a:buNone/>
            </a:pPr>
            <a:r>
              <a:rPr lang="en-IN" b="1" dirty="0"/>
              <a:t>Figure 9-4: </a:t>
            </a:r>
            <a:r>
              <a:rPr lang="en-IN" dirty="0"/>
              <a:t>Tracks and sectors on the surface of a disk</a:t>
            </a:r>
            <a:endParaRPr lang="en-US" dirty="0"/>
          </a:p>
        </p:txBody>
      </p:sp>
      <p:pic>
        <p:nvPicPr>
          <p:cNvPr id="7" name="Content Placeholder 6" descr="Illustration shows a set of concentric circles which are meant to denote the tracks and sectors on the surface of a disk. Two of the inner most circles have been divided into blocks and labeled as k-1, 0, 1, 2, 3, 4, and so on. The circles containing these blocks has been labeled track 0. The circle outside this has been labeled track 1 and the outer most circle has been labeled track n-1."/>
          <p:cNvPicPr>
            <a:picLocks noGrp="1" noChangeAspect="1"/>
          </p:cNvPicPr>
          <p:nvPr>
            <p:ph idx="13"/>
          </p:nvPr>
        </p:nvPicPr>
        <p:blipFill>
          <a:blip r:embed="rId2">
            <a:extLst>
              <a:ext uri="{28A0092B-C50C-407E-A947-70E740481C1C}">
                <a14:useLocalDpi xmlns:a14="http://schemas.microsoft.com/office/drawing/2010/main" val="0"/>
              </a:ext>
            </a:extLst>
          </a:blip>
          <a:stretch>
            <a:fillRect/>
          </a:stretch>
        </p:blipFill>
        <p:spPr>
          <a:xfrm>
            <a:off x="2141856" y="2438400"/>
            <a:ext cx="4620486" cy="3375885"/>
          </a:xfr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9705396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Organization of Files on a Disk </a:t>
            </a:r>
            <a:r>
              <a:rPr lang="en-US" sz="2000" dirty="0"/>
              <a:t>(3 of 3)</a:t>
            </a:r>
          </a:p>
        </p:txBody>
      </p:sp>
      <p:sp>
        <p:nvSpPr>
          <p:cNvPr id="3" name="Content Placeholder 2"/>
          <p:cNvSpPr>
            <a:spLocks noGrp="1"/>
          </p:cNvSpPr>
          <p:nvPr>
            <p:ph idx="1"/>
          </p:nvPr>
        </p:nvSpPr>
        <p:spPr>
          <a:xfrm>
            <a:off x="628650" y="1752600"/>
            <a:ext cx="7886700" cy="3889375"/>
          </a:xfrm>
        </p:spPr>
        <p:txBody>
          <a:bodyPr>
            <a:normAutofit/>
          </a:bodyPr>
          <a:lstStyle/>
          <a:p>
            <a:pPr marL="291600" indent="-291600">
              <a:spcBef>
                <a:spcPts val="1000"/>
              </a:spcBef>
            </a:pPr>
            <a:r>
              <a:rPr lang="en-US" dirty="0"/>
              <a:t>A file system’s directory is organized as a hierarchical collection</a:t>
            </a:r>
          </a:p>
          <a:p>
            <a:pPr marL="291600" indent="-291600">
              <a:spcBef>
                <a:spcPts val="1000"/>
              </a:spcBef>
            </a:pPr>
            <a:r>
              <a:rPr lang="en-US" dirty="0"/>
              <a:t>A file system does not experience the same fragmentation problem encountered in Python’s object heap:</a:t>
            </a:r>
          </a:p>
          <a:p>
            <a:pPr lvl="1">
              <a:spcBef>
                <a:spcPts val="1000"/>
              </a:spcBef>
            </a:pPr>
            <a:r>
              <a:rPr lang="en-US" dirty="0"/>
              <a:t>There is still a difficulty </a:t>
            </a:r>
          </a:p>
          <a:p>
            <a:pPr lvl="1">
              <a:spcBef>
                <a:spcPts val="1000"/>
              </a:spcBef>
            </a:pPr>
            <a:r>
              <a:rPr lang="en-US" dirty="0"/>
              <a:t>To transfer data to or from the disk, read/write heads must first be positioned to the correct track:</a:t>
            </a:r>
          </a:p>
          <a:p>
            <a:pPr lvl="2">
              <a:spcBef>
                <a:spcPts val="1000"/>
              </a:spcBef>
            </a:pPr>
            <a:r>
              <a:rPr lang="en-US" dirty="0"/>
              <a:t>The disk must rotate until the desired sector is under the heads</a:t>
            </a:r>
          </a:p>
          <a:p>
            <a:pPr marL="291600" indent="-291600">
              <a:spcBef>
                <a:spcPts val="1000"/>
              </a:spcBef>
            </a:pPr>
            <a:r>
              <a:rPr lang="en-US" dirty="0"/>
              <a:t>Data can be transferred to or from several adjacent sectors during a single rotation:</a:t>
            </a:r>
          </a:p>
          <a:p>
            <a:pPr lvl="1">
              <a:spcBef>
                <a:spcPts val="1000"/>
              </a:spcBef>
            </a:pPr>
            <a:r>
              <a:rPr lang="en-US" dirty="0"/>
              <a:t>A disk system’s performance is optimized when multisector files are not scattered across the disk</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742213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61780"/>
          </a:xfrm>
        </p:spPr>
        <p:txBody>
          <a:bodyPr/>
          <a:lstStyle/>
          <a:p>
            <a:r>
              <a:rPr lang="en-US" b="1" dirty="0"/>
              <a:t>Implementation of Other Collections</a:t>
            </a:r>
          </a:p>
        </p:txBody>
      </p:sp>
      <p:sp>
        <p:nvSpPr>
          <p:cNvPr id="3" name="Content Placeholder 2"/>
          <p:cNvSpPr>
            <a:spLocks noGrp="1"/>
          </p:cNvSpPr>
          <p:nvPr>
            <p:ph idx="1"/>
          </p:nvPr>
        </p:nvSpPr>
        <p:spPr>
          <a:xfrm>
            <a:off x="628650" y="1600200"/>
            <a:ext cx="7886700" cy="3657600"/>
          </a:xfrm>
        </p:spPr>
        <p:txBody>
          <a:bodyPr>
            <a:normAutofit/>
          </a:bodyPr>
          <a:lstStyle/>
          <a:p>
            <a:pPr marL="291600" indent="-291600">
              <a:spcBef>
                <a:spcPts val="1000"/>
              </a:spcBef>
            </a:pPr>
            <a:r>
              <a:rPr lang="en-US" dirty="0"/>
              <a:t>Two ways in which lists are used to implement other collections</a:t>
            </a:r>
          </a:p>
          <a:p>
            <a:pPr lvl="1">
              <a:spcBef>
                <a:spcPts val="1000"/>
              </a:spcBef>
            </a:pPr>
            <a:r>
              <a:rPr lang="en-US" dirty="0"/>
              <a:t>Extend the list class, making the new class a subclass of the list class</a:t>
            </a:r>
          </a:p>
          <a:p>
            <a:pPr lvl="1">
              <a:spcBef>
                <a:spcPts val="1000"/>
              </a:spcBef>
            </a:pPr>
            <a:r>
              <a:rPr lang="en-US" dirty="0"/>
              <a:t>Use an instance of the list class within the new class and let the list contain the data items</a:t>
            </a:r>
          </a:p>
          <a:p>
            <a:pPr marL="291600" indent="-291600">
              <a:spcBef>
                <a:spcPts val="1000"/>
              </a:spcBef>
            </a:pPr>
            <a:r>
              <a:rPr lang="en-US" dirty="0"/>
              <a:t>Collections that use lists also inherit their performance characteristics</a:t>
            </a:r>
          </a:p>
          <a:p>
            <a:pPr marL="291600" indent="-291600">
              <a:spcBef>
                <a:spcPts val="1000"/>
              </a:spcBef>
            </a:pPr>
            <a:r>
              <a:rPr lang="en-US" dirty="0"/>
              <a:t>Primary advantage</a:t>
            </a:r>
          </a:p>
          <a:p>
            <a:pPr lvl="1">
              <a:spcBef>
                <a:spcPts val="1000"/>
              </a:spcBef>
            </a:pPr>
            <a:r>
              <a:rPr lang="en-US" dirty="0"/>
              <a:t>Coding becomes easier</a:t>
            </a:r>
          </a:p>
          <a:p>
            <a:pPr lvl="1">
              <a:spcBef>
                <a:spcPts val="1000"/>
              </a:spcBef>
            </a:pPr>
            <a:r>
              <a:rPr lang="en-US" dirty="0"/>
              <a:t>Instead of operating on a concrete array or linked structure, the implementer of a stack needs only call the appropriate list methods</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0695342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3"/>
          </a:xfrm>
        </p:spPr>
        <p:txBody>
          <a:bodyPr/>
          <a:lstStyle/>
          <a:p>
            <a:r>
              <a:rPr lang="en-US" b="1" dirty="0"/>
              <a:t>List Implementations</a:t>
            </a:r>
          </a:p>
        </p:txBody>
      </p:sp>
      <p:sp>
        <p:nvSpPr>
          <p:cNvPr id="3" name="Content Placeholder 2"/>
          <p:cNvSpPr>
            <a:spLocks noGrp="1"/>
          </p:cNvSpPr>
          <p:nvPr>
            <p:ph idx="1"/>
          </p:nvPr>
        </p:nvSpPr>
        <p:spPr>
          <a:xfrm>
            <a:off x="628650" y="1752601"/>
            <a:ext cx="7886700" cy="914399"/>
          </a:xfrm>
        </p:spPr>
        <p:txBody>
          <a:bodyPr/>
          <a:lstStyle/>
          <a:p>
            <a:pPr marL="291600" indent="-291600">
              <a:spcBef>
                <a:spcPts val="1000"/>
              </a:spcBef>
            </a:pPr>
            <a:r>
              <a:rPr lang="en-US" dirty="0"/>
              <a:t>This section develops array-based and linked implementations</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0973002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The Role of the </a:t>
            </a:r>
            <a:r>
              <a:rPr lang="en-US" b="1" dirty="0">
                <a:latin typeface="Courier New" panose="02070309020205020404" pitchFamily="49" charset="0"/>
                <a:cs typeface="Courier New" panose="02070309020205020404" pitchFamily="49" charset="0"/>
              </a:rPr>
              <a:t>AbstractList</a:t>
            </a:r>
            <a:r>
              <a:rPr lang="en-US" b="1" dirty="0"/>
              <a:t> Class </a:t>
            </a:r>
            <a:r>
              <a:rPr lang="en-US" sz="2000" dirty="0"/>
              <a:t>(1 of 3)</a:t>
            </a:r>
          </a:p>
        </p:txBody>
      </p:sp>
      <p:sp>
        <p:nvSpPr>
          <p:cNvPr id="3" name="Content Placeholder 2"/>
          <p:cNvSpPr>
            <a:spLocks noGrp="1"/>
          </p:cNvSpPr>
          <p:nvPr>
            <p:ph idx="1"/>
          </p:nvPr>
        </p:nvSpPr>
        <p:spPr>
          <a:xfrm>
            <a:off x="628650" y="1611554"/>
            <a:ext cx="7886700" cy="3736975"/>
          </a:xfrm>
        </p:spPr>
        <p:txBody>
          <a:bodyPr>
            <a:normAutofit/>
          </a:bodyPr>
          <a:lstStyle/>
          <a:p>
            <a:pPr marL="291600" indent="-291600">
              <a:spcBef>
                <a:spcPts val="1000"/>
              </a:spcBef>
            </a:pPr>
            <a:r>
              <a:rPr lang="en-US" dirty="0"/>
              <a:t>Each concrete list class is subclassed under an abstract class</a:t>
            </a:r>
          </a:p>
          <a:p>
            <a:pPr lvl="1">
              <a:spcBef>
                <a:spcPts val="1000"/>
              </a:spcBef>
            </a:pPr>
            <a:r>
              <a:rPr lang="en-US" dirty="0"/>
              <a:t>Called </a:t>
            </a:r>
            <a:r>
              <a:rPr lang="en-US" b="1" dirty="0"/>
              <a:t> </a:t>
            </a:r>
            <a:r>
              <a:rPr lang="en-US" b="1" dirty="0">
                <a:latin typeface="Courier New" panose="02070309020205020404" pitchFamily="49" charset="0"/>
                <a:cs typeface="Courier New" panose="02070309020205020404" pitchFamily="49" charset="0"/>
              </a:rPr>
              <a:t>AbstractList</a:t>
            </a:r>
            <a:r>
              <a:rPr lang="en-US" b="1" dirty="0"/>
              <a:t> </a:t>
            </a:r>
          </a:p>
          <a:p>
            <a:pPr marL="291600" indent="-291600">
              <a:spcBef>
                <a:spcPts val="1000"/>
              </a:spcBef>
            </a:pPr>
            <a:r>
              <a:rPr lang="en-US" dirty="0"/>
              <a:t>Because this class is a subclass of </a:t>
            </a:r>
            <a:r>
              <a:rPr lang="en-US" b="1" dirty="0"/>
              <a:t> </a:t>
            </a:r>
            <a:r>
              <a:rPr lang="en-US" b="1" dirty="0">
                <a:latin typeface="Courier New" panose="02070309020205020404" pitchFamily="49" charset="0"/>
                <a:cs typeface="Courier New" panose="02070309020205020404" pitchFamily="49" charset="0"/>
              </a:rPr>
              <a:t>AbstractCollection</a:t>
            </a:r>
            <a:r>
              <a:rPr lang="en-US" b="1" dirty="0"/>
              <a:t> </a:t>
            </a:r>
          </a:p>
          <a:p>
            <a:pPr lvl="1">
              <a:spcBef>
                <a:spcPts val="1000"/>
              </a:spcBef>
            </a:pPr>
            <a:r>
              <a:rPr lang="en-US" dirty="0"/>
              <a:t>The list classes inherit the usual collection methods, as well as the variable </a:t>
            </a:r>
            <a:r>
              <a:rPr lang="en-US" b="1" dirty="0"/>
              <a:t> </a:t>
            </a:r>
            <a:r>
              <a:rPr lang="en-US" b="1" dirty="0">
                <a:latin typeface="Courier New" panose="02070309020205020404" pitchFamily="49" charset="0"/>
                <a:cs typeface="Courier New" panose="02070309020205020404" pitchFamily="49" charset="0"/>
              </a:rPr>
              <a:t>self.size</a:t>
            </a:r>
          </a:p>
          <a:p>
            <a:pPr marL="291600" indent="-291600">
              <a:spcBef>
                <a:spcPts val="1000"/>
              </a:spcBef>
            </a:pPr>
            <a:r>
              <a:rPr lang="en-US" dirty="0"/>
              <a:t>You can also include some other list methods in </a:t>
            </a:r>
            <a:r>
              <a:rPr lang="en-US" b="1" dirty="0"/>
              <a:t> </a:t>
            </a:r>
            <a:r>
              <a:rPr lang="en-US" b="1" dirty="0">
                <a:latin typeface="Courier New" panose="02070309020205020404" pitchFamily="49" charset="0"/>
                <a:cs typeface="Courier New" panose="02070309020205020404" pitchFamily="49" charset="0"/>
              </a:rPr>
              <a:t>AbstractList</a:t>
            </a:r>
            <a:r>
              <a:rPr lang="en-US" b="1" dirty="0"/>
              <a:t> </a:t>
            </a:r>
            <a:r>
              <a:rPr lang="en-US" dirty="0"/>
              <a:t> to reduce the number of methods you need to define in the concrete classes</a:t>
            </a:r>
            <a:endParaRPr lang="en-US" dirty="0">
              <a:latin typeface="Open Sans Regular"/>
              <a:cs typeface="Courier New" panose="02070309020205020404" pitchFamily="49" charset="0"/>
            </a:endParaRP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770817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The Role of the </a:t>
            </a:r>
            <a:r>
              <a:rPr lang="en-US" b="1" dirty="0">
                <a:latin typeface="Courier New" panose="02070309020205020404" pitchFamily="49" charset="0"/>
                <a:cs typeface="Courier New" panose="02070309020205020404" pitchFamily="49" charset="0"/>
              </a:rPr>
              <a:t>AbstractList</a:t>
            </a:r>
            <a:r>
              <a:rPr lang="en-US" b="1" dirty="0"/>
              <a:t> Class </a:t>
            </a:r>
            <a:r>
              <a:rPr lang="en-US" sz="2000" dirty="0"/>
              <a:t>(2 of 3)</a:t>
            </a:r>
          </a:p>
        </p:txBody>
      </p:sp>
      <p:sp>
        <p:nvSpPr>
          <p:cNvPr id="3" name="Content Placeholder 2"/>
          <p:cNvSpPr>
            <a:spLocks noGrp="1"/>
          </p:cNvSpPr>
          <p:nvPr>
            <p:ph idx="1"/>
          </p:nvPr>
        </p:nvSpPr>
        <p:spPr>
          <a:xfrm>
            <a:off x="628650" y="1387282"/>
            <a:ext cx="7886700" cy="380999"/>
          </a:xfrm>
        </p:spPr>
        <p:txBody>
          <a:bodyPr>
            <a:normAutofit/>
          </a:bodyPr>
          <a:lstStyle/>
          <a:p>
            <a:pPr marL="291600" indent="-291600">
              <a:spcBef>
                <a:spcPts val="1000"/>
              </a:spcBef>
            </a:pPr>
            <a:r>
              <a:rPr lang="en-US" dirty="0"/>
              <a:t>Code for the </a:t>
            </a:r>
            <a:r>
              <a:rPr lang="en-US" b="1" dirty="0">
                <a:latin typeface="Courier New" panose="02070309020205020404" pitchFamily="49" charset="0"/>
                <a:cs typeface="Courier New" panose="02070309020205020404" pitchFamily="49" charset="0"/>
              </a:rPr>
              <a:t>AbstractList</a:t>
            </a:r>
            <a:r>
              <a:rPr lang="en-US" dirty="0"/>
              <a:t> class:</a:t>
            </a:r>
          </a:p>
        </p:txBody>
      </p:sp>
      <p:sp>
        <p:nvSpPr>
          <p:cNvPr id="8" name="Content Placeholder 7"/>
          <p:cNvSpPr>
            <a:spLocks noGrp="1"/>
          </p:cNvSpPr>
          <p:nvPr>
            <p:ph idx="13"/>
          </p:nvPr>
        </p:nvSpPr>
        <p:spPr>
          <a:xfrm>
            <a:off x="762000" y="1905000"/>
            <a:ext cx="7753350" cy="3810000"/>
          </a:xfrm>
        </p:spPr>
        <p:txBody>
          <a:bodyPr>
            <a:normAutofit fontScale="85000" lnSpcReduction="20000"/>
          </a:bodyPr>
          <a:lstStyle/>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File: abstractlist.py</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Author: Ken Lambert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t>
            </a:r>
            <a:endParaRPr lang="en-US" sz="1300" dirty="0">
              <a:solidFill>
                <a:srgbClr val="006800"/>
              </a:solidFill>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from</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abstractcollection</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import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AbstractCollection</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55435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class</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AbstractList</a:t>
            </a:r>
            <a:r>
              <a:rPr lang="en-US" b="1" dirty="0">
                <a:latin typeface="Courier New" panose="02070309020205020404" pitchFamily="49" charset="0"/>
                <a:ea typeface="MS Mincho"/>
                <a:cs typeface="Bank Gothic Bold"/>
              </a:rPr>
              <a:t>(AbstractCollection):</a:t>
            </a:r>
            <a:endParaRPr lang="en-US" sz="1300" dirty="0">
              <a:latin typeface="Bank Gothic Bold"/>
              <a:ea typeface="MS Mincho"/>
              <a:cs typeface="Bank Gothic Bold"/>
            </a:endParaRPr>
          </a:p>
          <a:p>
            <a:pPr marL="55435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"""An abstract list implementation."""</a:t>
            </a:r>
            <a:endParaRPr lang="en-US" sz="1300" dirty="0">
              <a:solidFill>
                <a:srgbClr val="006800"/>
              </a:solidFill>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__init__</a:t>
            </a:r>
            <a:r>
              <a:rPr lang="en-US" b="1" dirty="0">
                <a:latin typeface="Courier New" panose="02070309020205020404" pitchFamily="49" charset="0"/>
                <a:ea typeface="MS Mincho"/>
                <a:cs typeface="Bank Gothic Bold"/>
              </a:rPr>
              <a:t>(self,</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sourceCollection):</a:t>
            </a:r>
            <a:endParaRPr lang="en-US" sz="1300" dirty="0">
              <a:latin typeface="Bank Gothic Bold"/>
              <a:ea typeface="MS Mincho"/>
              <a:cs typeface="Bank Gothic Bold"/>
            </a:endParaRPr>
          </a:p>
          <a:p>
            <a:pPr marL="554355"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"""Maintains a count of modifications to the list."""</a:t>
            </a:r>
            <a:endParaRPr lang="en-US" sz="1300" dirty="0">
              <a:solidFill>
                <a:srgbClr val="006800"/>
              </a:solidFill>
              <a:latin typeface="Bank Gothic Bold"/>
              <a:ea typeface="MS Mincho"/>
              <a:cs typeface="Bank Gothic Bold"/>
            </a:endParaRPr>
          </a:p>
          <a:p>
            <a:pPr marL="908685" lvl="1" indent="0">
              <a:spcBef>
                <a:spcPts val="0"/>
              </a:spcBef>
              <a:buNone/>
            </a:pPr>
            <a:r>
              <a:rPr lang="en-US" b="1" dirty="0">
                <a:latin typeface="Courier New" panose="02070309020205020404" pitchFamily="49" charset="0"/>
                <a:ea typeface="MS Mincho"/>
                <a:cs typeface="Bank Gothic Bold"/>
              </a:rPr>
              <a:t>self.modCount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endParaRPr lang="en-US" sz="1300" dirty="0">
              <a:latin typeface="Bank Gothic Bold"/>
              <a:ea typeface="MS Mincho"/>
              <a:cs typeface="Bank Gothic Bold"/>
            </a:endParaRPr>
          </a:p>
          <a:p>
            <a:pPr marL="908685" lvl="1" indent="0">
              <a:spcBef>
                <a:spcPts val="0"/>
              </a:spcBef>
              <a:buNone/>
            </a:pPr>
            <a:r>
              <a:rPr lang="en-US" b="1" dirty="0">
                <a:latin typeface="Courier New" panose="02070309020205020404" pitchFamily="49" charset="0"/>
                <a:ea typeface="MS Mincho"/>
                <a:cs typeface="Bank Gothic Bold"/>
              </a:rPr>
              <a:t>AbstractCollection.__init__(self,</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sourceCollection)</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55435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getModCount</a:t>
            </a:r>
            <a:r>
              <a:rPr lang="en-US" b="1" dirty="0">
                <a:latin typeface="Courier New" panose="02070309020205020404" pitchFamily="49" charset="0"/>
                <a:ea typeface="MS Mincho"/>
                <a:cs typeface="Bank Gothic Bold"/>
              </a:rPr>
              <a:t>(self):</a:t>
            </a:r>
            <a:endParaRPr lang="en-US" sz="1300" dirty="0">
              <a:latin typeface="Bank Gothic Bold"/>
              <a:ea typeface="MS Mincho"/>
              <a:cs typeface="Bank Gothic Bold"/>
            </a:endParaRPr>
          </a:p>
          <a:p>
            <a:pPr marL="90868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"""Returns the count of modifications to the list."""</a:t>
            </a:r>
            <a:endParaRPr lang="en-US" sz="1300" dirty="0">
              <a:solidFill>
                <a:srgbClr val="006800"/>
              </a:solidFill>
              <a:latin typeface="Bank Gothic Bold"/>
              <a:ea typeface="MS Mincho"/>
              <a:cs typeface="Bank Gothic Bold"/>
            </a:endParaRPr>
          </a:p>
          <a:p>
            <a:pPr marL="554355"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self.modCount</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55435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incModCount</a:t>
            </a:r>
            <a:r>
              <a:rPr lang="en-US" b="1" dirty="0">
                <a:latin typeface="Courier New" panose="02070309020205020404" pitchFamily="49" charset="0"/>
                <a:ea typeface="MS Mincho"/>
                <a:cs typeface="Bank Gothic Bold"/>
              </a:rPr>
              <a:t>(self):</a:t>
            </a:r>
            <a:endParaRPr lang="en-US" sz="1300" dirty="0">
              <a:latin typeface="Bank Gothic Bold"/>
              <a:ea typeface="MS Mincho"/>
              <a:cs typeface="Bank Gothic Bold"/>
            </a:endParaRPr>
          </a:p>
          <a:p>
            <a:pPr marL="90868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"""Increments the count of modifications</a:t>
            </a:r>
            <a:endParaRPr lang="en-US" sz="1300" dirty="0">
              <a:solidFill>
                <a:srgbClr val="006800"/>
              </a:solidFill>
              <a:latin typeface="Bank Gothic Bold"/>
              <a:ea typeface="MS Mincho"/>
              <a:cs typeface="Bank Gothic Bold"/>
            </a:endParaRPr>
          </a:p>
          <a:p>
            <a:pPr marL="90868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to the list."""</a:t>
            </a:r>
            <a:endParaRPr lang="en-US" sz="1300" dirty="0">
              <a:solidFill>
                <a:srgbClr val="006800"/>
              </a:solidFill>
              <a:latin typeface="Bank Gothic Bold"/>
              <a:ea typeface="MS Mincho"/>
              <a:cs typeface="Bank Gothic Bold"/>
            </a:endParaRPr>
          </a:p>
          <a:p>
            <a:pPr marL="908685" lvl="1" indent="0">
              <a:spcBef>
                <a:spcPts val="0"/>
              </a:spcBef>
              <a:buNone/>
            </a:pPr>
            <a:r>
              <a:rPr lang="en-US" b="1" dirty="0">
                <a:latin typeface="Courier New" panose="02070309020205020404" pitchFamily="49" charset="0"/>
                <a:ea typeface="MS Mincho"/>
                <a:cs typeface="Bank Gothic Bold"/>
              </a:rPr>
              <a:t>self.modCount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097179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491931"/>
          </a:xfrm>
        </p:spPr>
        <p:txBody>
          <a:bodyPr/>
          <a:lstStyle/>
          <a:p>
            <a:r>
              <a:rPr lang="en-US" b="1" dirty="0"/>
              <a:t>The Role of the </a:t>
            </a:r>
            <a:r>
              <a:rPr lang="en-US" b="1" dirty="0">
                <a:latin typeface="Courier New" panose="02070309020205020404" pitchFamily="49" charset="0"/>
                <a:cs typeface="Courier New" panose="02070309020205020404" pitchFamily="49" charset="0"/>
              </a:rPr>
              <a:t>AbstractList</a:t>
            </a:r>
            <a:r>
              <a:rPr lang="en-US" b="1" dirty="0"/>
              <a:t> Class </a:t>
            </a:r>
            <a:r>
              <a:rPr lang="en-US" sz="2000" dirty="0"/>
              <a:t>(3 of 3)</a:t>
            </a:r>
          </a:p>
        </p:txBody>
      </p:sp>
      <p:sp>
        <p:nvSpPr>
          <p:cNvPr id="3" name="Content Placeholder 2"/>
          <p:cNvSpPr>
            <a:spLocks noGrp="1"/>
          </p:cNvSpPr>
          <p:nvPr>
            <p:ph idx="1"/>
          </p:nvPr>
        </p:nvSpPr>
        <p:spPr>
          <a:xfrm>
            <a:off x="628650" y="1387978"/>
            <a:ext cx="7886700" cy="381000"/>
          </a:xfrm>
        </p:spPr>
        <p:txBody>
          <a:bodyPr>
            <a:normAutofit/>
          </a:bodyPr>
          <a:lstStyle/>
          <a:p>
            <a:pPr marL="291600" indent="-291600">
              <a:spcBef>
                <a:spcPts val="1000"/>
              </a:spcBef>
            </a:pPr>
            <a:r>
              <a:rPr lang="en-US" dirty="0"/>
              <a:t>Code for the </a:t>
            </a:r>
            <a:r>
              <a:rPr lang="en-US" b="1" dirty="0">
                <a:latin typeface="Courier New" panose="02070309020205020404" pitchFamily="49" charset="0"/>
                <a:cs typeface="Courier New" panose="02070309020205020404" pitchFamily="49" charset="0"/>
              </a:rPr>
              <a:t>AbstractList</a:t>
            </a:r>
            <a:r>
              <a:rPr lang="en-US" dirty="0"/>
              <a:t> class (continued):</a:t>
            </a:r>
          </a:p>
        </p:txBody>
      </p:sp>
      <p:sp>
        <p:nvSpPr>
          <p:cNvPr id="6" name="Content Placeholder 5"/>
          <p:cNvSpPr>
            <a:spLocks noGrp="1"/>
          </p:cNvSpPr>
          <p:nvPr>
            <p:ph idx="13"/>
          </p:nvPr>
        </p:nvSpPr>
        <p:spPr>
          <a:xfrm>
            <a:off x="585920" y="1869390"/>
            <a:ext cx="7886700" cy="3810000"/>
          </a:xfrm>
        </p:spPr>
        <p:txBody>
          <a:bodyPr>
            <a:normAutofit fontScale="85000" lnSpcReduction="20000"/>
          </a:bodyPr>
          <a:lstStyle/>
          <a:p>
            <a:pPr marL="55435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index</a:t>
            </a:r>
            <a:r>
              <a:rPr lang="en-US" b="1" dirty="0">
                <a:latin typeface="Courier New" panose="02070309020205020404" pitchFamily="49" charset="0"/>
                <a:ea typeface="MS Mincho"/>
                <a:cs typeface="Bank Gothic Bold"/>
              </a:rPr>
              <a:t>(self,</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item):</a:t>
            </a:r>
            <a:endParaRPr lang="en-US" sz="1300" dirty="0">
              <a:latin typeface="Bank Gothic Bold"/>
              <a:ea typeface="MS Mincho"/>
              <a:cs typeface="Bank Gothic Bold"/>
            </a:endParaRPr>
          </a:p>
          <a:p>
            <a:pPr marL="90868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"""Precondition: item is in the list.</a:t>
            </a:r>
            <a:endParaRPr lang="en-US" sz="1300" dirty="0">
              <a:solidFill>
                <a:srgbClr val="006800"/>
              </a:solidFill>
              <a:latin typeface="Bank Gothic Bold"/>
              <a:ea typeface="MS Mincho"/>
              <a:cs typeface="Bank Gothic Bold"/>
            </a:endParaRPr>
          </a:p>
          <a:p>
            <a:pPr marL="90868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Returns the position of item.</a:t>
            </a:r>
            <a:endParaRPr lang="en-US" sz="1300" dirty="0">
              <a:solidFill>
                <a:srgbClr val="006800"/>
              </a:solidFill>
              <a:latin typeface="Bank Gothic Bold"/>
              <a:ea typeface="MS Mincho"/>
              <a:cs typeface="Bank Gothic Bold"/>
            </a:endParaRPr>
          </a:p>
          <a:p>
            <a:pPr marL="90868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Raises: ValueError if the item is not in the list."""</a:t>
            </a:r>
            <a:endParaRPr lang="en-US" sz="1300" dirty="0">
              <a:solidFill>
                <a:srgbClr val="006800"/>
              </a:solidFill>
              <a:latin typeface="Bank Gothic Bold"/>
              <a:ea typeface="MS Mincho"/>
              <a:cs typeface="Bank Gothic Bold"/>
            </a:endParaRPr>
          </a:p>
          <a:p>
            <a:pPr marL="908685" lvl="1" indent="0">
              <a:spcBef>
                <a:spcPts val="0"/>
              </a:spcBef>
              <a:buNone/>
            </a:pPr>
            <a:r>
              <a:rPr lang="en-US" b="1" dirty="0">
                <a:latin typeface="Courier New" panose="02070309020205020404" pitchFamily="49" charset="0"/>
                <a:ea typeface="MS Mincho"/>
                <a:cs typeface="Bank Gothic Bold"/>
              </a:rPr>
              <a:t>position</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endParaRPr lang="en-US" sz="1300" dirty="0">
              <a:latin typeface="Bank Gothic Bold"/>
              <a:ea typeface="MS Mincho"/>
              <a:cs typeface="Bank Gothic Bold"/>
            </a:endParaRPr>
          </a:p>
          <a:p>
            <a:pPr marL="90868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for</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data</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in</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a:t>
            </a:r>
            <a:endParaRPr lang="en-US" sz="1300" dirty="0">
              <a:latin typeface="Bank Gothic Bold"/>
              <a:ea typeface="MS Mincho"/>
              <a:cs typeface="Bank Gothic Bold"/>
            </a:endParaRPr>
          </a:p>
          <a:p>
            <a:pPr marL="126873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data</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item:</a:t>
            </a:r>
            <a:endParaRPr lang="en-US" sz="1300" dirty="0">
              <a:latin typeface="Bank Gothic Bold"/>
              <a:ea typeface="MS Mincho"/>
              <a:cs typeface="Bank Gothic Bold"/>
            </a:endParaRPr>
          </a:p>
          <a:p>
            <a:pPr marL="164020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position</a:t>
            </a:r>
            <a:endParaRPr lang="en-US" sz="1300" dirty="0">
              <a:latin typeface="Bank Gothic Bold"/>
              <a:ea typeface="MS Mincho"/>
              <a:cs typeface="Bank Gothic Bold"/>
            </a:endParaRPr>
          </a:p>
          <a:p>
            <a:pPr marL="908685"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else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640205" lvl="1" indent="0">
              <a:spcBef>
                <a:spcPts val="0"/>
              </a:spcBef>
              <a:buNone/>
            </a:pPr>
            <a:r>
              <a:rPr lang="en-US" b="1" dirty="0">
                <a:latin typeface="Courier New" panose="02070309020205020404" pitchFamily="49" charset="0"/>
                <a:ea typeface="MS Mincho"/>
                <a:cs typeface="Bank Gothic Bold"/>
              </a:rPr>
              <a:t>position</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90868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position</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len</a:t>
            </a:r>
            <a:r>
              <a:rPr lang="en-US" b="1" dirty="0">
                <a:latin typeface="Courier New" panose="02070309020205020404" pitchFamily="49" charset="0"/>
                <a:ea typeface="MS Mincho"/>
                <a:cs typeface="Bank Gothic Bold"/>
              </a:rPr>
              <a:t>(self):</a:t>
            </a:r>
            <a:endParaRPr lang="en-US" sz="1300" dirty="0">
              <a:latin typeface="Bank Gothic Bold"/>
              <a:ea typeface="MS Mincho"/>
              <a:cs typeface="Bank Gothic Bold"/>
            </a:endParaRPr>
          </a:p>
          <a:p>
            <a:pPr marL="126873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raise</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ValueError</a:t>
            </a:r>
            <a:r>
              <a:rPr lang="en-US" b="1" dirty="0">
                <a:latin typeface="Courier New" panose="02070309020205020404" pitchFamily="49" charset="0"/>
                <a:ea typeface="MS Mincho"/>
                <a:cs typeface="Bank Gothic Bold"/>
              </a:rPr>
              <a:t>(</a:t>
            </a:r>
            <a:r>
              <a:rPr lang="en-US" b="1" dirty="0">
                <a:solidFill>
                  <a:srgbClr val="660066"/>
                </a:solidFill>
                <a:latin typeface="Courier New Bold" panose="02070609020205020404" pitchFamily="49" charset="0"/>
                <a:ea typeface="MS Mincho"/>
                <a:cs typeface="Courier New" panose="02070309020205020404" pitchFamily="49" charset="0"/>
              </a:rPr>
              <a:t>str</a:t>
            </a:r>
            <a:r>
              <a:rPr lang="en-US" b="1" dirty="0">
                <a:latin typeface="Courier New" panose="02070309020205020404" pitchFamily="49" charset="0"/>
                <a:ea typeface="MS Mincho"/>
                <a:cs typeface="Bank Gothic Bold"/>
              </a:rPr>
              <a:t>(item)</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 not in list."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55435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add</a:t>
            </a:r>
            <a:r>
              <a:rPr lang="en-US" b="1" dirty="0">
                <a:latin typeface="Courier New" panose="02070309020205020404" pitchFamily="49" charset="0"/>
                <a:ea typeface="MS Mincho"/>
                <a:cs typeface="Bank Gothic Bold"/>
              </a:rPr>
              <a:t>(self,</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item):</a:t>
            </a:r>
            <a:endParaRPr lang="en-US" sz="1300" dirty="0">
              <a:latin typeface="Bank Gothic Bold"/>
              <a:ea typeface="MS Mincho"/>
              <a:cs typeface="Bank Gothic Bold"/>
            </a:endParaRPr>
          </a:p>
          <a:p>
            <a:pPr marL="90868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"""Adds the item to the end of the list."""</a:t>
            </a:r>
            <a:endParaRPr lang="en-US" sz="1300" dirty="0">
              <a:solidFill>
                <a:srgbClr val="006800"/>
              </a:solidFill>
              <a:latin typeface="Bank Gothic Bold"/>
              <a:ea typeface="MS Mincho"/>
              <a:cs typeface="Bank Gothic Bold"/>
            </a:endParaRPr>
          </a:p>
          <a:p>
            <a:pPr marL="908685" lvl="1" indent="0">
              <a:spcBef>
                <a:spcPts val="0"/>
              </a:spcBef>
              <a:buNone/>
            </a:pPr>
            <a:r>
              <a:rPr lang="en-US" b="1" dirty="0">
                <a:latin typeface="Courier New" panose="02070309020205020404" pitchFamily="49" charset="0"/>
                <a:ea typeface="MS Mincho"/>
                <a:cs typeface="Bank Gothic Bold"/>
              </a:rPr>
              <a:t>self.insert(</a:t>
            </a:r>
            <a:r>
              <a:rPr lang="en-US" b="1" dirty="0">
                <a:solidFill>
                  <a:srgbClr val="660066"/>
                </a:solidFill>
                <a:latin typeface="Courier New Bold" panose="02070609020205020404" pitchFamily="49" charset="0"/>
                <a:ea typeface="MS Mincho"/>
                <a:cs typeface="Courier New" panose="02070309020205020404" pitchFamily="49" charset="0"/>
              </a:rPr>
              <a:t>len</a:t>
            </a:r>
            <a:r>
              <a:rPr lang="en-US" b="1" dirty="0">
                <a:latin typeface="Courier New" panose="02070309020205020404" pitchFamily="49" charset="0"/>
                <a:ea typeface="MS Mincho"/>
                <a:cs typeface="Bank Gothic Bold"/>
              </a:rPr>
              <a:t>(self),</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item)</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55435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remove</a:t>
            </a:r>
            <a:r>
              <a:rPr lang="en-US" b="1" dirty="0">
                <a:latin typeface="Courier New" panose="02070309020205020404" pitchFamily="49" charset="0"/>
                <a:ea typeface="MS Mincho"/>
                <a:cs typeface="Bank Gothic Bold"/>
              </a:rPr>
              <a:t>(self,</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item):</a:t>
            </a:r>
            <a:endParaRPr lang="en-US" sz="1300" dirty="0">
              <a:latin typeface="Bank Gothic Bold"/>
              <a:ea typeface="MS Mincho"/>
              <a:cs typeface="Bank Gothic Bold"/>
            </a:endParaRPr>
          </a:p>
          <a:p>
            <a:pPr marL="90868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"""Precondition: item is in self.</a:t>
            </a:r>
            <a:endParaRPr lang="en-US" sz="1300" dirty="0">
              <a:solidFill>
                <a:srgbClr val="006800"/>
              </a:solidFill>
              <a:latin typeface="Bank Gothic Bold"/>
              <a:ea typeface="MS Mincho"/>
              <a:cs typeface="Bank Gothic Bold"/>
            </a:endParaRPr>
          </a:p>
          <a:p>
            <a:pPr marL="90868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Raises: ValueError if item in not in self.</a:t>
            </a:r>
            <a:endParaRPr lang="en-US" sz="1300" dirty="0">
              <a:solidFill>
                <a:srgbClr val="006800"/>
              </a:solidFill>
              <a:latin typeface="Bank Gothic Bold"/>
              <a:ea typeface="MS Mincho"/>
              <a:cs typeface="Bank Gothic Bold"/>
            </a:endParaRPr>
          </a:p>
          <a:p>
            <a:pPr marL="90868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Postcondition: item is removed from self."""</a:t>
            </a:r>
            <a:endParaRPr lang="en-US" sz="1300" dirty="0">
              <a:solidFill>
                <a:srgbClr val="006800"/>
              </a:solidFill>
              <a:latin typeface="Bank Gothic Bold"/>
              <a:ea typeface="MS Mincho"/>
              <a:cs typeface="Bank Gothic Bold"/>
            </a:endParaRPr>
          </a:p>
          <a:p>
            <a:pPr marL="908685" lvl="1" indent="0">
              <a:spcBef>
                <a:spcPts val="0"/>
              </a:spcBef>
              <a:buNone/>
            </a:pPr>
            <a:r>
              <a:rPr lang="en-US" b="1" dirty="0">
                <a:latin typeface="Courier New" panose="02070309020205020404" pitchFamily="49" charset="0"/>
                <a:ea typeface="MS Mincho"/>
                <a:cs typeface="Bank Gothic Bold"/>
              </a:rPr>
              <a:t>position</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self.index(item)</a:t>
            </a:r>
            <a:endParaRPr lang="en-US" sz="1300" dirty="0">
              <a:latin typeface="Bank Gothic Bold"/>
              <a:ea typeface="MS Mincho"/>
              <a:cs typeface="Bank Gothic Bold"/>
            </a:endParaRPr>
          </a:p>
          <a:p>
            <a:pPr marL="342900" lvl="1" indent="0">
              <a:buNone/>
            </a:pPr>
            <a:r>
              <a:rPr lang="en-US" b="1" dirty="0">
                <a:latin typeface="Courier New" panose="02070309020205020404" pitchFamily="49" charset="0"/>
                <a:ea typeface="MS Mincho"/>
              </a:rPr>
              <a:t>     self.pop(position)</a:t>
            </a:r>
            <a:endParaRPr lang="en-US" dirty="0">
              <a:latin typeface="Open Sans Regular"/>
              <a:cs typeface="Courier New" panose="02070309020205020404" pitchFamily="49" charset="0"/>
            </a:endParaRP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0315281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An Array-Based Implementation </a:t>
            </a:r>
            <a:r>
              <a:rPr lang="en-US" sz="2000" dirty="0"/>
              <a:t>(1 of 4)</a:t>
            </a:r>
          </a:p>
        </p:txBody>
      </p:sp>
      <p:sp>
        <p:nvSpPr>
          <p:cNvPr id="3" name="Content Placeholder 2"/>
          <p:cNvSpPr>
            <a:spLocks noGrp="1"/>
          </p:cNvSpPr>
          <p:nvPr>
            <p:ph idx="1"/>
          </p:nvPr>
        </p:nvSpPr>
        <p:spPr>
          <a:xfrm>
            <a:off x="628650" y="1676400"/>
            <a:ext cx="7886700" cy="3657600"/>
          </a:xfrm>
        </p:spPr>
        <p:txBody>
          <a:bodyPr>
            <a:normAutofit lnSpcReduction="10000"/>
          </a:bodyPr>
          <a:lstStyle/>
          <a:p>
            <a:pPr marL="291600" indent="-291600">
              <a:spcBef>
                <a:spcPts val="1000"/>
              </a:spcBef>
            </a:pPr>
            <a:r>
              <a:rPr lang="en-US" dirty="0"/>
              <a:t>The array-based implementation of the list interface is a class called </a:t>
            </a:r>
            <a:r>
              <a:rPr lang="en-US" b="1" dirty="0"/>
              <a:t> </a:t>
            </a:r>
            <a:r>
              <a:rPr lang="en-US" b="1" dirty="0">
                <a:latin typeface="Courier New" panose="02070309020205020404" pitchFamily="49" charset="0"/>
                <a:cs typeface="Courier New" panose="02070309020205020404" pitchFamily="49" charset="0"/>
              </a:rPr>
              <a:t>ArrayList</a:t>
            </a:r>
            <a:r>
              <a:rPr lang="en-US" dirty="0"/>
              <a:t>:</a:t>
            </a:r>
          </a:p>
          <a:p>
            <a:pPr lvl="1">
              <a:spcBef>
                <a:spcPts val="1000"/>
              </a:spcBef>
            </a:pPr>
            <a:r>
              <a:rPr lang="en-US" dirty="0"/>
              <a:t>An </a:t>
            </a:r>
            <a:r>
              <a:rPr lang="en-US" b="1" dirty="0"/>
              <a:t> </a:t>
            </a:r>
            <a:r>
              <a:rPr lang="en-US" b="1" dirty="0">
                <a:latin typeface="Courier New" panose="02070309020205020404" pitchFamily="49" charset="0"/>
                <a:cs typeface="Courier New" panose="02070309020205020404" pitchFamily="49" charset="0"/>
              </a:rPr>
              <a:t>ArrayList </a:t>
            </a:r>
            <a:r>
              <a:rPr lang="en-US" dirty="0"/>
              <a:t>maintains its data items in an instance of the </a:t>
            </a:r>
            <a:r>
              <a:rPr lang="en-US" b="1" dirty="0"/>
              <a:t> </a:t>
            </a:r>
            <a:r>
              <a:rPr lang="en-US" b="1" dirty="0">
                <a:latin typeface="Courier New" panose="02070309020205020404" pitchFamily="49" charset="0"/>
                <a:cs typeface="Courier New" panose="02070309020205020404" pitchFamily="49" charset="0"/>
              </a:rPr>
              <a:t>Array</a:t>
            </a:r>
            <a:r>
              <a:rPr lang="en-US" b="1" dirty="0"/>
              <a:t> </a:t>
            </a:r>
            <a:r>
              <a:rPr lang="en-US" dirty="0"/>
              <a:t> class </a:t>
            </a:r>
          </a:p>
          <a:p>
            <a:pPr lvl="1">
              <a:spcBef>
                <a:spcPts val="1000"/>
              </a:spcBef>
            </a:pPr>
            <a:r>
              <a:rPr lang="en-US" dirty="0"/>
              <a:t>Has an initial default capacity that is automatically increased when necessary</a:t>
            </a:r>
          </a:p>
          <a:p>
            <a:pPr marL="291600" indent="-291600">
              <a:spcBef>
                <a:spcPts val="1000"/>
              </a:spcBef>
            </a:pPr>
            <a:r>
              <a:rPr lang="en-US" dirty="0"/>
              <a:t>Because the </a:t>
            </a:r>
            <a:r>
              <a:rPr lang="en-US" b="1" dirty="0"/>
              <a:t> </a:t>
            </a:r>
            <a:r>
              <a:rPr lang="en-US" b="1" dirty="0">
                <a:latin typeface="Courier New" panose="02070309020205020404" pitchFamily="49" charset="0"/>
                <a:cs typeface="Courier New" panose="02070309020205020404" pitchFamily="49" charset="0"/>
              </a:rPr>
              <a:t>ArrayList</a:t>
            </a:r>
            <a:r>
              <a:rPr lang="en-US" b="1" dirty="0"/>
              <a:t> </a:t>
            </a:r>
            <a:r>
              <a:rPr lang="en-US" dirty="0"/>
              <a:t> class is a subclass of </a:t>
            </a:r>
            <a:r>
              <a:rPr lang="en-US" b="1" dirty="0"/>
              <a:t> </a:t>
            </a:r>
            <a:r>
              <a:rPr lang="en-US" b="1" dirty="0">
                <a:latin typeface="Courier New" panose="02070309020205020404" pitchFamily="49" charset="0"/>
                <a:cs typeface="Courier New" panose="02070309020205020404" pitchFamily="49" charset="0"/>
              </a:rPr>
              <a:t>AbstractList</a:t>
            </a:r>
          </a:p>
          <a:p>
            <a:pPr lvl="1">
              <a:spcBef>
                <a:spcPts val="1000"/>
              </a:spcBef>
            </a:pPr>
            <a:r>
              <a:rPr lang="en-US" dirty="0"/>
              <a:t>Only the index-based methods, the </a:t>
            </a:r>
            <a:r>
              <a:rPr lang="en-US" b="1" dirty="0"/>
              <a:t> </a:t>
            </a:r>
            <a:r>
              <a:rPr lang="en-US" b="1" dirty="0">
                <a:latin typeface="Courier New" panose="02070309020205020404" pitchFamily="49" charset="0"/>
                <a:cs typeface="Courier New" panose="02070309020205020404" pitchFamily="49" charset="0"/>
              </a:rPr>
              <a:t>__iter__ </a:t>
            </a:r>
            <a:r>
              <a:rPr lang="en-US" dirty="0"/>
              <a:t>method, and the </a:t>
            </a:r>
            <a:r>
              <a:rPr lang="en-US" b="1" dirty="0"/>
              <a:t> </a:t>
            </a:r>
            <a:r>
              <a:rPr lang="en-US" b="1" dirty="0">
                <a:latin typeface="Courier New" panose="02070309020205020404" pitchFamily="49" charset="0"/>
                <a:cs typeface="Courier New" panose="02070309020205020404" pitchFamily="49" charset="0"/>
              </a:rPr>
              <a:t>listIterator</a:t>
            </a:r>
            <a:r>
              <a:rPr lang="en-US" b="1" dirty="0"/>
              <a:t> </a:t>
            </a:r>
            <a:r>
              <a:rPr lang="en-US" dirty="0"/>
              <a:t> methods are defined here</a:t>
            </a:r>
          </a:p>
          <a:p>
            <a:pPr lvl="1">
              <a:spcBef>
                <a:spcPts val="1000"/>
              </a:spcBef>
            </a:pPr>
            <a:r>
              <a:rPr lang="en-US" dirty="0"/>
              <a:t>The index-based operations </a:t>
            </a:r>
            <a:r>
              <a:rPr lang="en-US" b="1" dirty="0"/>
              <a:t> </a:t>
            </a:r>
            <a:r>
              <a:rPr lang="en-US" b="1" dirty="0">
                <a:latin typeface="Courier New" panose="02070309020205020404" pitchFamily="49" charset="0"/>
                <a:cs typeface="Courier New" panose="02070309020205020404" pitchFamily="49" charset="0"/>
              </a:rPr>
              <a:t>__getitem__ </a:t>
            </a:r>
            <a:r>
              <a:rPr lang="en-US" dirty="0">
                <a:latin typeface="Courier New" panose="02070309020205020404" pitchFamily="49" charset="0"/>
                <a:cs typeface="Courier New" panose="02070309020205020404" pitchFamily="49" charset="0"/>
              </a:rPr>
              <a:t> </a:t>
            </a:r>
            <a:r>
              <a:rPr lang="en-US" dirty="0"/>
              <a:t>and </a:t>
            </a:r>
            <a:r>
              <a:rPr lang="en-US" b="1" dirty="0"/>
              <a:t> </a:t>
            </a:r>
            <a:r>
              <a:rPr lang="en-US" b="1" dirty="0">
                <a:latin typeface="Courier New" panose="02070309020205020404" pitchFamily="49" charset="0"/>
                <a:cs typeface="Courier New" panose="02070309020205020404" pitchFamily="49" charset="0"/>
              </a:rPr>
              <a:t>__setitem__</a:t>
            </a:r>
            <a:r>
              <a:rPr lang="en-US" dirty="0">
                <a:latin typeface="Courier New" panose="02070309020205020404" pitchFamily="49" charset="0"/>
                <a:cs typeface="Courier New" panose="02070309020205020404" pitchFamily="49" charset="0"/>
              </a:rPr>
              <a:t> </a:t>
            </a:r>
            <a:r>
              <a:rPr lang="en-US" dirty="0"/>
              <a:t>simply use the subscript operator on the array variable </a:t>
            </a:r>
            <a:r>
              <a:rPr lang="en-US" b="1" dirty="0"/>
              <a:t> </a:t>
            </a:r>
            <a:r>
              <a:rPr lang="en-US" b="1" dirty="0">
                <a:latin typeface="Courier New" panose="02070309020205020404" pitchFamily="49" charset="0"/>
                <a:cs typeface="Courier New" panose="02070309020205020404" pitchFamily="49" charset="0"/>
              </a:rPr>
              <a:t>self.items</a:t>
            </a:r>
            <a:endParaRPr lang="en-US" dirty="0">
              <a:latin typeface="Courier New" panose="02070309020205020404" pitchFamily="49" charset="0"/>
              <a:cs typeface="Courier New" panose="02070309020205020404" pitchFamily="49" charset="0"/>
            </a:endParaRP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7134007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An Array-Based Implementation </a:t>
            </a:r>
            <a:r>
              <a:rPr lang="en-US" sz="2000" dirty="0"/>
              <a:t>(2 of 4)</a:t>
            </a:r>
          </a:p>
        </p:txBody>
      </p:sp>
      <p:sp>
        <p:nvSpPr>
          <p:cNvPr id="3" name="Content Placeholder 2"/>
          <p:cNvSpPr>
            <a:spLocks noGrp="1"/>
          </p:cNvSpPr>
          <p:nvPr>
            <p:ph idx="1"/>
          </p:nvPr>
        </p:nvSpPr>
        <p:spPr>
          <a:xfrm>
            <a:off x="628650" y="1503887"/>
            <a:ext cx="7886700" cy="280525"/>
          </a:xfrm>
        </p:spPr>
        <p:txBody>
          <a:bodyPr>
            <a:normAutofit lnSpcReduction="10000"/>
          </a:bodyPr>
          <a:lstStyle/>
          <a:p>
            <a:pPr marL="291600" indent="-291600">
              <a:spcBef>
                <a:spcPts val="1000"/>
              </a:spcBef>
            </a:pPr>
            <a:r>
              <a:rPr lang="en-US" dirty="0"/>
              <a:t>Code for the class </a:t>
            </a:r>
            <a:r>
              <a:rPr lang="en-US" b="1" dirty="0">
                <a:latin typeface="Courier New" panose="02070309020205020404" pitchFamily="49" charset="0"/>
                <a:cs typeface="Courier New" panose="02070309020205020404" pitchFamily="49" charset="0"/>
              </a:rPr>
              <a:t>ArrayList</a:t>
            </a:r>
            <a:r>
              <a:rPr lang="en-US" dirty="0"/>
              <a:t>:</a:t>
            </a:r>
          </a:p>
        </p:txBody>
      </p:sp>
      <p:sp>
        <p:nvSpPr>
          <p:cNvPr id="5" name="Content Placeholder 4"/>
          <p:cNvSpPr>
            <a:spLocks noGrp="1"/>
          </p:cNvSpPr>
          <p:nvPr>
            <p:ph idx="12"/>
          </p:nvPr>
        </p:nvSpPr>
        <p:spPr>
          <a:xfrm>
            <a:off x="756840" y="1904755"/>
            <a:ext cx="7886700" cy="4131424"/>
          </a:xfrm>
        </p:spPr>
        <p:txBody>
          <a:bodyPr>
            <a:normAutofit fontScale="62500" lnSpcReduction="20000"/>
          </a:bodyPr>
          <a:lstStyle/>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File: arraylist.py</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Author: Ken Lambert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t>
            </a:r>
            <a:endParaRPr lang="en-US" sz="1300" dirty="0">
              <a:solidFill>
                <a:srgbClr val="006800"/>
              </a:solidFill>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from</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arrays</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import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Array</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from</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abstractlist</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import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AbstractList</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from</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arraylistiterator</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import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ArrayListIterator</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class</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ArrayList</a:t>
            </a:r>
            <a:r>
              <a:rPr lang="en-US" b="1" dirty="0">
                <a:latin typeface="Courier New" panose="02070309020205020404" pitchFamily="49" charset="0"/>
                <a:ea typeface="MS Mincho"/>
                <a:cs typeface="Bank Gothic Bold"/>
              </a:rPr>
              <a:t>(AbstractList):</a:t>
            </a:r>
            <a:endParaRPr lang="en-US" sz="1300" dirty="0">
              <a:latin typeface="Bank Gothic Bold"/>
              <a:ea typeface="MS Mincho"/>
              <a:cs typeface="Bank Gothic Bold"/>
            </a:endParaRPr>
          </a:p>
          <a:p>
            <a:pPr marL="554355"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"""An array-based list implementation."""</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554355" lvl="1" indent="0">
              <a:spcBef>
                <a:spcPts val="0"/>
              </a:spcBef>
              <a:buNone/>
            </a:pPr>
            <a:r>
              <a:rPr lang="en-US" b="1" dirty="0">
                <a:latin typeface="Courier New" panose="02070309020205020404" pitchFamily="49" charset="0"/>
                <a:ea typeface="MS Mincho"/>
                <a:cs typeface="Bank Gothic Bold"/>
              </a:rPr>
              <a:t>DEFAULT_CAPACITY</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10</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__init__</a:t>
            </a:r>
            <a:r>
              <a:rPr lang="en-US" b="1" dirty="0">
                <a:latin typeface="Courier New" panose="02070309020205020404" pitchFamily="49" charset="0"/>
                <a:ea typeface="MS Mincho"/>
                <a:cs typeface="Bank Gothic Bold"/>
              </a:rPr>
              <a:t>(self,</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sourceCollection</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None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554355"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"""Sets the initial state of self, which includes the</a:t>
            </a:r>
            <a:endParaRPr lang="en-US" sz="1300" dirty="0">
              <a:latin typeface="Bank Gothic Bold"/>
              <a:ea typeface="MS Mincho"/>
              <a:cs typeface="Bank Gothic Bold"/>
            </a:endParaRPr>
          </a:p>
          <a:p>
            <a:pPr marL="554355"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contents of sourceCollection, if it</a:t>
            </a:r>
            <a:r>
              <a:rPr lang="en-US" b="1" dirty="0">
                <a:solidFill>
                  <a:srgbClr val="008000"/>
                </a:solidFill>
                <a:latin typeface="Courier New Bold" panose="02070609020205020404" pitchFamily="49" charset="0"/>
                <a:ea typeface="MS Mincho"/>
                <a:cs typeface="Bank Gothic Bold"/>
              </a:rPr>
              <a:t>'</a:t>
            </a:r>
            <a:r>
              <a:rPr lang="en-US" b="1" dirty="0">
                <a:solidFill>
                  <a:srgbClr val="008000"/>
                </a:solidFill>
                <a:latin typeface="Courier New Bold" panose="02070609020205020404" pitchFamily="49" charset="0"/>
                <a:ea typeface="MS Mincho"/>
                <a:cs typeface="Courier New" panose="02070309020205020404" pitchFamily="49" charset="0"/>
              </a:rPr>
              <a:t>s present."""</a:t>
            </a:r>
            <a:endParaRPr lang="en-US" sz="1300" dirty="0">
              <a:latin typeface="Bank Gothic Bold"/>
              <a:ea typeface="MS Mincho"/>
              <a:cs typeface="Bank Gothic Bold"/>
            </a:endParaRPr>
          </a:p>
          <a:p>
            <a:pPr marL="908685" lvl="1" indent="0">
              <a:spcBef>
                <a:spcPts val="0"/>
              </a:spcBef>
              <a:buNone/>
            </a:pPr>
            <a:r>
              <a:rPr lang="en-US" b="1" dirty="0">
                <a:latin typeface="Courier New" panose="02070309020205020404" pitchFamily="49" charset="0"/>
                <a:ea typeface="MS Mincho"/>
                <a:cs typeface="Bank Gothic Bold"/>
              </a:rPr>
              <a:t>self.items</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Array(ArrayList.DEFAULT_CAPACITY)</a:t>
            </a:r>
            <a:endParaRPr lang="en-US" sz="1300" dirty="0">
              <a:latin typeface="Bank Gothic Bold"/>
              <a:ea typeface="MS Mincho"/>
              <a:cs typeface="Bank Gothic Bold"/>
            </a:endParaRPr>
          </a:p>
          <a:p>
            <a:pPr marL="908685" lvl="1" indent="0">
              <a:spcBef>
                <a:spcPts val="0"/>
              </a:spcBef>
              <a:buNone/>
            </a:pPr>
            <a:r>
              <a:rPr lang="en-US" b="1" dirty="0">
                <a:latin typeface="Courier New" panose="02070309020205020404" pitchFamily="49" charset="0"/>
                <a:ea typeface="MS Mincho"/>
                <a:cs typeface="Bank Gothic Bold"/>
              </a:rPr>
              <a:t>AbstractList.__init__(self,</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sourceCollection</a:t>
            </a:r>
            <a:r>
              <a:rPr lang="en-US" b="1" dirty="0">
                <a:solidFill>
                  <a:srgbClr val="000000"/>
                </a:solidFill>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sz="1300" b="1" dirty="0">
                <a:latin typeface="Courier New" panose="02070309020205020404" pitchFamily="49"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 Accessor methods</a:t>
            </a:r>
            <a:endParaRPr lang="en-US" sz="1300" dirty="0">
              <a:solidFill>
                <a:srgbClr val="C00000"/>
              </a:solidFill>
              <a:latin typeface="Bank Gothic Bold"/>
              <a:ea typeface="MS Mincho"/>
              <a:cs typeface="Bank Gothic Bold"/>
            </a:endParaRPr>
          </a:p>
          <a:p>
            <a:pPr marL="55435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__iter__</a:t>
            </a:r>
            <a:r>
              <a:rPr lang="en-US" b="1" dirty="0">
                <a:latin typeface="Courier New" panose="02070309020205020404" pitchFamily="49" charset="0"/>
                <a:ea typeface="MS Mincho"/>
                <a:cs typeface="Bank Gothic Bold"/>
              </a:rPr>
              <a:t>(self):</a:t>
            </a:r>
            <a:endParaRPr lang="en-US" sz="1300" dirty="0">
              <a:latin typeface="Bank Gothic Bold"/>
              <a:ea typeface="MS Mincho"/>
              <a:cs typeface="Bank Gothic Bold"/>
            </a:endParaRPr>
          </a:p>
          <a:p>
            <a:pPr marL="908685"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"""Supports iteration over a view of self."""</a:t>
            </a:r>
            <a:endParaRPr lang="en-US" sz="1300" dirty="0">
              <a:latin typeface="Bank Gothic Bold"/>
              <a:ea typeface="MS Mincho"/>
              <a:cs typeface="Bank Gothic Bold"/>
            </a:endParaRPr>
          </a:p>
          <a:p>
            <a:pPr marL="908685" lvl="1" indent="0">
              <a:spcBef>
                <a:spcPts val="0"/>
              </a:spcBef>
              <a:buNone/>
            </a:pPr>
            <a:r>
              <a:rPr lang="en-US" b="1" dirty="0">
                <a:latin typeface="Courier New" panose="02070309020205020404" pitchFamily="49" charset="0"/>
                <a:ea typeface="MS Mincho"/>
                <a:cs typeface="Bank Gothic Bold"/>
              </a:rPr>
              <a:t>cursor</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endParaRPr lang="en-US" sz="1300" dirty="0">
              <a:latin typeface="Bank Gothic Bold"/>
              <a:ea typeface="MS Mincho"/>
              <a:cs typeface="Bank Gothic Bold"/>
            </a:endParaRPr>
          </a:p>
          <a:p>
            <a:pPr marL="554355"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while</a:t>
            </a:r>
            <a:r>
              <a:rPr lang="en-US" dirty="0">
                <a:solidFill>
                  <a:srgbClr val="8A3800"/>
                </a:solidFill>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cursor</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len</a:t>
            </a:r>
            <a:r>
              <a:rPr lang="en-US" b="1" dirty="0">
                <a:latin typeface="Courier New" panose="02070309020205020404" pitchFamily="49" charset="0"/>
                <a:ea typeface="MS Mincho"/>
                <a:cs typeface="Bank Gothic Bold"/>
              </a:rPr>
              <a:t>(self):</a:t>
            </a:r>
            <a:endParaRPr lang="en-US" sz="1300" dirty="0">
              <a:latin typeface="Bank Gothic Bold"/>
              <a:ea typeface="MS Mincho"/>
              <a:cs typeface="Bank Gothic Bold"/>
            </a:endParaRPr>
          </a:p>
          <a:p>
            <a:pPr marL="126873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yield</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self.items[cursor]</a:t>
            </a:r>
            <a:endParaRPr lang="en-US" sz="1300" dirty="0">
              <a:latin typeface="Bank Gothic Bold"/>
              <a:ea typeface="MS Mincho"/>
              <a:cs typeface="Bank Gothic Bold"/>
            </a:endParaRPr>
          </a:p>
          <a:p>
            <a:pPr marL="1268730" lvl="1" indent="0">
              <a:spcBef>
                <a:spcPts val="0"/>
              </a:spcBef>
              <a:buNone/>
            </a:pPr>
            <a:r>
              <a:rPr lang="en-US" b="1" dirty="0">
                <a:latin typeface="Courier New" panose="02070309020205020404" pitchFamily="49" charset="0"/>
                <a:ea typeface="MS Mincho"/>
                <a:cs typeface="Bank Gothic Bold"/>
              </a:rPr>
              <a:t>cursor</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55435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__getitem__</a:t>
            </a:r>
            <a:r>
              <a:rPr lang="en-US" b="1" dirty="0">
                <a:latin typeface="Courier New" panose="02070309020205020404" pitchFamily="49" charset="0"/>
                <a:ea typeface="MS Mincho"/>
                <a:cs typeface="Bank Gothic Bold"/>
              </a:rPr>
              <a:t>(self,</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a:t>
            </a:r>
            <a:endParaRPr lang="en-US" sz="1300" dirty="0">
              <a:latin typeface="Bank Gothic Bold"/>
              <a:ea typeface="MS Mincho"/>
              <a:cs typeface="Bank Gothic Bold"/>
            </a:endParaRPr>
          </a:p>
          <a:p>
            <a:pPr marL="908685"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"""Precondition: 0 &lt;= i &lt; len(self)</a:t>
            </a:r>
            <a:endParaRPr lang="en-US" sz="1300" dirty="0">
              <a:latin typeface="Bank Gothic Bold"/>
              <a:ea typeface="MS Mincho"/>
              <a:cs typeface="Bank Gothic Bold"/>
            </a:endParaRPr>
          </a:p>
          <a:p>
            <a:pPr marL="908685"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Returns the item at position i.</a:t>
            </a:r>
            <a:endParaRPr lang="en-US" sz="1300" dirty="0">
              <a:latin typeface="Bank Gothic Bold"/>
              <a:ea typeface="MS Mincho"/>
              <a:cs typeface="Bank Gothic Bold"/>
            </a:endParaRPr>
          </a:p>
          <a:p>
            <a:pPr marL="908685"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Raises: IndexError."""</a:t>
            </a:r>
            <a:endParaRPr lang="en-US" sz="1300" dirty="0">
              <a:latin typeface="Bank Gothic Bold"/>
              <a:ea typeface="MS Mincho"/>
              <a:cs typeface="Bank Gothic Bold"/>
            </a:endParaRPr>
          </a:p>
          <a:p>
            <a:pPr marL="554355"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or</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&gt;=</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len</a:t>
            </a:r>
            <a:r>
              <a:rPr lang="en-US" b="1" dirty="0">
                <a:latin typeface="Courier New" panose="02070309020205020404" pitchFamily="49" charset="0"/>
                <a:ea typeface="MS Mincho"/>
                <a:cs typeface="Bank Gothic Bold"/>
              </a:rPr>
              <a:t>(self):</a:t>
            </a:r>
            <a:endParaRPr lang="en-US" sz="1300" dirty="0">
              <a:latin typeface="Bank Gothic Bold"/>
              <a:ea typeface="MS Mincho"/>
              <a:cs typeface="Bank Gothic Bold"/>
            </a:endParaRPr>
          </a:p>
          <a:p>
            <a:pPr marL="554355"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raise</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IndexError</a:t>
            </a:r>
            <a:r>
              <a:rPr lang="en-US" b="1" dirty="0">
                <a:latin typeface="Courier New" panose="02070309020205020404" pitchFamily="49" charset="0"/>
                <a:ea typeface="MS Mincho"/>
                <a:cs typeface="Bank Gothic Bold"/>
              </a:rPr>
              <a:t>(</a:t>
            </a:r>
            <a:r>
              <a:rPr lang="en-US" b="1" dirty="0">
                <a:solidFill>
                  <a:srgbClr val="008000"/>
                </a:solidFill>
                <a:latin typeface="Courier New Bold" panose="02070609020205020404" pitchFamily="49" charset="0"/>
                <a:ea typeface="MS Mincho"/>
                <a:cs typeface="Courier New" panose="02070309020205020404" pitchFamily="49" charset="0"/>
              </a:rPr>
              <a:t>"List index out of range"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self.items[</a:t>
            </a:r>
            <a:r>
              <a:rPr lang="en-US" b="1" dirty="0" err="1">
                <a:latin typeface="Courier New" panose="02070309020205020404" pitchFamily="49" charset="0"/>
                <a:ea typeface="MS Mincho"/>
                <a:cs typeface="Bank Gothic Bold"/>
              </a:rPr>
              <a:t>i</a:t>
            </a:r>
            <a:r>
              <a:rPr lang="en-US" b="1" dirty="0">
                <a:latin typeface="Courier New" panose="02070309020205020404" pitchFamily="49" charset="0"/>
                <a:ea typeface="MS Mincho"/>
                <a:cs typeface="Bank Gothic Bold"/>
              </a:rPr>
              <a:t>]</a:t>
            </a:r>
            <a:endParaRPr lang="en-IN"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409619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An Array-Based Implementation </a:t>
            </a:r>
            <a:r>
              <a:rPr lang="en-US" sz="2000" dirty="0"/>
              <a:t>(3 of 4)</a:t>
            </a:r>
          </a:p>
        </p:txBody>
      </p:sp>
      <p:sp>
        <p:nvSpPr>
          <p:cNvPr id="3" name="Content Placeholder 2"/>
          <p:cNvSpPr>
            <a:spLocks noGrp="1"/>
          </p:cNvSpPr>
          <p:nvPr>
            <p:ph idx="1"/>
          </p:nvPr>
        </p:nvSpPr>
        <p:spPr>
          <a:xfrm>
            <a:off x="627226" y="1481703"/>
            <a:ext cx="7886700" cy="320463"/>
          </a:xfrm>
        </p:spPr>
        <p:txBody>
          <a:bodyPr>
            <a:normAutofit/>
          </a:bodyPr>
          <a:lstStyle/>
          <a:p>
            <a:pPr marL="291600" indent="-291600">
              <a:spcBef>
                <a:spcPts val="1000"/>
              </a:spcBef>
            </a:pPr>
            <a:r>
              <a:rPr lang="en-US" dirty="0"/>
              <a:t>Code for the class </a:t>
            </a:r>
            <a:r>
              <a:rPr lang="en-US" b="1" dirty="0">
                <a:latin typeface="Courier New" panose="02070309020205020404" pitchFamily="49" charset="0"/>
                <a:cs typeface="Courier New" panose="02070309020205020404" pitchFamily="49" charset="0"/>
              </a:rPr>
              <a:t>ArrayList </a:t>
            </a:r>
            <a:r>
              <a:rPr lang="en-US" dirty="0"/>
              <a:t>(continued):</a:t>
            </a:r>
          </a:p>
        </p:txBody>
      </p:sp>
      <p:sp>
        <p:nvSpPr>
          <p:cNvPr id="5" name="Content Placeholder 4"/>
          <p:cNvSpPr>
            <a:spLocks noGrp="1"/>
          </p:cNvSpPr>
          <p:nvPr>
            <p:ph idx="12"/>
          </p:nvPr>
        </p:nvSpPr>
        <p:spPr>
          <a:xfrm>
            <a:off x="627226" y="1961300"/>
            <a:ext cx="7886700" cy="3771456"/>
          </a:xfrm>
        </p:spPr>
        <p:txBody>
          <a:bodyPr>
            <a:normAutofit fontScale="92500" lnSpcReduction="20000"/>
          </a:bodyPr>
          <a:lstStyle/>
          <a:p>
            <a:pPr marL="554355"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 Mutator methods</a:t>
            </a:r>
            <a:endParaRPr lang="en-US" sz="1300" dirty="0">
              <a:solidFill>
                <a:srgbClr val="C00000"/>
              </a:solidFill>
              <a:latin typeface="Bank Gothic Bold"/>
              <a:ea typeface="MS Mincho"/>
              <a:cs typeface="Bank Gothic Bold"/>
            </a:endParaRPr>
          </a:p>
          <a:p>
            <a:pPr marL="55435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__setitem__</a:t>
            </a:r>
            <a:r>
              <a:rPr lang="en-US" b="1" dirty="0">
                <a:latin typeface="Courier New" panose="02070309020205020404" pitchFamily="49" charset="0"/>
                <a:ea typeface="MS Mincho"/>
                <a:cs typeface="Bank Gothic Bold"/>
              </a:rPr>
              <a:t>(self,</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item):</a:t>
            </a:r>
            <a:endParaRPr lang="en-US" sz="1300" dirty="0">
              <a:latin typeface="Bank Gothic Bold"/>
              <a:ea typeface="MS Mincho"/>
              <a:cs typeface="Bank Gothic Bold"/>
            </a:endParaRPr>
          </a:p>
          <a:p>
            <a:pPr marL="90868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"""Precondition: 0 &lt;= i &lt; len(self)</a:t>
            </a:r>
            <a:endParaRPr lang="en-US" sz="1300" dirty="0">
              <a:solidFill>
                <a:srgbClr val="006800"/>
              </a:solidFill>
              <a:latin typeface="Bank Gothic Bold"/>
              <a:ea typeface="MS Mincho"/>
              <a:cs typeface="Bank Gothic Bold"/>
            </a:endParaRPr>
          </a:p>
          <a:p>
            <a:pPr marL="90868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Replaces the item at position i.</a:t>
            </a:r>
            <a:endParaRPr lang="en-US" sz="1300" dirty="0">
              <a:solidFill>
                <a:srgbClr val="006800"/>
              </a:solidFill>
              <a:latin typeface="Bank Gothic Bold"/>
              <a:ea typeface="MS Mincho"/>
              <a:cs typeface="Bank Gothic Bold"/>
            </a:endParaRPr>
          </a:p>
          <a:p>
            <a:pPr marL="90868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Raises: IndexError."""</a:t>
            </a:r>
            <a:endParaRPr lang="en-US" sz="1300" dirty="0">
              <a:solidFill>
                <a:srgbClr val="006800"/>
              </a:solidFill>
              <a:latin typeface="Bank Gothic Bold"/>
              <a:ea typeface="MS Mincho"/>
              <a:cs typeface="Bank Gothic Bold"/>
            </a:endParaRPr>
          </a:p>
          <a:p>
            <a:pPr marL="554355"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or</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&gt;=</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len</a:t>
            </a:r>
            <a:r>
              <a:rPr lang="en-US" b="1" dirty="0">
                <a:latin typeface="Courier New" panose="02070309020205020404" pitchFamily="49" charset="0"/>
                <a:ea typeface="MS Mincho"/>
                <a:cs typeface="Bank Gothic Bold"/>
              </a:rPr>
              <a:t>(self):</a:t>
            </a:r>
            <a:endParaRPr lang="en-US" sz="1300" dirty="0">
              <a:latin typeface="Bank Gothic Bold"/>
              <a:ea typeface="MS Mincho"/>
              <a:cs typeface="Bank Gothic Bold"/>
            </a:endParaRPr>
          </a:p>
          <a:p>
            <a:pPr marL="554355"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raise</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IndexError</a:t>
            </a:r>
            <a:r>
              <a:rPr lang="en-US" b="1" dirty="0">
                <a:latin typeface="Courier New" panose="02070309020205020404" pitchFamily="49" charset="0"/>
                <a:ea typeface="MS Mincho"/>
                <a:cs typeface="Bank Gothic Bold"/>
              </a:rPr>
              <a:t>(</a:t>
            </a:r>
            <a:r>
              <a:rPr lang="en-US" b="1" dirty="0">
                <a:solidFill>
                  <a:srgbClr val="006800"/>
                </a:solidFill>
                <a:latin typeface="Courier New Bold" panose="02070609020205020404" pitchFamily="49" charset="0"/>
                <a:ea typeface="MS Mincho"/>
                <a:cs typeface="Courier New" panose="02070309020205020404" pitchFamily="49" charset="0"/>
              </a:rPr>
              <a:t>"List index out of range"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908685" lvl="1" indent="0">
              <a:spcBef>
                <a:spcPts val="0"/>
              </a:spcBef>
              <a:buNone/>
            </a:pPr>
            <a:r>
              <a:rPr lang="en-US" b="1" dirty="0">
                <a:latin typeface="Courier New" panose="02070309020205020404" pitchFamily="49" charset="0"/>
                <a:ea typeface="MS Mincho"/>
                <a:cs typeface="Bank Gothic Bold"/>
              </a:rPr>
              <a:t>self.items[i]</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item</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insert</a:t>
            </a:r>
            <a:r>
              <a:rPr lang="en-US" b="1" dirty="0">
                <a:latin typeface="Courier New" panose="02070309020205020404" pitchFamily="49" charset="0"/>
                <a:ea typeface="MS Mincho"/>
                <a:cs typeface="Bank Gothic Bold"/>
              </a:rPr>
              <a:t>(self,</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item):</a:t>
            </a:r>
            <a:endParaRPr lang="en-US" sz="1300" dirty="0">
              <a:latin typeface="Bank Gothic Bold"/>
              <a:ea typeface="MS Mincho"/>
              <a:cs typeface="Bank Gothic Bold"/>
            </a:endParaRPr>
          </a:p>
          <a:p>
            <a:pPr marL="90868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"""Inserts the item at position i."""</a:t>
            </a:r>
            <a:endParaRPr lang="en-US" sz="1300" dirty="0">
              <a:solidFill>
                <a:srgbClr val="006800"/>
              </a:solidFill>
              <a:latin typeface="Bank Gothic Bold"/>
              <a:ea typeface="MS Mincho"/>
              <a:cs typeface="Bank Gothic Bold"/>
            </a:endParaRPr>
          </a:p>
          <a:p>
            <a:pPr marL="908685"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 Resize array here if necessary</a:t>
            </a:r>
            <a:endParaRPr lang="en-US" sz="1300" dirty="0">
              <a:solidFill>
                <a:srgbClr val="C00000"/>
              </a:solidFill>
              <a:latin typeface="Bank Gothic Bold"/>
              <a:ea typeface="MS Mincho"/>
              <a:cs typeface="Bank Gothic Bold"/>
            </a:endParaRPr>
          </a:p>
          <a:p>
            <a:pPr marL="554355"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endParaRPr lang="en-US" sz="1300" dirty="0">
              <a:latin typeface="Bank Gothic Bold"/>
              <a:ea typeface="MS Mincho"/>
              <a:cs typeface="Bank Gothic Bold"/>
            </a:endParaRPr>
          </a:p>
          <a:p>
            <a:pPr marL="554355"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nb-NO" b="1" dirty="0">
                <a:solidFill>
                  <a:srgbClr val="8A3800"/>
                </a:solidFill>
                <a:latin typeface="Courier New Bold" panose="02070609020205020404" pitchFamily="49" charset="0"/>
                <a:ea typeface="MS Mincho"/>
                <a:cs typeface="Courier New" panose="02070309020205020404" pitchFamily="49" charset="0"/>
              </a:rPr>
              <a:t>elif</a:t>
            </a:r>
            <a:r>
              <a:rPr lang="nb-NO"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i</a:t>
            </a:r>
            <a:r>
              <a:rPr lang="nb-NO"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&gt;</a:t>
            </a:r>
            <a:r>
              <a:rPr lang="nb-NO" dirty="0">
                <a:latin typeface="Times" panose="02020603050405020304" pitchFamily="18" charset="0"/>
                <a:ea typeface="MS Mincho"/>
                <a:cs typeface="Bank Gothic Bold"/>
              </a:rPr>
              <a:t> </a:t>
            </a:r>
            <a:r>
              <a:rPr lang="nb-NO" b="1" dirty="0">
                <a:solidFill>
                  <a:srgbClr val="660066"/>
                </a:solidFill>
                <a:latin typeface="Courier New Bold" panose="02070609020205020404" pitchFamily="49" charset="0"/>
                <a:ea typeface="MS Mincho"/>
                <a:cs typeface="Courier New" panose="02070309020205020404" pitchFamily="49" charset="0"/>
              </a:rPr>
              <a:t>len</a:t>
            </a:r>
            <a:r>
              <a:rPr lang="nb-NO" b="1" dirty="0">
                <a:latin typeface="Courier New" panose="02070309020205020404" pitchFamily="49" charset="0"/>
                <a:ea typeface="MS Mincho"/>
                <a:cs typeface="Bank Gothic Bold"/>
              </a:rPr>
              <a:t>(self):</a:t>
            </a:r>
            <a:r>
              <a:rPr lang="nb-NO"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i</a:t>
            </a:r>
            <a:r>
              <a:rPr lang="nb-NO"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a:t>
            </a:r>
            <a:r>
              <a:rPr lang="nb-NO" dirty="0">
                <a:latin typeface="Times" panose="02020603050405020304" pitchFamily="18" charset="0"/>
                <a:ea typeface="MS Mincho"/>
                <a:cs typeface="Bank Gothic Bold"/>
              </a:rPr>
              <a:t> </a:t>
            </a:r>
            <a:r>
              <a:rPr lang="nb-NO" b="1" dirty="0">
                <a:solidFill>
                  <a:srgbClr val="660066"/>
                </a:solidFill>
                <a:latin typeface="Courier New Bold" panose="02070609020205020404" pitchFamily="49" charset="0"/>
                <a:ea typeface="MS Mincho"/>
                <a:cs typeface="Courier New" panose="02070309020205020404" pitchFamily="49" charset="0"/>
              </a:rPr>
              <a:t>len</a:t>
            </a:r>
            <a:r>
              <a:rPr lang="nb-NO" b="1" dirty="0">
                <a:latin typeface="Courier New" panose="02070309020205020404" pitchFamily="49" charset="0"/>
                <a:ea typeface="MS Mincho"/>
                <a:cs typeface="Bank Gothic Bold"/>
              </a:rPr>
              <a:t>(self)</a:t>
            </a:r>
            <a:endParaRPr lang="en-US" sz="1300" dirty="0">
              <a:latin typeface="Bank Gothic Bold"/>
              <a:ea typeface="MS Mincho"/>
              <a:cs typeface="Bank Gothic Bold"/>
            </a:endParaRPr>
          </a:p>
          <a:p>
            <a:pPr marL="554355" lvl="1" indent="0">
              <a:spcBef>
                <a:spcPts val="0"/>
              </a:spcBef>
              <a:buNone/>
            </a:pPr>
            <a:r>
              <a:rPr lang="nb-NO"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len</a:t>
            </a:r>
            <a:r>
              <a:rPr lang="en-US" b="1" dirty="0">
                <a:latin typeface="Courier New" panose="02070309020205020404" pitchFamily="49" charset="0"/>
                <a:ea typeface="MS Mincho"/>
                <a:cs typeface="Bank Gothic Bold"/>
              </a:rPr>
              <a:t>(self):</a:t>
            </a:r>
            <a:endParaRPr lang="en-US" sz="1300" dirty="0">
              <a:latin typeface="Bank Gothic Bold"/>
              <a:ea typeface="MS Mincho"/>
              <a:cs typeface="Bank Gothic Bold"/>
            </a:endParaRPr>
          </a:p>
          <a:p>
            <a:pPr marL="908685"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for</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j</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in</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range</a:t>
            </a:r>
            <a:r>
              <a:rPr lang="en-US" b="1" dirty="0">
                <a:latin typeface="Courier New" panose="02070309020205020404" pitchFamily="49" charset="0"/>
                <a:ea typeface="MS Mincho"/>
                <a:cs typeface="Bank Gothic Bold"/>
              </a:rPr>
              <a:t>(</a:t>
            </a:r>
            <a:r>
              <a:rPr lang="en-US" b="1" dirty="0">
                <a:solidFill>
                  <a:srgbClr val="660066"/>
                </a:solidFill>
                <a:latin typeface="Courier New Bold" panose="02070609020205020404" pitchFamily="49" charset="0"/>
                <a:ea typeface="MS Mincho"/>
                <a:cs typeface="Courier New" panose="02070309020205020404" pitchFamily="49" charset="0"/>
              </a:rPr>
              <a:t>len</a:t>
            </a:r>
            <a:r>
              <a:rPr lang="en-US" b="1" dirty="0">
                <a:latin typeface="Courier New" panose="02070309020205020404" pitchFamily="49" charset="0"/>
                <a:ea typeface="MS Mincho"/>
                <a:cs typeface="Bank Gothic Bold"/>
              </a:rPr>
              <a:t>(self),</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640205" lvl="1" indent="0">
              <a:spcBef>
                <a:spcPts val="0"/>
              </a:spcBef>
              <a:buNone/>
            </a:pPr>
            <a:r>
              <a:rPr lang="en-US" b="1" dirty="0">
                <a:latin typeface="Courier New" panose="02070309020205020404" pitchFamily="49" charset="0"/>
                <a:ea typeface="MS Mincho"/>
                <a:cs typeface="Bank Gothic Bold"/>
              </a:rPr>
              <a:t>self.items[j]</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self.items[j</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908685" lvl="1" indent="0">
              <a:spcBef>
                <a:spcPts val="0"/>
              </a:spcBef>
              <a:buNone/>
            </a:pPr>
            <a:r>
              <a:rPr lang="en-US" b="1" dirty="0">
                <a:latin typeface="Courier New" panose="02070309020205020404" pitchFamily="49" charset="0"/>
                <a:ea typeface="MS Mincho"/>
                <a:cs typeface="Bank Gothic Bold"/>
              </a:rPr>
              <a:t>self.items[i]</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item</a:t>
            </a:r>
            <a:endParaRPr lang="en-US" sz="1300" dirty="0">
              <a:latin typeface="Bank Gothic Bold"/>
              <a:ea typeface="MS Mincho"/>
              <a:cs typeface="Bank Gothic Bold"/>
            </a:endParaRPr>
          </a:p>
          <a:p>
            <a:pPr marL="908685" lvl="1" indent="0">
              <a:spcBef>
                <a:spcPts val="0"/>
              </a:spcBef>
              <a:buNone/>
            </a:pPr>
            <a:r>
              <a:rPr lang="en-US" b="1" dirty="0">
                <a:latin typeface="Courier New" panose="02070309020205020404" pitchFamily="49" charset="0"/>
                <a:ea typeface="MS Mincho"/>
                <a:cs typeface="Bank Gothic Bold"/>
              </a:rPr>
              <a:t>self.size</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908685" lvl="1" indent="0">
              <a:spcBef>
                <a:spcPts val="0"/>
              </a:spcBef>
              <a:buNone/>
            </a:pPr>
            <a:r>
              <a:rPr lang="en-US" b="1" dirty="0">
                <a:latin typeface="Courier New" panose="02070309020205020404" pitchFamily="49" charset="0"/>
                <a:ea typeface="MS Mincho"/>
                <a:cs typeface="Bank Gothic Bold"/>
              </a:rPr>
              <a:t>self.incModCount</a:t>
            </a:r>
            <a:r>
              <a:rPr lang="en-US" b="1" dirty="0">
                <a:solidFill>
                  <a:srgbClr val="000000"/>
                </a:solidFill>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0992738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An Array-Based Implementation </a:t>
            </a:r>
            <a:r>
              <a:rPr lang="en-US" sz="2000" dirty="0"/>
              <a:t>(4 of 4)</a:t>
            </a:r>
          </a:p>
        </p:txBody>
      </p:sp>
      <p:sp>
        <p:nvSpPr>
          <p:cNvPr id="3" name="Content Placeholder 2"/>
          <p:cNvSpPr>
            <a:spLocks noGrp="1"/>
          </p:cNvSpPr>
          <p:nvPr>
            <p:ph idx="1"/>
          </p:nvPr>
        </p:nvSpPr>
        <p:spPr>
          <a:xfrm>
            <a:off x="628650" y="1486047"/>
            <a:ext cx="7886700" cy="324997"/>
          </a:xfrm>
        </p:spPr>
        <p:txBody>
          <a:bodyPr>
            <a:normAutofit/>
          </a:bodyPr>
          <a:lstStyle/>
          <a:p>
            <a:pPr marL="291600" indent="-291600">
              <a:spcBef>
                <a:spcPts val="1000"/>
              </a:spcBef>
            </a:pPr>
            <a:r>
              <a:rPr lang="en-US" dirty="0"/>
              <a:t>Code for the class </a:t>
            </a:r>
            <a:r>
              <a:rPr lang="en-US" b="1" dirty="0">
                <a:latin typeface="Courier New" panose="02070309020205020404" pitchFamily="49" charset="0"/>
                <a:cs typeface="Courier New" panose="02070309020205020404" pitchFamily="49" charset="0"/>
              </a:rPr>
              <a:t>ArrayList </a:t>
            </a:r>
            <a:r>
              <a:rPr lang="en-US" dirty="0"/>
              <a:t>(continued):</a:t>
            </a:r>
          </a:p>
        </p:txBody>
      </p:sp>
      <p:sp>
        <p:nvSpPr>
          <p:cNvPr id="5" name="Content Placeholder 4"/>
          <p:cNvSpPr>
            <a:spLocks noGrp="1"/>
          </p:cNvSpPr>
          <p:nvPr>
            <p:ph idx="12"/>
          </p:nvPr>
        </p:nvSpPr>
        <p:spPr>
          <a:xfrm>
            <a:off x="637196" y="1997578"/>
            <a:ext cx="7886700" cy="3657600"/>
          </a:xfrm>
        </p:spPr>
        <p:txBody>
          <a:bodyPr>
            <a:normAutofit fontScale="92500" lnSpcReduction="20000"/>
          </a:bodyPr>
          <a:lstStyle/>
          <a:p>
            <a:pPr marL="171450" lvl="1" indent="0">
              <a:spcBef>
                <a:spcPts val="0"/>
              </a:spcBef>
              <a:buNone/>
            </a:pPr>
            <a:r>
              <a:rPr lang="en-US" sz="1300" b="1" dirty="0">
                <a:latin typeface="Courier New" panose="02070309020205020404" pitchFamily="49"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pop</a:t>
            </a:r>
            <a:r>
              <a:rPr lang="en-US" b="1" dirty="0">
                <a:latin typeface="Courier New" panose="02070309020205020404" pitchFamily="49" charset="0"/>
                <a:ea typeface="MS Mincho"/>
                <a:cs typeface="Bank Gothic Bold"/>
              </a:rPr>
              <a:t>(self,</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None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90868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"""Precondition: 0 &lt;= i &lt; len(self).</a:t>
            </a:r>
            <a:endParaRPr lang="en-US" sz="1300" dirty="0">
              <a:solidFill>
                <a:srgbClr val="006800"/>
              </a:solidFill>
              <a:latin typeface="Bank Gothic Bold"/>
              <a:ea typeface="MS Mincho"/>
              <a:cs typeface="Bank Gothic Bold"/>
            </a:endParaRPr>
          </a:p>
          <a:p>
            <a:pPr marL="90868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Removes and returns the item at position i.</a:t>
            </a:r>
            <a:endParaRPr lang="en-US" sz="1300" dirty="0">
              <a:solidFill>
                <a:srgbClr val="006800"/>
              </a:solidFill>
              <a:latin typeface="Bank Gothic Bold"/>
              <a:ea typeface="MS Mincho"/>
              <a:cs typeface="Bank Gothic Bold"/>
            </a:endParaRPr>
          </a:p>
          <a:p>
            <a:pPr marL="90868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If i is None, i is given a default of len(self) - 1.</a:t>
            </a:r>
            <a:endParaRPr lang="en-US" sz="1300" dirty="0">
              <a:solidFill>
                <a:srgbClr val="006800"/>
              </a:solidFill>
              <a:latin typeface="Bank Gothic Bold"/>
              <a:ea typeface="MS Mincho"/>
              <a:cs typeface="Bank Gothic Bold"/>
            </a:endParaRPr>
          </a:p>
          <a:p>
            <a:pPr marL="90868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Raises: IndexError."""</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None</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len</a:t>
            </a:r>
            <a:r>
              <a:rPr lang="en-US" b="1" dirty="0">
                <a:latin typeface="Courier New" panose="02070309020205020404" pitchFamily="49" charset="0"/>
                <a:ea typeface="MS Mincho"/>
                <a:cs typeface="Bank Gothic Bold"/>
              </a:rPr>
              <a:t>(self)</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90868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or</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&gt;=</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len</a:t>
            </a:r>
            <a:r>
              <a:rPr lang="en-US" b="1" dirty="0">
                <a:latin typeface="Courier New" panose="02070309020205020404" pitchFamily="49" charset="0"/>
                <a:ea typeface="MS Mincho"/>
                <a:cs typeface="Bank Gothic Bold"/>
              </a:rPr>
              <a:t>(self):</a:t>
            </a:r>
            <a:endParaRPr lang="en-US" sz="1300" dirty="0">
              <a:latin typeface="Bank Gothic Bold"/>
              <a:ea typeface="MS Mincho"/>
              <a:cs typeface="Bank Gothic Bold"/>
            </a:endParaRPr>
          </a:p>
          <a:p>
            <a:pPr marL="908685"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raise</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IndexError</a:t>
            </a:r>
            <a:r>
              <a:rPr lang="en-US" b="1" dirty="0">
                <a:latin typeface="Courier New" panose="02070309020205020404" pitchFamily="49" charset="0"/>
                <a:ea typeface="MS Mincho"/>
                <a:cs typeface="Bank Gothic Bold"/>
              </a:rPr>
              <a:t>(</a:t>
            </a:r>
            <a:r>
              <a:rPr lang="en-US" b="1" dirty="0">
                <a:solidFill>
                  <a:srgbClr val="006800"/>
                </a:solidFill>
                <a:latin typeface="Courier New Bold" panose="02070609020205020404" pitchFamily="49" charset="0"/>
                <a:ea typeface="MS Mincho"/>
                <a:cs typeface="Courier New" panose="02070309020205020404" pitchFamily="49" charset="0"/>
              </a:rPr>
              <a:t>"List index out of range"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908685" lvl="1" indent="0">
              <a:spcBef>
                <a:spcPts val="0"/>
              </a:spcBef>
              <a:buNone/>
            </a:pPr>
            <a:r>
              <a:rPr lang="en-US" b="1" dirty="0">
                <a:latin typeface="Courier New" panose="02070309020205020404" pitchFamily="49" charset="0"/>
                <a:ea typeface="MS Mincho"/>
                <a:cs typeface="Bank Gothic Bold"/>
              </a:rPr>
              <a:t>item</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self.items[i]</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for</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j</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in</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range(i,</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len</a:t>
            </a:r>
            <a:r>
              <a:rPr lang="en-US" b="1" dirty="0">
                <a:latin typeface="Courier New" panose="02070309020205020404" pitchFamily="49" charset="0"/>
                <a:ea typeface="MS Mincho"/>
                <a:cs typeface="Bank Gothic Bold"/>
              </a:rPr>
              <a:t>(self)</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268730" lvl="1" indent="0">
              <a:spcBef>
                <a:spcPts val="0"/>
              </a:spcBef>
              <a:buNone/>
            </a:pPr>
            <a:r>
              <a:rPr lang="en-US" b="1" dirty="0">
                <a:latin typeface="Courier New" panose="02070309020205020404" pitchFamily="49" charset="0"/>
                <a:ea typeface="MS Mincho"/>
                <a:cs typeface="Bank Gothic Bold"/>
              </a:rPr>
              <a:t>self.items[j]</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self.items[j</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908685" lvl="1" indent="0">
              <a:spcBef>
                <a:spcPts val="0"/>
              </a:spcBef>
              <a:buNone/>
            </a:pPr>
            <a:r>
              <a:rPr lang="en-US" b="1" dirty="0">
                <a:latin typeface="Courier New" panose="02070309020205020404" pitchFamily="49" charset="0"/>
                <a:ea typeface="MS Mincho"/>
                <a:cs typeface="Bank Gothic Bold"/>
              </a:rPr>
              <a:t>self.size</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908685" lvl="1" indent="0">
              <a:spcBef>
                <a:spcPts val="0"/>
              </a:spcBef>
              <a:buNone/>
            </a:pPr>
            <a:r>
              <a:rPr lang="en-US" b="1" dirty="0">
                <a:latin typeface="Courier New" panose="02070309020205020404" pitchFamily="49" charset="0"/>
                <a:ea typeface="MS Mincho"/>
                <a:cs typeface="Bank Gothic Bold"/>
              </a:rPr>
              <a:t>self.incModCount()</a:t>
            </a:r>
            <a:endParaRPr lang="en-US" sz="1300" dirty="0">
              <a:latin typeface="Bank Gothic Bold"/>
              <a:ea typeface="MS Mincho"/>
              <a:cs typeface="Bank Gothic Bold"/>
            </a:endParaRPr>
          </a:p>
          <a:p>
            <a:pPr marL="908685"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 Resize array here if necessary</a:t>
            </a:r>
            <a:endParaRPr lang="en-US" sz="1300" dirty="0">
              <a:solidFill>
                <a:srgbClr val="C00000"/>
              </a:solidFill>
              <a:latin typeface="Bank Gothic Bold"/>
              <a:ea typeface="MS Mincho"/>
              <a:cs typeface="Bank Gothic Bold"/>
            </a:endParaRPr>
          </a:p>
          <a:p>
            <a:pPr marL="90868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item</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listIterator</a:t>
            </a:r>
            <a:r>
              <a:rPr lang="en-US" b="1" dirty="0">
                <a:latin typeface="Courier New" panose="02070309020205020404" pitchFamily="49" charset="0"/>
                <a:ea typeface="MS Mincho"/>
                <a:cs typeface="Bank Gothic Bold"/>
              </a:rPr>
              <a:t>(self):</a:t>
            </a:r>
            <a:endParaRPr lang="en-US" sz="1300" dirty="0">
              <a:latin typeface="Bank Gothic Bold"/>
              <a:ea typeface="MS Mincho"/>
              <a:cs typeface="Bank Gothic Bold"/>
            </a:endParaRPr>
          </a:p>
          <a:p>
            <a:pPr marL="90868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"""Returns a list iterator."""</a:t>
            </a:r>
            <a:endParaRPr lang="en-US" sz="1300" dirty="0">
              <a:solidFill>
                <a:srgbClr val="006800"/>
              </a:solidFill>
              <a:latin typeface="Bank Gothic Bold"/>
              <a:ea typeface="MS Mincho"/>
              <a:cs typeface="Bank Gothic Bold"/>
            </a:endParaRPr>
          </a:p>
          <a:p>
            <a:pPr marL="342900" lvl="1" indent="0">
              <a:buNone/>
            </a:pP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dirty="0">
                <a:latin typeface="Times" panose="02020603050405020304" pitchFamily="18" charset="0"/>
                <a:ea typeface="MS Mincho"/>
              </a:rPr>
              <a:t> </a:t>
            </a:r>
            <a:r>
              <a:rPr lang="en-US" b="1" dirty="0">
                <a:latin typeface="Courier New" panose="02070309020205020404" pitchFamily="49" charset="0"/>
                <a:ea typeface="MS Mincho"/>
              </a:rPr>
              <a:t>ArrayListIterator(self)</a:t>
            </a:r>
            <a:endParaRPr lang="en-US" dirty="0">
              <a:latin typeface="Courier New" panose="02070309020205020404" pitchFamily="49" charset="0"/>
              <a:cs typeface="Courier New" panose="02070309020205020404" pitchFamily="49" charset="0"/>
            </a:endParaRP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0543125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A Linked Implementation </a:t>
            </a:r>
            <a:r>
              <a:rPr lang="en-US" sz="2000" dirty="0"/>
              <a:t>(1 of 4)</a:t>
            </a:r>
          </a:p>
        </p:txBody>
      </p:sp>
      <p:sp>
        <p:nvSpPr>
          <p:cNvPr id="3" name="Content Placeholder 2"/>
          <p:cNvSpPr>
            <a:spLocks noGrp="1"/>
          </p:cNvSpPr>
          <p:nvPr>
            <p:ph idx="1"/>
          </p:nvPr>
        </p:nvSpPr>
        <p:spPr>
          <a:xfrm>
            <a:off x="628650" y="1473922"/>
            <a:ext cx="7886700" cy="688975"/>
          </a:xfrm>
        </p:spPr>
        <p:txBody>
          <a:bodyPr/>
          <a:lstStyle/>
          <a:p>
            <a:pPr marL="0" indent="0">
              <a:spcBef>
                <a:spcPts val="1000"/>
              </a:spcBef>
              <a:buNone/>
            </a:pPr>
            <a:r>
              <a:rPr lang="en-IN" b="1" dirty="0"/>
              <a:t>Figure 9-5: </a:t>
            </a:r>
            <a:r>
              <a:rPr lang="en-IN" dirty="0"/>
              <a:t>Two circular, doubly linked structures with sentinel nodes</a:t>
            </a:r>
            <a:endParaRPr lang="en-US" dirty="0"/>
          </a:p>
        </p:txBody>
      </p:sp>
      <p:pic>
        <p:nvPicPr>
          <p:cNvPr id="7" name="Content Placeholder 6" descr="The figure shows an empty circular linked structure and a circular linked structure containing one data item. The empty circular linked structure consists of a sentinel node or dummy header node and this node points forward to the first node and backward to the last node. The circular linked structure is same as that of empty circular linked structure but the only difference is that, it contains a data item d 1."/>
          <p:cNvPicPr>
            <a:picLocks noGrp="1" noChangeAspect="1"/>
          </p:cNvPicPr>
          <p:nvPr>
            <p:ph idx="13"/>
          </p:nvPr>
        </p:nvPicPr>
        <p:blipFill>
          <a:blip r:embed="rId2">
            <a:extLst>
              <a:ext uri="{28A0092B-C50C-407E-A947-70E740481C1C}">
                <a14:useLocalDpi xmlns:a14="http://schemas.microsoft.com/office/drawing/2010/main" val="0"/>
              </a:ext>
            </a:extLst>
          </a:blip>
          <a:stretch>
            <a:fillRect/>
          </a:stretch>
        </p:blipFill>
        <p:spPr>
          <a:xfrm>
            <a:off x="1044095" y="2677747"/>
            <a:ext cx="6725948" cy="2848418"/>
          </a:xfr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0204897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A Linked Implementation </a:t>
            </a:r>
            <a:r>
              <a:rPr lang="en-US" sz="2000" dirty="0"/>
              <a:t>(2 of 4)</a:t>
            </a:r>
          </a:p>
        </p:txBody>
      </p:sp>
      <p:sp>
        <p:nvSpPr>
          <p:cNvPr id="3" name="Content Placeholder 2"/>
          <p:cNvSpPr>
            <a:spLocks noGrp="1"/>
          </p:cNvSpPr>
          <p:nvPr>
            <p:ph idx="1"/>
          </p:nvPr>
        </p:nvSpPr>
        <p:spPr>
          <a:xfrm>
            <a:off x="628650" y="1475726"/>
            <a:ext cx="7886700" cy="307975"/>
          </a:xfrm>
        </p:spPr>
        <p:txBody>
          <a:bodyPr>
            <a:normAutofit/>
          </a:bodyPr>
          <a:lstStyle/>
          <a:p>
            <a:pPr marL="291600" indent="-291600">
              <a:spcBef>
                <a:spcPts val="1000"/>
              </a:spcBef>
            </a:pPr>
            <a:r>
              <a:rPr lang="en-US" dirty="0"/>
              <a:t>Setup code for the </a:t>
            </a:r>
            <a:r>
              <a:rPr lang="en-US" b="1" dirty="0">
                <a:latin typeface="Courier New" panose="02070309020205020404" pitchFamily="49" charset="0"/>
                <a:cs typeface="Courier New" panose="02070309020205020404" pitchFamily="49" charset="0"/>
              </a:rPr>
              <a:t>LinkedList</a:t>
            </a:r>
            <a:r>
              <a:rPr lang="en-US" dirty="0"/>
              <a:t> class:</a:t>
            </a:r>
          </a:p>
        </p:txBody>
      </p:sp>
      <p:sp>
        <p:nvSpPr>
          <p:cNvPr id="6" name="Content Placeholder 5"/>
          <p:cNvSpPr>
            <a:spLocks noGrp="1"/>
          </p:cNvSpPr>
          <p:nvPr>
            <p:ph idx="13"/>
          </p:nvPr>
        </p:nvSpPr>
        <p:spPr>
          <a:xfrm>
            <a:off x="756836" y="1905295"/>
            <a:ext cx="7886700" cy="3962400"/>
          </a:xfrm>
        </p:spPr>
        <p:txBody>
          <a:bodyPr>
            <a:normAutofit fontScale="77500" lnSpcReduction="20000"/>
          </a:bodyPr>
          <a:lstStyle/>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File: linkedlist.py</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Author: Ken Lambert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t>
            </a:r>
            <a:endParaRPr lang="en-US" sz="1300" dirty="0">
              <a:solidFill>
                <a:srgbClr val="006800"/>
              </a:solidFill>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from</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node</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import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TwoWayNode</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from</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abstractlist</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import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AbstractList</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class</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LinkedList</a:t>
            </a:r>
            <a:r>
              <a:rPr lang="en-US" b="1" dirty="0">
                <a:latin typeface="Courier New" panose="02070309020205020404" pitchFamily="49" charset="0"/>
                <a:ea typeface="MS Mincho"/>
                <a:cs typeface="Bank Gothic Bold"/>
              </a:rPr>
              <a:t>(AbstractList):</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"""A link-based list implementation."""</a:t>
            </a:r>
            <a:endParaRPr lang="en-US" sz="1300" dirty="0">
              <a:solidFill>
                <a:srgbClr val="006800"/>
              </a:solidFill>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55435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__init__</a:t>
            </a:r>
            <a:r>
              <a:rPr lang="en-US" b="1" dirty="0">
                <a:latin typeface="Courier New" panose="02070309020205020404" pitchFamily="49" charset="0"/>
                <a:ea typeface="MS Mincho"/>
                <a:cs typeface="Bank Gothic Bold"/>
              </a:rPr>
              <a:t>(self,</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sourceCollection</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None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90868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"""Sets the initial state of self, which includes the</a:t>
            </a:r>
            <a:endParaRPr lang="en-US" sz="1300" dirty="0">
              <a:solidFill>
                <a:srgbClr val="006800"/>
              </a:solidFill>
              <a:latin typeface="Bank Gothic Bold"/>
              <a:ea typeface="MS Mincho"/>
              <a:cs typeface="Bank Gothic Bold"/>
            </a:endParaRPr>
          </a:p>
          <a:p>
            <a:pPr marL="90868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contents of sourceCollection, if it</a:t>
            </a:r>
            <a:r>
              <a:rPr lang="en-US" b="1" dirty="0">
                <a:solidFill>
                  <a:srgbClr val="006800"/>
                </a:solidFill>
                <a:latin typeface="Courier New Bold" panose="02070609020205020404" pitchFamily="49" charset="0"/>
                <a:ea typeface="MS Mincho"/>
                <a:cs typeface="Bank Gothic Bold"/>
              </a:rPr>
              <a:t>'</a:t>
            </a:r>
            <a:r>
              <a:rPr lang="en-US" b="1" dirty="0">
                <a:solidFill>
                  <a:srgbClr val="006800"/>
                </a:solidFill>
                <a:latin typeface="Courier New Bold" panose="02070609020205020404" pitchFamily="49" charset="0"/>
                <a:ea typeface="MS Mincho"/>
                <a:cs typeface="Courier New" panose="02070309020205020404" pitchFamily="49" charset="0"/>
              </a:rPr>
              <a:t>s present."""</a:t>
            </a:r>
            <a:endParaRPr lang="en-US" sz="1300" dirty="0">
              <a:solidFill>
                <a:srgbClr val="006800"/>
              </a:solidFill>
              <a:latin typeface="Bank Gothic Bold"/>
              <a:ea typeface="MS Mincho"/>
              <a:cs typeface="Bank Gothic Bold"/>
            </a:endParaRPr>
          </a:p>
          <a:p>
            <a:pPr marL="908685"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 Uses a circular structure with a sentinel node</a:t>
            </a:r>
            <a:endParaRPr lang="en-US" sz="1300" dirty="0">
              <a:solidFill>
                <a:srgbClr val="C00000"/>
              </a:solidFill>
              <a:latin typeface="Bank Gothic Bold"/>
              <a:ea typeface="MS Mincho"/>
              <a:cs typeface="Bank Gothic Bold"/>
            </a:endParaRPr>
          </a:p>
          <a:p>
            <a:pPr marL="908685" lvl="1" indent="0">
              <a:spcBef>
                <a:spcPts val="0"/>
              </a:spcBef>
              <a:buNone/>
            </a:pPr>
            <a:r>
              <a:rPr lang="en-US" b="1" dirty="0">
                <a:latin typeface="Courier New" panose="02070309020205020404" pitchFamily="49" charset="0"/>
                <a:ea typeface="MS Mincho"/>
                <a:cs typeface="Bank Gothic Bold"/>
              </a:rPr>
              <a:t>self.head</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TwoWayNode()</a:t>
            </a:r>
            <a:endParaRPr lang="en-US" sz="1300" dirty="0">
              <a:latin typeface="Bank Gothic Bold"/>
              <a:ea typeface="MS Mincho"/>
              <a:cs typeface="Bank Gothic Bold"/>
            </a:endParaRPr>
          </a:p>
          <a:p>
            <a:pPr marL="908685" lvl="1" indent="0">
              <a:spcBef>
                <a:spcPts val="0"/>
              </a:spcBef>
              <a:buNone/>
            </a:pPr>
            <a:r>
              <a:rPr lang="en-US" b="1" dirty="0">
                <a:latin typeface="Courier New" panose="02070309020205020404" pitchFamily="49" charset="0"/>
                <a:ea typeface="MS Mincho"/>
                <a:cs typeface="Bank Gothic Bold"/>
              </a:rPr>
              <a:t>self.head.previous</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self.head.next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self.head</a:t>
            </a:r>
            <a:endParaRPr lang="en-US" sz="1300" dirty="0">
              <a:latin typeface="Bank Gothic Bold"/>
              <a:ea typeface="MS Mincho"/>
              <a:cs typeface="Bank Gothic Bold"/>
            </a:endParaRPr>
          </a:p>
          <a:p>
            <a:pPr marL="908685" lvl="1" indent="0">
              <a:spcBef>
                <a:spcPts val="0"/>
              </a:spcBef>
              <a:buNone/>
            </a:pPr>
            <a:r>
              <a:rPr lang="en-US" b="1" dirty="0">
                <a:latin typeface="Courier New" panose="02070309020205020404" pitchFamily="49" charset="0"/>
                <a:ea typeface="MS Mincho"/>
                <a:cs typeface="Bank Gothic Bold"/>
              </a:rPr>
              <a:t>AbstractList.__init__(self,</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sourceCollection)</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554355"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 Accessor methods</a:t>
            </a:r>
            <a:endParaRPr lang="en-US" sz="1300" dirty="0">
              <a:solidFill>
                <a:srgbClr val="C00000"/>
              </a:solidFill>
              <a:latin typeface="Bank Gothic Bold"/>
              <a:ea typeface="MS Mincho"/>
              <a:cs typeface="Bank Gothic Bold"/>
            </a:endParaRPr>
          </a:p>
          <a:p>
            <a:pPr marL="55435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__iter__</a:t>
            </a:r>
            <a:r>
              <a:rPr lang="en-US" b="1" dirty="0">
                <a:latin typeface="Courier New" panose="02070309020205020404" pitchFamily="49" charset="0"/>
                <a:ea typeface="MS Mincho"/>
                <a:cs typeface="Bank Gothic Bold"/>
              </a:rPr>
              <a:t>(self):</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"""Supports iteration over a view of self."""</a:t>
            </a:r>
            <a:endParaRPr lang="en-US" sz="1300" dirty="0">
              <a:solidFill>
                <a:srgbClr val="006800"/>
              </a:solidFill>
              <a:latin typeface="Bank Gothic Bold"/>
              <a:ea typeface="MS Mincho"/>
              <a:cs typeface="Bank Gothic Bold"/>
            </a:endParaRPr>
          </a:p>
          <a:p>
            <a:pPr marL="908685" lvl="1" indent="0">
              <a:spcBef>
                <a:spcPts val="0"/>
              </a:spcBef>
              <a:buNone/>
            </a:pPr>
            <a:r>
              <a:rPr lang="en-US" b="1" dirty="0">
                <a:latin typeface="Courier New" panose="02070309020205020404" pitchFamily="49" charset="0"/>
                <a:ea typeface="MS Mincho"/>
                <a:cs typeface="Bank Gothic Bold"/>
              </a:rPr>
              <a:t>cursor</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self.head.next</a:t>
            </a:r>
            <a:endParaRPr lang="en-US" sz="1300" dirty="0">
              <a:latin typeface="Bank Gothic Bold"/>
              <a:ea typeface="MS Mincho"/>
              <a:cs typeface="Bank Gothic Bold"/>
            </a:endParaRPr>
          </a:p>
          <a:p>
            <a:pPr marL="554355" lvl="1" indent="0">
              <a:spcBef>
                <a:spcPts val="0"/>
              </a:spcBef>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while</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cursor</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self.head:</a:t>
            </a:r>
            <a:endParaRPr lang="en-US" sz="1300" dirty="0">
              <a:latin typeface="Bank Gothic Bold"/>
              <a:ea typeface="MS Mincho"/>
              <a:cs typeface="Bank Gothic Bold"/>
            </a:endParaRPr>
          </a:p>
          <a:p>
            <a:pPr marL="908685" lvl="1" indent="0">
              <a:spcBef>
                <a:spcPts val="0"/>
              </a:spcBef>
              <a:buNone/>
            </a:pPr>
            <a:r>
              <a:rPr lang="en-US"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yield</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cursor.data</a:t>
            </a:r>
            <a:endParaRPr lang="en-US" sz="1300" dirty="0">
              <a:latin typeface="Bank Gothic Bold"/>
              <a:ea typeface="MS Mincho"/>
              <a:cs typeface="Bank Gothic Bold"/>
            </a:endParaRPr>
          </a:p>
          <a:p>
            <a:pPr marL="342900" lvl="1" indent="0">
              <a:buNone/>
            </a:pPr>
            <a:r>
              <a:rPr lang="en-US" b="1" dirty="0">
                <a:latin typeface="Courier New" panose="02070309020205020404" pitchFamily="49" charset="0"/>
                <a:ea typeface="MS Mincho"/>
              </a:rPr>
              <a:t>cursor</a:t>
            </a:r>
            <a:r>
              <a:rPr lang="en-US" dirty="0">
                <a:latin typeface="Times" panose="02020603050405020304" pitchFamily="18" charset="0"/>
                <a:ea typeface="MS Mincho"/>
              </a:rPr>
              <a:t> </a:t>
            </a:r>
            <a:r>
              <a:rPr lang="en-US" b="1" dirty="0">
                <a:latin typeface="Courier New" panose="02070309020205020404" pitchFamily="49" charset="0"/>
                <a:ea typeface="MS Mincho"/>
              </a:rPr>
              <a:t>=</a:t>
            </a:r>
            <a:r>
              <a:rPr lang="en-US" dirty="0">
                <a:latin typeface="Times" panose="02020603050405020304" pitchFamily="18" charset="0"/>
                <a:ea typeface="MS Mincho"/>
              </a:rPr>
              <a:t> </a:t>
            </a:r>
            <a:r>
              <a:rPr lang="en-US" b="1" dirty="0">
                <a:latin typeface="Courier New" panose="02070309020205020404" pitchFamily="49" charset="0"/>
                <a:ea typeface="MS Mincho"/>
              </a:rPr>
              <a:t>cursor.next</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937284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A Linked Implementation </a:t>
            </a:r>
            <a:r>
              <a:rPr lang="en-US" sz="2000" dirty="0"/>
              <a:t>(3 of 4)</a:t>
            </a:r>
          </a:p>
        </p:txBody>
      </p:sp>
      <p:sp>
        <p:nvSpPr>
          <p:cNvPr id="3" name="Content Placeholder 2"/>
          <p:cNvSpPr>
            <a:spLocks noGrp="1"/>
          </p:cNvSpPr>
          <p:nvPr>
            <p:ph idx="1"/>
          </p:nvPr>
        </p:nvSpPr>
        <p:spPr>
          <a:xfrm>
            <a:off x="628650" y="1508320"/>
            <a:ext cx="7886700" cy="384175"/>
          </a:xfrm>
        </p:spPr>
        <p:txBody>
          <a:bodyPr>
            <a:normAutofit/>
          </a:bodyPr>
          <a:lstStyle/>
          <a:p>
            <a:pPr marL="291600" indent="-291600">
              <a:spcBef>
                <a:spcPts val="1000"/>
              </a:spcBef>
            </a:pPr>
            <a:r>
              <a:rPr lang="en-US" dirty="0"/>
              <a:t>Code for  </a:t>
            </a:r>
            <a:r>
              <a:rPr lang="en-US" b="1" dirty="0">
                <a:latin typeface="Courier New" panose="02070309020205020404" pitchFamily="49" charset="0"/>
                <a:cs typeface="Courier New" panose="02070309020205020404" pitchFamily="49" charset="0"/>
              </a:rPr>
              <a:t>getNode</a:t>
            </a:r>
            <a:r>
              <a:rPr lang="en-US" dirty="0"/>
              <a:t>, </a:t>
            </a:r>
            <a:r>
              <a:rPr lang="en-US" b="1" dirty="0">
                <a:latin typeface="Courier New" panose="02070309020205020404" pitchFamily="49" charset="0"/>
                <a:cs typeface="Courier New" panose="02070309020205020404" pitchFamily="49" charset="0"/>
              </a:rPr>
              <a:t>_setitem_, </a:t>
            </a:r>
            <a:r>
              <a:rPr lang="en-US" dirty="0"/>
              <a:t>and </a:t>
            </a:r>
            <a:r>
              <a:rPr lang="en-US" b="1" dirty="0">
                <a:latin typeface="Courier New" panose="02070309020205020404" pitchFamily="49" charset="0"/>
                <a:cs typeface="Courier New" panose="02070309020205020404" pitchFamily="49" charset="0"/>
              </a:rPr>
              <a:t>insert</a:t>
            </a:r>
            <a:r>
              <a:rPr lang="en-US" dirty="0"/>
              <a:t> methods:</a:t>
            </a:r>
          </a:p>
        </p:txBody>
      </p:sp>
      <p:sp>
        <p:nvSpPr>
          <p:cNvPr id="6" name="Content Placeholder 5"/>
          <p:cNvSpPr>
            <a:spLocks noGrp="1"/>
          </p:cNvSpPr>
          <p:nvPr>
            <p:ph idx="13"/>
          </p:nvPr>
        </p:nvSpPr>
        <p:spPr>
          <a:xfrm>
            <a:off x="771260" y="2046716"/>
            <a:ext cx="7829550" cy="3352800"/>
          </a:xfrm>
        </p:spPr>
        <p:txBody>
          <a:bodyPr/>
          <a:lstStyle/>
          <a:p>
            <a:pPr marL="171450" lvl="1" indent="0">
              <a:spcBef>
                <a:spcPts val="0"/>
              </a:spcBef>
              <a:buNone/>
            </a:pPr>
            <a:r>
              <a:rPr lang="en-US" sz="1600" b="1" dirty="0">
                <a:solidFill>
                  <a:srgbClr val="C00000"/>
                </a:solidFill>
                <a:latin typeface="Courier New Bold" panose="02070609020205020404" pitchFamily="49" charset="0"/>
                <a:ea typeface="MS Mincho"/>
                <a:cs typeface="Courier New" panose="02070309020205020404" pitchFamily="49" charset="0"/>
              </a:rPr>
              <a:t># Helper method returns node at position i</a:t>
            </a:r>
            <a:endParaRPr lang="en-US" sz="1600" dirty="0">
              <a:solidFill>
                <a:srgbClr val="C00000"/>
              </a:solidFill>
              <a:latin typeface="Bank Gothic Bold"/>
              <a:ea typeface="MS Mincho"/>
              <a:cs typeface="Bank Gothic Bold"/>
            </a:endParaRPr>
          </a:p>
          <a:p>
            <a:pPr marL="171450" lvl="1" indent="0">
              <a:spcBef>
                <a:spcPts val="0"/>
              </a:spcBef>
              <a:buNone/>
            </a:pPr>
            <a:r>
              <a:rPr lang="en-US" sz="1600" b="1" dirty="0">
                <a:solidFill>
                  <a:srgbClr val="8A3800"/>
                </a:solidFill>
                <a:latin typeface="Courier New Bold" panose="02070609020205020404" pitchFamily="49" charset="0"/>
                <a:ea typeface="MS Mincho"/>
                <a:cs typeface="Courier New" panose="02070309020205020404" pitchFamily="49" charset="0"/>
              </a:rPr>
              <a:t>def</a:t>
            </a:r>
            <a:r>
              <a:rPr lang="en-US" sz="1600" dirty="0">
                <a:latin typeface="Times" panose="02020603050405020304" pitchFamily="18" charset="0"/>
                <a:ea typeface="MS Mincho"/>
                <a:cs typeface="Bank Gothic Bold"/>
              </a:rPr>
              <a:t> </a:t>
            </a:r>
            <a:r>
              <a:rPr lang="en-US" sz="1600" b="1" dirty="0">
                <a:solidFill>
                  <a:srgbClr val="0000FF"/>
                </a:solidFill>
                <a:latin typeface="Courier New Bold" panose="02070609020205020404" pitchFamily="49" charset="0"/>
                <a:ea typeface="MS Mincho"/>
                <a:cs typeface="Courier New" panose="02070309020205020404" pitchFamily="49" charset="0"/>
              </a:rPr>
              <a:t>getNode</a:t>
            </a:r>
            <a:r>
              <a:rPr lang="en-US" sz="1600" b="1" dirty="0">
                <a:latin typeface="Courier New" panose="02070309020205020404" pitchFamily="49" charset="0"/>
                <a:ea typeface="MS Mincho"/>
                <a:cs typeface="Bank Gothic Bold"/>
              </a:rPr>
              <a:t>(self,</a:t>
            </a:r>
            <a:r>
              <a:rPr lang="en-US" sz="1600" dirty="0">
                <a:latin typeface="Times" panose="02020603050405020304" pitchFamily="18" charset="0"/>
                <a:ea typeface="MS Mincho"/>
                <a:cs typeface="Bank Gothic Bold"/>
              </a:rPr>
              <a:t> </a:t>
            </a:r>
            <a:r>
              <a:rPr lang="en-US" sz="1600" b="1" dirty="0">
                <a:latin typeface="Courier New" panose="02070309020205020404" pitchFamily="49" charset="0"/>
                <a:ea typeface="MS Mincho"/>
                <a:cs typeface="Bank Gothic Bold"/>
              </a:rPr>
              <a:t>i):</a:t>
            </a:r>
            <a:endParaRPr lang="en-US" sz="1600" dirty="0">
              <a:latin typeface="Bank Gothic Bold"/>
              <a:ea typeface="MS Mincho"/>
              <a:cs typeface="Bank Gothic Bold"/>
            </a:endParaRPr>
          </a:p>
          <a:p>
            <a:pPr marL="554355" lvl="1" indent="0">
              <a:spcBef>
                <a:spcPts val="0"/>
              </a:spcBef>
              <a:buNone/>
            </a:pPr>
            <a:r>
              <a:rPr lang="en-US" sz="1600" b="1" dirty="0">
                <a:solidFill>
                  <a:srgbClr val="006800"/>
                </a:solidFill>
                <a:latin typeface="Courier New Bold" panose="02070609020205020404" pitchFamily="49" charset="0"/>
                <a:ea typeface="MS Mincho"/>
                <a:cs typeface="Courier New" panose="02070309020205020404" pitchFamily="49" charset="0"/>
              </a:rPr>
              <a:t>"""Helper method: returns a pointer to the node</a:t>
            </a:r>
            <a:endParaRPr lang="en-US" sz="1600" dirty="0">
              <a:solidFill>
                <a:srgbClr val="006800"/>
              </a:solidFill>
              <a:latin typeface="Bank Gothic Bold"/>
              <a:ea typeface="MS Mincho"/>
              <a:cs typeface="Bank Gothic Bold"/>
            </a:endParaRPr>
          </a:p>
          <a:p>
            <a:pPr marL="554355" lvl="1" indent="0">
              <a:spcBef>
                <a:spcPts val="0"/>
              </a:spcBef>
              <a:buNone/>
            </a:pPr>
            <a:r>
              <a:rPr lang="en-US" sz="1600" b="1" dirty="0">
                <a:solidFill>
                  <a:srgbClr val="006800"/>
                </a:solidFill>
                <a:latin typeface="Courier New Bold" panose="02070609020205020404" pitchFamily="49" charset="0"/>
                <a:ea typeface="MS Mincho"/>
                <a:cs typeface="Courier New" panose="02070309020205020404" pitchFamily="49" charset="0"/>
              </a:rPr>
              <a:t>at position i."""</a:t>
            </a:r>
            <a:endParaRPr lang="en-US" sz="1600" dirty="0">
              <a:solidFill>
                <a:srgbClr val="006800"/>
              </a:solidFill>
              <a:latin typeface="Bank Gothic Bold"/>
              <a:ea typeface="MS Mincho"/>
              <a:cs typeface="Bank Gothic Bold"/>
            </a:endParaRPr>
          </a:p>
          <a:p>
            <a:pPr marL="171450" lvl="1" indent="0">
              <a:spcBef>
                <a:spcPts val="0"/>
              </a:spcBef>
              <a:buNone/>
            </a:pPr>
            <a:r>
              <a:rPr lang="en-US" sz="1600" dirty="0">
                <a:solidFill>
                  <a:srgbClr val="FF6600"/>
                </a:solidFill>
                <a:latin typeface="Courier New Bold" panose="02070609020205020404" pitchFamily="49" charset="0"/>
                <a:ea typeface="MS Mincho"/>
                <a:cs typeface="Courier New" panose="02070309020205020404" pitchFamily="49" charset="0"/>
              </a:rPr>
              <a:t>    </a:t>
            </a:r>
            <a:r>
              <a:rPr lang="en-US" sz="1600" b="1" dirty="0">
                <a:solidFill>
                  <a:srgbClr val="8A3800"/>
                </a:solidFill>
                <a:latin typeface="Courier New Bold" panose="02070609020205020404" pitchFamily="49" charset="0"/>
                <a:ea typeface="MS Mincho"/>
                <a:cs typeface="Courier New" panose="02070309020205020404" pitchFamily="49" charset="0"/>
              </a:rPr>
              <a:t>if</a:t>
            </a:r>
            <a:r>
              <a:rPr lang="en-US" sz="1600" dirty="0">
                <a:latin typeface="Times" panose="02020603050405020304" pitchFamily="18" charset="0"/>
                <a:ea typeface="MS Mincho"/>
                <a:cs typeface="Bank Gothic Bold"/>
              </a:rPr>
              <a:t> </a:t>
            </a:r>
            <a:r>
              <a:rPr lang="en-US" sz="1600" b="1" dirty="0">
                <a:latin typeface="Courier New" panose="02070309020205020404" pitchFamily="49" charset="0"/>
                <a:ea typeface="MS Mincho"/>
                <a:cs typeface="Bank Gothic Bold"/>
              </a:rPr>
              <a:t>i</a:t>
            </a:r>
            <a:r>
              <a:rPr lang="en-US" sz="1600" dirty="0">
                <a:latin typeface="Times" panose="02020603050405020304" pitchFamily="18" charset="0"/>
                <a:ea typeface="MS Mincho"/>
                <a:cs typeface="Bank Gothic Bold"/>
              </a:rPr>
              <a:t> </a:t>
            </a:r>
            <a:r>
              <a:rPr lang="en-US" sz="1600" b="1" dirty="0">
                <a:latin typeface="Courier New" panose="02070309020205020404" pitchFamily="49" charset="0"/>
                <a:ea typeface="MS Mincho"/>
                <a:cs typeface="Bank Gothic Bold"/>
              </a:rPr>
              <a:t>==</a:t>
            </a:r>
            <a:r>
              <a:rPr lang="en-US" sz="1600" dirty="0">
                <a:latin typeface="Times" panose="02020603050405020304" pitchFamily="18" charset="0"/>
                <a:ea typeface="MS Mincho"/>
                <a:cs typeface="Bank Gothic Bold"/>
              </a:rPr>
              <a:t> </a:t>
            </a:r>
            <a:r>
              <a:rPr lang="en-US" sz="1600" b="1" dirty="0">
                <a:solidFill>
                  <a:srgbClr val="660066"/>
                </a:solidFill>
                <a:latin typeface="Courier New Bold" panose="02070609020205020404" pitchFamily="49" charset="0"/>
                <a:ea typeface="MS Mincho"/>
                <a:cs typeface="Courier New" panose="02070309020205020404" pitchFamily="49" charset="0"/>
              </a:rPr>
              <a:t>len</a:t>
            </a:r>
            <a:r>
              <a:rPr lang="en-US" sz="1600" b="1" dirty="0">
                <a:latin typeface="Courier New" panose="02070309020205020404" pitchFamily="49" charset="0"/>
                <a:ea typeface="MS Mincho"/>
                <a:cs typeface="Bank Gothic Bold"/>
              </a:rPr>
              <a:t>(self):</a:t>
            </a:r>
            <a:r>
              <a:rPr lang="en-US" sz="1600" dirty="0">
                <a:latin typeface="Times" panose="02020603050405020304" pitchFamily="18" charset="0"/>
                <a:ea typeface="MS Mincho"/>
                <a:cs typeface="Bank Gothic Bold"/>
              </a:rPr>
              <a:t>            </a:t>
            </a:r>
            <a:r>
              <a:rPr lang="en-US" sz="1600" b="1" dirty="0">
                <a:solidFill>
                  <a:srgbClr val="C00000"/>
                </a:solidFill>
                <a:latin typeface="Courier New Bold" panose="02070609020205020404" pitchFamily="49" charset="0"/>
                <a:ea typeface="MS Mincho"/>
                <a:cs typeface="Courier New" panose="02070309020205020404" pitchFamily="49" charset="0"/>
              </a:rPr>
              <a:t># Constant-time access to head node</a:t>
            </a:r>
            <a:endParaRPr lang="en-US" sz="1600" dirty="0">
              <a:solidFill>
                <a:srgbClr val="C00000"/>
              </a:solidFill>
              <a:latin typeface="Bank Gothic Bold"/>
              <a:ea typeface="MS Mincho"/>
              <a:cs typeface="Bank Gothic Bold"/>
            </a:endParaRPr>
          </a:p>
          <a:p>
            <a:pPr marL="171450" lvl="1" indent="0">
              <a:spcBef>
                <a:spcPts val="0"/>
              </a:spcBef>
              <a:buNone/>
            </a:pPr>
            <a:r>
              <a:rPr lang="en-US" sz="1600" dirty="0">
                <a:solidFill>
                  <a:srgbClr val="FF6600"/>
                </a:solidFill>
                <a:latin typeface="Courier New Bold" panose="02070609020205020404" pitchFamily="49" charset="0"/>
                <a:ea typeface="MS Mincho"/>
                <a:cs typeface="Courier New" panose="02070309020205020404" pitchFamily="49" charset="0"/>
              </a:rPr>
              <a:t>        </a:t>
            </a:r>
            <a:r>
              <a:rPr lang="en-US" sz="1600" b="1" dirty="0">
                <a:solidFill>
                  <a:srgbClr val="8A3800"/>
                </a:solidFill>
                <a:latin typeface="Courier New Bold" panose="02070609020205020404" pitchFamily="49" charset="0"/>
                <a:ea typeface="MS Mincho"/>
                <a:cs typeface="Courier New" panose="02070309020205020404" pitchFamily="49" charset="0"/>
              </a:rPr>
              <a:t>return</a:t>
            </a:r>
            <a:r>
              <a:rPr lang="en-US" sz="1600" dirty="0">
                <a:latin typeface="Times" panose="02020603050405020304" pitchFamily="18" charset="0"/>
                <a:ea typeface="MS Mincho"/>
                <a:cs typeface="Bank Gothic Bold"/>
              </a:rPr>
              <a:t> </a:t>
            </a:r>
            <a:r>
              <a:rPr lang="en-US" sz="1600" b="1" dirty="0">
                <a:latin typeface="Courier New" panose="02070309020205020404" pitchFamily="49" charset="0"/>
                <a:ea typeface="MS Mincho"/>
                <a:cs typeface="Bank Gothic Bold"/>
              </a:rPr>
              <a:t>self.head  </a:t>
            </a:r>
            <a:endParaRPr lang="en-US" sz="1600" dirty="0">
              <a:latin typeface="Bank Gothic Bold"/>
              <a:ea typeface="MS Mincho"/>
              <a:cs typeface="Bank Gothic Bold"/>
            </a:endParaRPr>
          </a:p>
          <a:p>
            <a:pPr marL="171450" lvl="1" indent="0">
              <a:spcBef>
                <a:spcPts val="0"/>
              </a:spcBef>
              <a:buNone/>
            </a:pPr>
            <a:r>
              <a:rPr lang="en-US" sz="1600" dirty="0">
                <a:solidFill>
                  <a:srgbClr val="FF6600"/>
                </a:solidFill>
                <a:latin typeface="Courier New Bold" panose="02070609020205020404" pitchFamily="49" charset="0"/>
                <a:ea typeface="MS Mincho"/>
                <a:cs typeface="Courier New" panose="02070309020205020404" pitchFamily="49" charset="0"/>
              </a:rPr>
              <a:t>    </a:t>
            </a:r>
            <a:r>
              <a:rPr lang="en-US" sz="1600" b="1" dirty="0">
                <a:solidFill>
                  <a:srgbClr val="8A3800"/>
                </a:solidFill>
                <a:latin typeface="Courier New Bold" panose="02070609020205020404" pitchFamily="49" charset="0"/>
                <a:ea typeface="MS Mincho"/>
                <a:cs typeface="Courier New" panose="02070309020205020404" pitchFamily="49" charset="0"/>
              </a:rPr>
              <a:t>if</a:t>
            </a:r>
            <a:r>
              <a:rPr lang="en-US" sz="1600" dirty="0">
                <a:latin typeface="Times" panose="02020603050405020304" pitchFamily="18" charset="0"/>
                <a:ea typeface="MS Mincho"/>
                <a:cs typeface="Bank Gothic Bold"/>
              </a:rPr>
              <a:t> </a:t>
            </a:r>
            <a:r>
              <a:rPr lang="en-US" sz="1600" b="1" dirty="0">
                <a:latin typeface="Courier New" panose="02070309020205020404" pitchFamily="49" charset="0"/>
                <a:ea typeface="MS Mincho"/>
                <a:cs typeface="Bank Gothic Bold"/>
              </a:rPr>
              <a:t>i</a:t>
            </a:r>
            <a:r>
              <a:rPr lang="en-US" sz="1600" dirty="0">
                <a:latin typeface="Times" panose="02020603050405020304" pitchFamily="18" charset="0"/>
                <a:ea typeface="MS Mincho"/>
                <a:cs typeface="Bank Gothic Bold"/>
              </a:rPr>
              <a:t> </a:t>
            </a:r>
            <a:r>
              <a:rPr lang="en-US" sz="1600" b="1" dirty="0">
                <a:latin typeface="Courier New" panose="02070309020205020404" pitchFamily="49" charset="0"/>
                <a:ea typeface="MS Mincho"/>
                <a:cs typeface="Bank Gothic Bold"/>
              </a:rPr>
              <a:t>==</a:t>
            </a:r>
            <a:r>
              <a:rPr lang="en-US" sz="1600" dirty="0">
                <a:latin typeface="Times" panose="02020603050405020304" pitchFamily="18" charset="0"/>
                <a:ea typeface="MS Mincho"/>
                <a:cs typeface="Bank Gothic Bold"/>
              </a:rPr>
              <a:t> </a:t>
            </a:r>
            <a:r>
              <a:rPr lang="en-US" sz="1600" b="1" dirty="0">
                <a:solidFill>
                  <a:srgbClr val="660066"/>
                </a:solidFill>
                <a:latin typeface="Courier New Bold" panose="02070609020205020404" pitchFamily="49" charset="0"/>
                <a:ea typeface="MS Mincho"/>
                <a:cs typeface="Courier New" panose="02070309020205020404" pitchFamily="49" charset="0"/>
              </a:rPr>
              <a:t>len</a:t>
            </a:r>
            <a:r>
              <a:rPr lang="en-US" sz="1600" b="1" dirty="0">
                <a:latin typeface="Courier New" panose="02070309020205020404" pitchFamily="49" charset="0"/>
                <a:ea typeface="MS Mincho"/>
                <a:cs typeface="Bank Gothic Bold"/>
              </a:rPr>
              <a:t>(self)</a:t>
            </a:r>
            <a:r>
              <a:rPr lang="en-US" sz="1600" dirty="0">
                <a:latin typeface="Times" panose="02020603050405020304" pitchFamily="18" charset="0"/>
                <a:ea typeface="MS Mincho"/>
                <a:cs typeface="Bank Gothic Bold"/>
              </a:rPr>
              <a:t> </a:t>
            </a:r>
            <a:r>
              <a:rPr lang="en-US" sz="1600" b="1" dirty="0">
                <a:latin typeface="Courier New" panose="02070309020205020404" pitchFamily="49" charset="0"/>
                <a:ea typeface="MS Mincho"/>
                <a:cs typeface="Bank Gothic Bold"/>
              </a:rPr>
              <a:t>-</a:t>
            </a:r>
            <a:r>
              <a:rPr lang="en-US" sz="1600" dirty="0">
                <a:latin typeface="Times" panose="02020603050405020304" pitchFamily="18" charset="0"/>
                <a:ea typeface="MS Mincho"/>
                <a:cs typeface="Bank Gothic Bold"/>
              </a:rPr>
              <a:t> </a:t>
            </a:r>
            <a:r>
              <a:rPr lang="en-US" sz="1600" b="1" dirty="0">
                <a:latin typeface="Courier New" panose="02070309020205020404" pitchFamily="49" charset="0"/>
                <a:ea typeface="MS Mincho"/>
                <a:cs typeface="Bank Gothic Bold"/>
              </a:rPr>
              <a:t>1:</a:t>
            </a:r>
            <a:r>
              <a:rPr lang="en-US" sz="1600" dirty="0">
                <a:latin typeface="Times" panose="02020603050405020304" pitchFamily="18" charset="0"/>
                <a:ea typeface="MS Mincho"/>
                <a:cs typeface="Bank Gothic Bold"/>
              </a:rPr>
              <a:t>      </a:t>
            </a:r>
            <a:r>
              <a:rPr lang="en-US" sz="1600" b="1" dirty="0">
                <a:solidFill>
                  <a:srgbClr val="C00000"/>
                </a:solidFill>
                <a:latin typeface="Courier New Bold" panose="02070609020205020404" pitchFamily="49" charset="0"/>
                <a:ea typeface="MS Mincho"/>
                <a:cs typeface="Courier New" panose="02070309020205020404" pitchFamily="49" charset="0"/>
              </a:rPr>
              <a:t># or last data node</a:t>
            </a:r>
            <a:endParaRPr lang="en-US" sz="1600" dirty="0">
              <a:solidFill>
                <a:srgbClr val="C00000"/>
              </a:solidFill>
              <a:latin typeface="Bank Gothic Bold"/>
              <a:ea typeface="MS Mincho"/>
              <a:cs typeface="Bank Gothic Bold"/>
            </a:endParaRPr>
          </a:p>
          <a:p>
            <a:pPr marL="554355" lvl="1" indent="0">
              <a:spcBef>
                <a:spcPts val="0"/>
              </a:spcBef>
              <a:buNone/>
            </a:pPr>
            <a:r>
              <a:rPr lang="en-US" sz="1600" dirty="0">
                <a:solidFill>
                  <a:srgbClr val="FF6600"/>
                </a:solidFill>
                <a:latin typeface="Courier New Bold" panose="02070609020205020404" pitchFamily="49" charset="0"/>
                <a:ea typeface="MS Mincho"/>
                <a:cs typeface="Courier New" panose="02070309020205020404" pitchFamily="49" charset="0"/>
              </a:rPr>
              <a:t>    </a:t>
            </a:r>
            <a:r>
              <a:rPr lang="en-US" sz="1600" b="1" dirty="0">
                <a:solidFill>
                  <a:srgbClr val="8A3800"/>
                </a:solidFill>
                <a:latin typeface="Courier New Bold" panose="02070609020205020404" pitchFamily="49" charset="0"/>
                <a:ea typeface="MS Mincho"/>
                <a:cs typeface="Courier New" panose="02070309020205020404" pitchFamily="49" charset="0"/>
              </a:rPr>
              <a:t>return</a:t>
            </a:r>
            <a:r>
              <a:rPr lang="en-US" sz="1600" dirty="0">
                <a:latin typeface="Times" panose="02020603050405020304" pitchFamily="18" charset="0"/>
                <a:ea typeface="MS Mincho"/>
                <a:cs typeface="Bank Gothic Bold"/>
              </a:rPr>
              <a:t> </a:t>
            </a:r>
            <a:r>
              <a:rPr lang="en-US" sz="1600" b="1" dirty="0">
                <a:latin typeface="Courier New" panose="02070309020205020404" pitchFamily="49" charset="0"/>
                <a:ea typeface="MS Mincho"/>
                <a:cs typeface="Bank Gothic Bold"/>
              </a:rPr>
              <a:t>self.head.previous</a:t>
            </a:r>
            <a:endParaRPr lang="en-US" sz="1600" dirty="0">
              <a:latin typeface="Bank Gothic Bold"/>
              <a:ea typeface="MS Mincho"/>
              <a:cs typeface="Bank Gothic Bold"/>
            </a:endParaRPr>
          </a:p>
          <a:p>
            <a:pPr marL="554355" lvl="1" indent="0">
              <a:spcBef>
                <a:spcPts val="0"/>
              </a:spcBef>
              <a:buNone/>
            </a:pPr>
            <a:r>
              <a:rPr lang="en-US" sz="1600" b="1" dirty="0">
                <a:latin typeface="Courier New" panose="02070309020205020404" pitchFamily="49" charset="0"/>
                <a:ea typeface="MS Mincho"/>
                <a:cs typeface="Bank Gothic Bold"/>
              </a:rPr>
              <a:t>probe</a:t>
            </a:r>
            <a:r>
              <a:rPr lang="en-US" sz="1600" dirty="0">
                <a:latin typeface="Times" panose="02020603050405020304" pitchFamily="18" charset="0"/>
                <a:ea typeface="MS Mincho"/>
                <a:cs typeface="Bank Gothic Bold"/>
              </a:rPr>
              <a:t> </a:t>
            </a:r>
            <a:r>
              <a:rPr lang="en-US" sz="1600" b="1" dirty="0">
                <a:latin typeface="Courier New" panose="02070309020205020404" pitchFamily="49" charset="0"/>
                <a:ea typeface="MS Mincho"/>
                <a:cs typeface="Bank Gothic Bold"/>
              </a:rPr>
              <a:t>=</a:t>
            </a:r>
            <a:r>
              <a:rPr lang="en-US" sz="1600" dirty="0">
                <a:latin typeface="Times" panose="02020603050405020304" pitchFamily="18" charset="0"/>
                <a:ea typeface="MS Mincho"/>
                <a:cs typeface="Bank Gothic Bold"/>
              </a:rPr>
              <a:t> </a:t>
            </a:r>
            <a:r>
              <a:rPr lang="en-US" sz="1600" b="1" dirty="0">
                <a:latin typeface="Courier New" panose="02070309020205020404" pitchFamily="49" charset="0"/>
                <a:ea typeface="MS Mincho"/>
                <a:cs typeface="Bank Gothic Bold"/>
              </a:rPr>
              <a:t>self.head.next</a:t>
            </a:r>
            <a:endParaRPr lang="en-US" sz="1600" dirty="0">
              <a:latin typeface="Bank Gothic Bold"/>
              <a:ea typeface="MS Mincho"/>
              <a:cs typeface="Bank Gothic Bold"/>
            </a:endParaRPr>
          </a:p>
          <a:p>
            <a:pPr marL="554355" lvl="1" indent="0">
              <a:spcBef>
                <a:spcPts val="0"/>
              </a:spcBef>
              <a:buNone/>
            </a:pPr>
            <a:r>
              <a:rPr lang="en-US" sz="1600" b="1" dirty="0">
                <a:solidFill>
                  <a:srgbClr val="8A3800"/>
                </a:solidFill>
                <a:latin typeface="Courier New Bold" panose="02070609020205020404" pitchFamily="49" charset="0"/>
                <a:ea typeface="MS Mincho"/>
                <a:cs typeface="Courier New" panose="02070309020205020404" pitchFamily="49" charset="0"/>
              </a:rPr>
              <a:t>while</a:t>
            </a:r>
            <a:r>
              <a:rPr lang="en-US" sz="1600" dirty="0">
                <a:latin typeface="Times" panose="02020603050405020304" pitchFamily="18" charset="0"/>
                <a:ea typeface="MS Mincho"/>
                <a:cs typeface="Bank Gothic Bold"/>
              </a:rPr>
              <a:t> </a:t>
            </a:r>
            <a:r>
              <a:rPr lang="en-US" sz="1600" b="1" dirty="0">
                <a:latin typeface="Courier New" panose="02070309020205020404" pitchFamily="49" charset="0"/>
                <a:ea typeface="MS Mincho"/>
                <a:cs typeface="Bank Gothic Bold"/>
              </a:rPr>
              <a:t>i</a:t>
            </a:r>
            <a:r>
              <a:rPr lang="en-US" sz="1600" dirty="0">
                <a:latin typeface="Times" panose="02020603050405020304" pitchFamily="18" charset="0"/>
                <a:ea typeface="MS Mincho"/>
                <a:cs typeface="Bank Gothic Bold"/>
              </a:rPr>
              <a:t> </a:t>
            </a:r>
            <a:r>
              <a:rPr lang="en-US" sz="1600" b="1" dirty="0">
                <a:latin typeface="Courier New" panose="02070309020205020404" pitchFamily="49" charset="0"/>
                <a:ea typeface="MS Mincho"/>
                <a:cs typeface="Bank Gothic Bold"/>
              </a:rPr>
              <a:t>&gt;</a:t>
            </a:r>
            <a:r>
              <a:rPr lang="en-US" sz="1600" dirty="0">
                <a:latin typeface="Times" panose="02020603050405020304" pitchFamily="18" charset="0"/>
                <a:ea typeface="MS Mincho"/>
                <a:cs typeface="Bank Gothic Bold"/>
              </a:rPr>
              <a:t> </a:t>
            </a:r>
            <a:r>
              <a:rPr lang="en-US" sz="1600" b="1" dirty="0">
                <a:latin typeface="Courier New" panose="02070309020205020404" pitchFamily="49" charset="0"/>
                <a:ea typeface="MS Mincho"/>
                <a:cs typeface="Bank Gothic Bold"/>
              </a:rPr>
              <a:t>0:</a:t>
            </a:r>
            <a:endParaRPr lang="en-US" sz="1600" dirty="0">
              <a:latin typeface="Bank Gothic Bold"/>
              <a:ea typeface="MS Mincho"/>
              <a:cs typeface="Bank Gothic Bold"/>
            </a:endParaRPr>
          </a:p>
          <a:p>
            <a:pPr marL="908685" lvl="1" indent="0">
              <a:spcBef>
                <a:spcPts val="0"/>
              </a:spcBef>
              <a:buNone/>
            </a:pPr>
            <a:r>
              <a:rPr lang="en-US" sz="1600" b="1" dirty="0">
                <a:latin typeface="Courier New" panose="02070309020205020404" pitchFamily="49" charset="0"/>
                <a:ea typeface="MS Mincho"/>
                <a:cs typeface="Bank Gothic Bold"/>
              </a:rPr>
              <a:t>probe</a:t>
            </a:r>
            <a:r>
              <a:rPr lang="en-US" sz="1600" dirty="0">
                <a:latin typeface="Times" panose="02020603050405020304" pitchFamily="18" charset="0"/>
                <a:ea typeface="MS Mincho"/>
                <a:cs typeface="Bank Gothic Bold"/>
              </a:rPr>
              <a:t> </a:t>
            </a:r>
            <a:r>
              <a:rPr lang="en-US" sz="1600" b="1" dirty="0">
                <a:latin typeface="Courier New" panose="02070309020205020404" pitchFamily="49" charset="0"/>
                <a:ea typeface="MS Mincho"/>
                <a:cs typeface="Bank Gothic Bold"/>
              </a:rPr>
              <a:t>=</a:t>
            </a:r>
            <a:r>
              <a:rPr lang="en-US" sz="1600" dirty="0">
                <a:latin typeface="Times" panose="02020603050405020304" pitchFamily="18" charset="0"/>
                <a:ea typeface="MS Mincho"/>
                <a:cs typeface="Bank Gothic Bold"/>
              </a:rPr>
              <a:t> </a:t>
            </a:r>
            <a:r>
              <a:rPr lang="en-US" sz="1600" b="1" dirty="0">
                <a:latin typeface="Courier New" panose="02070309020205020404" pitchFamily="49" charset="0"/>
                <a:ea typeface="MS Mincho"/>
                <a:cs typeface="Bank Gothic Bold"/>
              </a:rPr>
              <a:t>probe.next</a:t>
            </a:r>
            <a:endParaRPr lang="en-US" sz="1600" dirty="0">
              <a:latin typeface="Bank Gothic Bold"/>
              <a:ea typeface="MS Mincho"/>
              <a:cs typeface="Bank Gothic Bold"/>
            </a:endParaRPr>
          </a:p>
          <a:p>
            <a:pPr marL="908685" lvl="1" indent="0">
              <a:spcBef>
                <a:spcPts val="0"/>
              </a:spcBef>
              <a:buNone/>
            </a:pPr>
            <a:r>
              <a:rPr lang="en-US" sz="1600" b="1" dirty="0">
                <a:latin typeface="Courier New" panose="02070309020205020404" pitchFamily="49" charset="0"/>
                <a:ea typeface="MS Mincho"/>
                <a:cs typeface="Bank Gothic Bold"/>
              </a:rPr>
              <a:t>i</a:t>
            </a:r>
            <a:r>
              <a:rPr lang="en-US" sz="1600" dirty="0">
                <a:latin typeface="Times" panose="02020603050405020304" pitchFamily="18" charset="0"/>
                <a:ea typeface="MS Mincho"/>
                <a:cs typeface="Bank Gothic Bold"/>
              </a:rPr>
              <a:t> </a:t>
            </a:r>
            <a:r>
              <a:rPr lang="en-US" sz="1600" b="1" dirty="0">
                <a:latin typeface="Courier New" panose="02070309020205020404" pitchFamily="49" charset="0"/>
                <a:ea typeface="MS Mincho"/>
                <a:cs typeface="Bank Gothic Bold"/>
              </a:rPr>
              <a:t>-=</a:t>
            </a:r>
            <a:r>
              <a:rPr lang="en-US" sz="1600" dirty="0">
                <a:latin typeface="Times" panose="02020603050405020304" pitchFamily="18" charset="0"/>
                <a:ea typeface="MS Mincho"/>
                <a:cs typeface="Bank Gothic Bold"/>
              </a:rPr>
              <a:t> </a:t>
            </a:r>
            <a:r>
              <a:rPr lang="en-US" sz="1600" b="1" dirty="0">
                <a:latin typeface="Courier New" panose="02070309020205020404" pitchFamily="49" charset="0"/>
                <a:ea typeface="MS Mincho"/>
                <a:cs typeface="Bank Gothic Bold"/>
              </a:rPr>
              <a:t>1</a:t>
            </a:r>
            <a:endParaRPr lang="en-US" sz="1600" dirty="0">
              <a:latin typeface="Bank Gothic Bold"/>
              <a:ea typeface="MS Mincho"/>
              <a:cs typeface="Bank Gothic Bold"/>
            </a:endParaRPr>
          </a:p>
          <a:p>
            <a:pPr marL="554355" lvl="1" indent="0">
              <a:spcBef>
                <a:spcPts val="0"/>
              </a:spcBef>
              <a:buNone/>
            </a:pPr>
            <a:r>
              <a:rPr lang="en-US" sz="1600" b="1" dirty="0">
                <a:solidFill>
                  <a:srgbClr val="8A3800"/>
                </a:solidFill>
                <a:latin typeface="Courier New Bold" panose="02070609020205020404" pitchFamily="49" charset="0"/>
                <a:ea typeface="MS Mincho"/>
                <a:cs typeface="Courier New" panose="02070309020205020404" pitchFamily="49" charset="0"/>
              </a:rPr>
              <a:t>return</a:t>
            </a:r>
            <a:r>
              <a:rPr lang="en-US" sz="1600" dirty="0">
                <a:latin typeface="Times" panose="02020603050405020304" pitchFamily="18" charset="0"/>
                <a:ea typeface="MS Mincho"/>
                <a:cs typeface="Bank Gothic Bold"/>
              </a:rPr>
              <a:t> </a:t>
            </a:r>
            <a:r>
              <a:rPr lang="en-US" sz="1600" b="1" dirty="0">
                <a:latin typeface="Courier New" panose="02070309020205020404" pitchFamily="49" charset="0"/>
                <a:ea typeface="MS Mincho"/>
                <a:cs typeface="Bank Gothic Bold"/>
              </a:rPr>
              <a:t>probe</a:t>
            </a:r>
            <a:endParaRPr lang="en-US" sz="1600" dirty="0">
              <a:latin typeface="Bank Gothic Bold"/>
              <a:ea typeface="MS Mincho"/>
              <a:cs typeface="Bank Gothic Bold"/>
            </a:endParaRP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5048129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A Linked Implementation </a:t>
            </a:r>
            <a:r>
              <a:rPr lang="en-US" sz="2000" dirty="0"/>
              <a:t>(4 of 4)</a:t>
            </a:r>
          </a:p>
        </p:txBody>
      </p:sp>
      <p:sp>
        <p:nvSpPr>
          <p:cNvPr id="3" name="Content Placeholder 2"/>
          <p:cNvSpPr>
            <a:spLocks noGrp="1"/>
          </p:cNvSpPr>
          <p:nvPr>
            <p:ph idx="1"/>
          </p:nvPr>
        </p:nvSpPr>
        <p:spPr>
          <a:xfrm>
            <a:off x="628650" y="1500504"/>
            <a:ext cx="7886700" cy="629154"/>
          </a:xfrm>
        </p:spPr>
        <p:txBody>
          <a:bodyPr>
            <a:normAutofit/>
          </a:bodyPr>
          <a:lstStyle/>
          <a:p>
            <a:pPr marL="291600" indent="-291600">
              <a:spcBef>
                <a:spcPts val="1000"/>
              </a:spcBef>
            </a:pPr>
            <a:r>
              <a:rPr lang="en-US" dirty="0"/>
              <a:t>Code for  </a:t>
            </a:r>
            <a:r>
              <a:rPr lang="en-US" b="1" dirty="0">
                <a:latin typeface="Courier New" panose="02070309020205020404" pitchFamily="49" charset="0"/>
                <a:cs typeface="Courier New" panose="02070309020205020404" pitchFamily="49" charset="0"/>
              </a:rPr>
              <a:t>getNode</a:t>
            </a:r>
            <a:r>
              <a:rPr lang="en-US" dirty="0"/>
              <a:t>, </a:t>
            </a:r>
            <a:r>
              <a:rPr lang="en-US" b="1" dirty="0">
                <a:latin typeface="Courier New" panose="02070309020205020404" pitchFamily="49" charset="0"/>
                <a:cs typeface="Courier New" panose="02070309020205020404" pitchFamily="49" charset="0"/>
              </a:rPr>
              <a:t>_setitem_, </a:t>
            </a:r>
            <a:r>
              <a:rPr lang="en-US" dirty="0"/>
              <a:t>and </a:t>
            </a:r>
            <a:r>
              <a:rPr lang="en-US" b="1" dirty="0">
                <a:latin typeface="Courier New" panose="02070309020205020404" pitchFamily="49" charset="0"/>
                <a:cs typeface="Courier New" panose="02070309020205020404" pitchFamily="49" charset="0"/>
              </a:rPr>
              <a:t>insert</a:t>
            </a:r>
            <a:r>
              <a:rPr lang="en-US" dirty="0"/>
              <a:t> methods (continued):</a:t>
            </a:r>
          </a:p>
        </p:txBody>
      </p:sp>
      <p:sp>
        <p:nvSpPr>
          <p:cNvPr id="6" name="Content Placeholder 5"/>
          <p:cNvSpPr>
            <a:spLocks noGrp="1"/>
          </p:cNvSpPr>
          <p:nvPr>
            <p:ph idx="13"/>
          </p:nvPr>
        </p:nvSpPr>
        <p:spPr>
          <a:xfrm>
            <a:off x="628650" y="2369480"/>
            <a:ext cx="7886700" cy="3581400"/>
          </a:xfrm>
        </p:spPr>
        <p:txBody>
          <a:bodyPr>
            <a:normAutofit fontScale="92500" lnSpcReduction="20000"/>
          </a:bodyPr>
          <a:lstStyle/>
          <a:p>
            <a:pPr marL="171450"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 Mutator methods</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__setitem__</a:t>
            </a:r>
            <a:r>
              <a:rPr lang="en-US" b="1" dirty="0">
                <a:latin typeface="Courier New" panose="02070309020205020404" pitchFamily="49" charset="0"/>
                <a:ea typeface="MS Mincho"/>
                <a:cs typeface="Bank Gothic Bold"/>
              </a:rPr>
              <a:t>(self,</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item):</a:t>
            </a:r>
            <a:endParaRPr lang="en-US" sz="1300" dirty="0">
              <a:latin typeface="Bank Gothic Bold"/>
              <a:ea typeface="MS Mincho"/>
              <a:cs typeface="Bank Gothic Bold"/>
            </a:endParaRPr>
          </a:p>
          <a:p>
            <a:pPr marL="55435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"""Precondition: 0 &lt;= i &lt; len(self)</a:t>
            </a:r>
            <a:endParaRPr lang="en-US" sz="1300" dirty="0">
              <a:solidFill>
                <a:srgbClr val="006800"/>
              </a:solidFill>
              <a:latin typeface="Bank Gothic Bold"/>
              <a:ea typeface="MS Mincho"/>
              <a:cs typeface="Bank Gothic Bold"/>
            </a:endParaRPr>
          </a:p>
          <a:p>
            <a:pPr marL="55435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Replaces the item at position i.</a:t>
            </a:r>
            <a:endParaRPr lang="en-US" sz="1300" dirty="0">
              <a:solidFill>
                <a:srgbClr val="006800"/>
              </a:solidFill>
              <a:latin typeface="Bank Gothic Bold"/>
              <a:ea typeface="MS Mincho"/>
              <a:cs typeface="Bank Gothic Bold"/>
            </a:endParaRPr>
          </a:p>
          <a:p>
            <a:pPr marL="55435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Raises: IndexError."""</a:t>
            </a:r>
            <a:endParaRPr lang="en-US" sz="1300" dirty="0">
              <a:solidFill>
                <a:srgbClr val="006800"/>
              </a:solidFill>
              <a:latin typeface="Bank Gothic Bold"/>
              <a:ea typeface="MS Mincho"/>
              <a:cs typeface="Bank Gothic Bold"/>
            </a:endParaRPr>
          </a:p>
          <a:p>
            <a:pPr marL="171450" lvl="1" indent="0">
              <a:spcBef>
                <a:spcPts val="0"/>
              </a:spcBef>
              <a:buNone/>
            </a:pPr>
            <a:r>
              <a:rPr lang="en-US"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r>
              <a:rPr lang="en-US"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or</a:t>
            </a:r>
            <a:r>
              <a:rPr lang="en-US" dirty="0">
                <a:solidFill>
                  <a:srgbClr val="8A3800"/>
                </a:solidFill>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&gt;=</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len</a:t>
            </a:r>
            <a:r>
              <a:rPr lang="en-US" b="1" dirty="0">
                <a:latin typeface="Courier New" panose="02070309020205020404" pitchFamily="49" charset="0"/>
                <a:ea typeface="MS Mincho"/>
                <a:cs typeface="Bank Gothic Bold"/>
              </a:rPr>
              <a:t>(self):</a:t>
            </a:r>
            <a:endParaRPr lang="en-US" sz="1300" dirty="0">
              <a:latin typeface="Bank Gothic Bold"/>
              <a:ea typeface="MS Mincho"/>
              <a:cs typeface="Bank Gothic Bold"/>
            </a:endParaRPr>
          </a:p>
          <a:p>
            <a:pPr marL="171450" lvl="1" indent="0">
              <a:spcBef>
                <a:spcPts val="0"/>
              </a:spcBef>
              <a:buNone/>
            </a:pPr>
            <a:r>
              <a:rPr lang="en-US"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raise</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IndexError</a:t>
            </a:r>
            <a:r>
              <a:rPr lang="en-US" b="1" dirty="0">
                <a:latin typeface="Courier New" panose="02070309020205020404" pitchFamily="49" charset="0"/>
                <a:ea typeface="MS Mincho"/>
                <a:cs typeface="Bank Gothic Bold"/>
              </a:rPr>
              <a:t>("List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index</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out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of</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range")</a:t>
            </a:r>
            <a:endParaRPr lang="en-US" sz="1300" dirty="0">
              <a:latin typeface="Bank Gothic Bold"/>
              <a:ea typeface="MS Mincho"/>
              <a:cs typeface="Bank Gothic Bold"/>
            </a:endParaRPr>
          </a:p>
          <a:p>
            <a:pPr marL="554355" lvl="1" indent="0">
              <a:spcBef>
                <a:spcPts val="0"/>
              </a:spcBef>
              <a:buNone/>
            </a:pPr>
            <a:r>
              <a:rPr lang="en-US" b="1" dirty="0">
                <a:latin typeface="Courier New" panose="02070309020205020404" pitchFamily="49" charset="0"/>
                <a:ea typeface="MS Mincho"/>
                <a:cs typeface="Bank Gothic Bold"/>
              </a:rPr>
              <a:t>self.getNode(i).data</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item</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insert</a:t>
            </a:r>
            <a:r>
              <a:rPr lang="en-US" b="1" dirty="0">
                <a:latin typeface="Courier New" panose="02070309020205020404" pitchFamily="49" charset="0"/>
                <a:ea typeface="MS Mincho"/>
                <a:cs typeface="Bank Gothic Bold"/>
              </a:rPr>
              <a:t>(self,</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item):</a:t>
            </a:r>
            <a:endParaRPr lang="en-US" sz="1300" dirty="0">
              <a:latin typeface="Bank Gothic Bold"/>
              <a:ea typeface="MS Mincho"/>
              <a:cs typeface="Bank Gothic Bold"/>
            </a:endParaRPr>
          </a:p>
          <a:p>
            <a:pPr marL="55435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"""Inserts the item at position i."""</a:t>
            </a:r>
            <a:endParaRPr lang="en-US" sz="1300" dirty="0">
              <a:solidFill>
                <a:srgbClr val="006800"/>
              </a:solidFill>
              <a:latin typeface="Bank Gothic Bold"/>
              <a:ea typeface="MS Mincho"/>
              <a:cs typeface="Bank Gothic Bold"/>
            </a:endParaRPr>
          </a:p>
          <a:p>
            <a:pPr marL="171450" lvl="1" indent="0">
              <a:spcBef>
                <a:spcPts val="0"/>
              </a:spcBef>
              <a:buNone/>
            </a:pPr>
            <a:r>
              <a:rPr lang="en-US" dirty="0">
                <a:solidFill>
                  <a:srgbClr val="FF6600"/>
                </a:solidFill>
                <a:latin typeface="Courier New Bold" panose="02070609020205020404" pitchFamily="49" charset="0"/>
                <a:ea typeface="MS Mincho"/>
                <a:cs typeface="Courier New" panose="02070309020205020404" pitchFamily="49" charset="0"/>
              </a:rPr>
              <a:t>    </a:t>
            </a:r>
            <a:r>
              <a:rPr lang="nb-NO" b="1" dirty="0">
                <a:solidFill>
                  <a:srgbClr val="8A3800"/>
                </a:solidFill>
                <a:latin typeface="Courier New Bold" panose="02070609020205020404" pitchFamily="49" charset="0"/>
                <a:ea typeface="MS Mincho"/>
                <a:cs typeface="Courier New" panose="02070309020205020404" pitchFamily="49" charset="0"/>
              </a:rPr>
              <a:t>if</a:t>
            </a:r>
            <a:r>
              <a:rPr lang="nb-NO"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i</a:t>
            </a:r>
            <a:r>
              <a:rPr lang="nb-NO"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&lt;</a:t>
            </a:r>
            <a:r>
              <a:rPr lang="nb-NO"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0:</a:t>
            </a:r>
            <a:r>
              <a:rPr lang="nb-NO"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i</a:t>
            </a:r>
            <a:r>
              <a:rPr lang="nb-NO"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a:t>
            </a:r>
            <a:r>
              <a:rPr lang="nb-NO"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0</a:t>
            </a:r>
            <a:endParaRPr lang="en-US" sz="1300" dirty="0">
              <a:latin typeface="Bank Gothic Bold"/>
              <a:ea typeface="MS Mincho"/>
              <a:cs typeface="Bank Gothic Bold"/>
            </a:endParaRPr>
          </a:p>
          <a:p>
            <a:pPr marL="554355" lvl="1" indent="0">
              <a:spcBef>
                <a:spcPts val="0"/>
              </a:spcBef>
              <a:buNone/>
            </a:pPr>
            <a:r>
              <a:rPr lang="nb-NO" b="1" dirty="0">
                <a:solidFill>
                  <a:srgbClr val="8A3800"/>
                </a:solidFill>
                <a:latin typeface="Courier New Bold" panose="02070609020205020404" pitchFamily="49" charset="0"/>
                <a:ea typeface="MS Mincho"/>
                <a:cs typeface="Courier New" panose="02070309020205020404" pitchFamily="49" charset="0"/>
              </a:rPr>
              <a:t>elif</a:t>
            </a:r>
            <a:r>
              <a:rPr lang="nb-NO"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i</a:t>
            </a:r>
            <a:r>
              <a:rPr lang="nb-NO"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&gt;</a:t>
            </a:r>
            <a:r>
              <a:rPr lang="nb-NO" dirty="0">
                <a:latin typeface="Times" panose="02020603050405020304" pitchFamily="18" charset="0"/>
                <a:ea typeface="MS Mincho"/>
                <a:cs typeface="Bank Gothic Bold"/>
              </a:rPr>
              <a:t> </a:t>
            </a:r>
            <a:r>
              <a:rPr lang="nb-NO" b="1" dirty="0">
                <a:solidFill>
                  <a:srgbClr val="660066"/>
                </a:solidFill>
                <a:latin typeface="Courier New Bold" panose="02070609020205020404" pitchFamily="49" charset="0"/>
                <a:ea typeface="MS Mincho"/>
                <a:cs typeface="Courier New" panose="02070309020205020404" pitchFamily="49" charset="0"/>
              </a:rPr>
              <a:t>len</a:t>
            </a:r>
            <a:r>
              <a:rPr lang="nb-NO" b="1" dirty="0">
                <a:latin typeface="Courier New" panose="02070309020205020404" pitchFamily="49" charset="0"/>
                <a:ea typeface="MS Mincho"/>
                <a:cs typeface="Bank Gothic Bold"/>
              </a:rPr>
              <a:t>(self):</a:t>
            </a:r>
            <a:r>
              <a:rPr lang="nb-NO"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i</a:t>
            </a:r>
            <a:r>
              <a:rPr lang="nb-NO"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a:t>
            </a:r>
            <a:r>
              <a:rPr lang="nb-NO" dirty="0">
                <a:latin typeface="Times" panose="02020603050405020304" pitchFamily="18" charset="0"/>
                <a:ea typeface="MS Mincho"/>
                <a:cs typeface="Bank Gothic Bold"/>
              </a:rPr>
              <a:t> </a:t>
            </a:r>
            <a:r>
              <a:rPr lang="nb-NO" b="1" dirty="0">
                <a:solidFill>
                  <a:srgbClr val="660066"/>
                </a:solidFill>
                <a:latin typeface="Courier New Bold" panose="02070609020205020404" pitchFamily="49" charset="0"/>
                <a:ea typeface="MS Mincho"/>
                <a:cs typeface="Courier New" panose="02070309020205020404" pitchFamily="49" charset="0"/>
              </a:rPr>
              <a:t>len</a:t>
            </a:r>
            <a:r>
              <a:rPr lang="nb-NO" b="1" dirty="0">
                <a:latin typeface="Courier New" panose="02070309020205020404" pitchFamily="49" charset="0"/>
                <a:ea typeface="MS Mincho"/>
                <a:cs typeface="Bank Gothic Bold"/>
              </a:rPr>
              <a:t>(self)</a:t>
            </a:r>
            <a:endParaRPr lang="en-US" sz="1300" dirty="0">
              <a:latin typeface="Bank Gothic Bold"/>
              <a:ea typeface="MS Mincho"/>
              <a:cs typeface="Bank Gothic Bold"/>
            </a:endParaRPr>
          </a:p>
          <a:p>
            <a:pPr marL="554355" lvl="1" indent="0">
              <a:spcBef>
                <a:spcPts val="0"/>
              </a:spcBef>
              <a:buNone/>
            </a:pPr>
            <a:r>
              <a:rPr lang="en-US" b="1" dirty="0">
                <a:latin typeface="Courier New" panose="02070309020205020404" pitchFamily="49" charset="0"/>
                <a:ea typeface="MS Mincho"/>
                <a:cs typeface="Bank Gothic Bold"/>
              </a:rPr>
              <a:t>theNode</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self.getNode(i)</a:t>
            </a:r>
            <a:endParaRPr lang="en-US" sz="1300" dirty="0">
              <a:latin typeface="Bank Gothic Bold"/>
              <a:ea typeface="MS Mincho"/>
              <a:cs typeface="Bank Gothic Bold"/>
            </a:endParaRPr>
          </a:p>
          <a:p>
            <a:pPr marL="554355" lvl="1" indent="0">
              <a:spcBef>
                <a:spcPts val="0"/>
              </a:spcBef>
              <a:buNone/>
            </a:pPr>
            <a:r>
              <a:rPr lang="en-US" b="1" dirty="0">
                <a:latin typeface="Courier New" panose="02070309020205020404" pitchFamily="49" charset="0"/>
                <a:ea typeface="MS Mincho"/>
                <a:cs typeface="Bank Gothic Bold"/>
              </a:rPr>
              <a:t>newNode</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TwoWayNode(item,</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theNode.previous,</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theNode)</a:t>
            </a:r>
            <a:endParaRPr lang="en-US" sz="1300" dirty="0">
              <a:latin typeface="Bank Gothic Bold"/>
              <a:ea typeface="MS Mincho"/>
              <a:cs typeface="Bank Gothic Bold"/>
            </a:endParaRPr>
          </a:p>
          <a:p>
            <a:pPr marL="554355" lvl="1" indent="0">
              <a:spcBef>
                <a:spcPts val="0"/>
              </a:spcBef>
              <a:buNone/>
            </a:pPr>
            <a:r>
              <a:rPr lang="en-US" b="1" dirty="0">
                <a:latin typeface="Courier New" panose="02070309020205020404" pitchFamily="49" charset="0"/>
                <a:ea typeface="MS Mincho"/>
                <a:cs typeface="Bank Gothic Bold"/>
              </a:rPr>
              <a:t>theNode.previous.next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newNode</a:t>
            </a:r>
            <a:endParaRPr lang="en-US" sz="1300" dirty="0">
              <a:latin typeface="Bank Gothic Bold"/>
              <a:ea typeface="MS Mincho"/>
              <a:cs typeface="Bank Gothic Bold"/>
            </a:endParaRPr>
          </a:p>
          <a:p>
            <a:pPr marL="554355" lvl="1" indent="0">
              <a:spcBef>
                <a:spcPts val="0"/>
              </a:spcBef>
              <a:buNone/>
            </a:pPr>
            <a:r>
              <a:rPr lang="en-US" b="1" dirty="0">
                <a:latin typeface="Courier New" panose="02070309020205020404" pitchFamily="49" charset="0"/>
                <a:ea typeface="MS Mincho"/>
                <a:cs typeface="Bank Gothic Bold"/>
              </a:rPr>
              <a:t>theNode.previous</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newNode</a:t>
            </a:r>
            <a:endParaRPr lang="en-US" sz="1300" dirty="0">
              <a:latin typeface="Bank Gothic Bold"/>
              <a:ea typeface="MS Mincho"/>
              <a:cs typeface="Bank Gothic Bold"/>
            </a:endParaRPr>
          </a:p>
          <a:p>
            <a:pPr marL="554355" lvl="1" indent="0">
              <a:spcBef>
                <a:spcPts val="0"/>
              </a:spcBef>
              <a:buNone/>
            </a:pPr>
            <a:r>
              <a:rPr lang="en-US" b="1" dirty="0">
                <a:latin typeface="Courier New" panose="02070309020205020404" pitchFamily="49" charset="0"/>
                <a:ea typeface="MS Mincho"/>
                <a:cs typeface="Bank Gothic Bold"/>
              </a:rPr>
              <a:t>self.size</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342900" lvl="1" indent="0">
              <a:buNone/>
            </a:pPr>
            <a:r>
              <a:rPr lang="en-US" b="1" dirty="0">
                <a:latin typeface="Courier New" panose="02070309020205020404" pitchFamily="49" charset="0"/>
                <a:ea typeface="MS Mincho"/>
              </a:rPr>
              <a:t>  self.incModCount()</a:t>
            </a:r>
            <a:endParaRPr lang="en-US" dirty="0">
              <a:latin typeface="Bank Gothic Bold"/>
              <a:ea typeface="MS Mincho"/>
              <a:cs typeface="Bank Gothic Bold"/>
            </a:endParaRP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74049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861500"/>
          </a:xfrm>
        </p:spPr>
        <p:txBody>
          <a:bodyPr/>
          <a:lstStyle/>
          <a:p>
            <a:r>
              <a:rPr lang="en-US" b="1" dirty="0"/>
              <a:t>Time and Space Analysis for the Two Implementations </a:t>
            </a:r>
            <a:r>
              <a:rPr lang="en-US" sz="2000" dirty="0"/>
              <a:t>(1 of 3)</a:t>
            </a:r>
          </a:p>
        </p:txBody>
      </p:sp>
      <p:sp>
        <p:nvSpPr>
          <p:cNvPr id="3" name="Content Placeholder 2"/>
          <p:cNvSpPr>
            <a:spLocks noGrp="1"/>
          </p:cNvSpPr>
          <p:nvPr>
            <p:ph idx="1"/>
          </p:nvPr>
        </p:nvSpPr>
        <p:spPr>
          <a:xfrm>
            <a:off x="628650" y="1825625"/>
            <a:ext cx="7886700" cy="384175"/>
          </a:xfrm>
        </p:spPr>
        <p:txBody>
          <a:bodyPr>
            <a:normAutofit/>
          </a:bodyPr>
          <a:lstStyle/>
          <a:p>
            <a:pPr marL="291600" indent="-291600">
              <a:spcBef>
                <a:spcPts val="1000"/>
              </a:spcBef>
            </a:pPr>
            <a:r>
              <a:rPr lang="en-US" dirty="0"/>
              <a:t>Table 9.8 Average Running Times for List Operations</a:t>
            </a:r>
            <a:endParaRPr lang="en-US" dirty="0">
              <a:latin typeface="Bank Gothic Bold"/>
              <a:ea typeface="MS Mincho"/>
              <a:cs typeface="Bank Gothic Bold"/>
            </a:endParaRPr>
          </a:p>
        </p:txBody>
      </p:sp>
      <p:graphicFrame>
        <p:nvGraphicFramePr>
          <p:cNvPr id="8" name="Content Placeholder 7" descr="Table is accessible to screenreaders"/>
          <p:cNvGraphicFramePr>
            <a:graphicFrameLocks noGrp="1"/>
          </p:cNvGraphicFramePr>
          <p:nvPr>
            <p:ph idx="13"/>
            <p:extLst>
              <p:ext uri="{D42A27DB-BD31-4B8C-83A1-F6EECF244321}">
                <p14:modId xmlns:p14="http://schemas.microsoft.com/office/powerpoint/2010/main" val="798852835"/>
              </p:ext>
            </p:extLst>
          </p:nvPr>
        </p:nvGraphicFramePr>
        <p:xfrm>
          <a:off x="987577" y="2372975"/>
          <a:ext cx="6829690" cy="2966720"/>
        </p:xfrm>
        <a:graphic>
          <a:graphicData uri="http://schemas.openxmlformats.org/drawingml/2006/table">
            <a:tbl>
              <a:tblPr firstRow="1" bandRow="1">
                <a:tableStyleId>{5C22544A-7EE6-4342-B048-85BDC9FD1C3A}</a:tableStyleId>
              </a:tblPr>
              <a:tblGrid>
                <a:gridCol w="2419350">
                  <a:extLst>
                    <a:ext uri="{9D8B030D-6E8A-4147-A177-3AD203B41FA5}">
                      <a16:colId xmlns:a16="http://schemas.microsoft.com/office/drawing/2014/main" val="2738121139"/>
                    </a:ext>
                  </a:extLst>
                </a:gridCol>
                <a:gridCol w="2057400">
                  <a:extLst>
                    <a:ext uri="{9D8B030D-6E8A-4147-A177-3AD203B41FA5}">
                      <a16:colId xmlns:a16="http://schemas.microsoft.com/office/drawing/2014/main" val="2119585608"/>
                    </a:ext>
                  </a:extLst>
                </a:gridCol>
                <a:gridCol w="2352940">
                  <a:extLst>
                    <a:ext uri="{9D8B030D-6E8A-4147-A177-3AD203B41FA5}">
                      <a16:colId xmlns:a16="http://schemas.microsoft.com/office/drawing/2014/main" val="3071918243"/>
                    </a:ext>
                  </a:extLst>
                </a:gridCol>
              </a:tblGrid>
              <a:tr h="370840">
                <a:tc>
                  <a:txBody>
                    <a:bodyPr/>
                    <a:lstStyle/>
                    <a:p>
                      <a:r>
                        <a:rPr lang="en-US" dirty="0">
                          <a:solidFill>
                            <a:schemeClr val="bg2">
                              <a:lumMod val="10000"/>
                            </a:schemeClr>
                          </a:solidFill>
                          <a:latin typeface="Open Sans" panose="020B0606030504020204"/>
                        </a:rPr>
                        <a:t>List 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10000"/>
                            </a:schemeClr>
                          </a:solidFill>
                          <a:latin typeface="Open Sans" panose="020B0606030504020204"/>
                        </a:rPr>
                        <a:t>ArrayList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10000"/>
                            </a:schemeClr>
                          </a:solidFill>
                          <a:latin typeface="Open Sans" panose="020B0606030504020204"/>
                        </a:rPr>
                        <a:t>LinkedList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1937851"/>
                  </a:ext>
                </a:extLst>
              </a:tr>
              <a:tr h="370840">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Medium"/>
                        </a:rPr>
                        <a:t>__getitem__(i)</a:t>
                      </a:r>
                      <a:endParaRPr lang="en-US" sz="1000" dirty="0">
                        <a:effectLst/>
                        <a:latin typeface="Bank Gothic-Medium"/>
                        <a:ea typeface="MS Mincho"/>
                        <a:cs typeface="Bank Gothic-Medium"/>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01980" marR="0">
                        <a:lnSpc>
                          <a:spcPct val="200000"/>
                        </a:lnSpc>
                        <a:spcBef>
                          <a:spcPts val="0"/>
                        </a:spcBef>
                        <a:spcAft>
                          <a:spcPts val="0"/>
                        </a:spcAft>
                      </a:pPr>
                      <a:r>
                        <a:rPr lang="en-US" sz="1200" dirty="0">
                          <a:effectLst/>
                          <a:latin typeface="Open Sans" panose="020B0606030504020204"/>
                          <a:ea typeface="MS Mincho"/>
                          <a:cs typeface="Bank Gothic-Medium"/>
                        </a:rPr>
                        <a:t>O(1)</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575310" marR="0">
                        <a:lnSpc>
                          <a:spcPct val="200000"/>
                        </a:lnSpc>
                        <a:spcBef>
                          <a:spcPts val="0"/>
                        </a:spcBef>
                        <a:spcAft>
                          <a:spcPts val="0"/>
                        </a:spcAft>
                      </a:pPr>
                      <a:r>
                        <a:rPr lang="en-US" sz="1200" dirty="0">
                          <a:effectLst/>
                          <a:latin typeface="Open Sans" panose="020B0606030504020204"/>
                          <a:ea typeface="MS Mincho"/>
                          <a:cs typeface="Bank Gothic-Medium"/>
                        </a:rPr>
                        <a:t>O(</a:t>
                      </a:r>
                      <a:r>
                        <a:rPr lang="en-US" sz="1200" i="1" dirty="0">
                          <a:effectLst/>
                          <a:latin typeface="Open Sans" panose="020B0606030504020204"/>
                          <a:ea typeface="MS Mincho"/>
                          <a:cs typeface="Bank Gothic-Medium"/>
                        </a:rPr>
                        <a:t>n</a:t>
                      </a:r>
                      <a:r>
                        <a:rPr lang="en-US" sz="1200" dirty="0">
                          <a:effectLst/>
                          <a:latin typeface="Open Sans" panose="020B0606030504020204"/>
                          <a:ea typeface="MS Mincho"/>
                          <a:cs typeface="Bank Gothic-Medium"/>
                        </a:rPr>
                        <a:t>)</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90882583"/>
                  </a:ext>
                </a:extLst>
              </a:tr>
              <a:tr h="370840">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Medium"/>
                        </a:rPr>
                        <a:t>__setitem__(i,</a:t>
                      </a:r>
                      <a:r>
                        <a:rPr lang="en-US" sz="1200" dirty="0">
                          <a:effectLst/>
                          <a:latin typeface="Times" panose="02020603050405020304" pitchFamily="18" charset="0"/>
                          <a:ea typeface="MS Mincho"/>
                          <a:cs typeface="Bank Gothic-Medium"/>
                        </a:rPr>
                        <a:t> </a:t>
                      </a:r>
                      <a:r>
                        <a:rPr lang="en-US" sz="1200" b="1" dirty="0">
                          <a:effectLst/>
                          <a:latin typeface="Courier New" panose="02070309020205020404" pitchFamily="49" charset="0"/>
                          <a:ea typeface="MS Mincho"/>
                          <a:cs typeface="Bank Gothic-Medium"/>
                        </a:rPr>
                        <a:t>item)</a:t>
                      </a:r>
                      <a:endParaRPr lang="en-US" sz="1000" dirty="0">
                        <a:effectLst/>
                        <a:latin typeface="Bank Gothic-Medium"/>
                        <a:ea typeface="MS Mincho"/>
                        <a:cs typeface="Bank Gothic-Medium"/>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01980" marR="0">
                        <a:lnSpc>
                          <a:spcPct val="200000"/>
                        </a:lnSpc>
                        <a:spcBef>
                          <a:spcPts val="0"/>
                        </a:spcBef>
                        <a:spcAft>
                          <a:spcPts val="0"/>
                        </a:spcAft>
                      </a:pPr>
                      <a:r>
                        <a:rPr lang="en-US" sz="1200" dirty="0">
                          <a:effectLst/>
                          <a:latin typeface="Open Sans" panose="020B0606030504020204"/>
                          <a:ea typeface="MS Mincho"/>
                          <a:cs typeface="Bank Gothic-Medium"/>
                        </a:rPr>
                        <a:t>O(1)</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575310" marR="0">
                        <a:lnSpc>
                          <a:spcPct val="200000"/>
                        </a:lnSpc>
                        <a:spcBef>
                          <a:spcPts val="0"/>
                        </a:spcBef>
                        <a:spcAft>
                          <a:spcPts val="0"/>
                        </a:spcAft>
                      </a:pPr>
                      <a:r>
                        <a:rPr lang="en-US" sz="1200" dirty="0">
                          <a:effectLst/>
                          <a:latin typeface="Open Sans" panose="020B0606030504020204"/>
                          <a:ea typeface="MS Mincho"/>
                          <a:cs typeface="Bank Gothic-Medium"/>
                        </a:rPr>
                        <a:t>O(</a:t>
                      </a:r>
                      <a:r>
                        <a:rPr lang="en-US" sz="1200" i="1" dirty="0">
                          <a:effectLst/>
                          <a:latin typeface="Open Sans" panose="020B0606030504020204"/>
                          <a:ea typeface="MS Mincho"/>
                          <a:cs typeface="Bank Gothic-Medium"/>
                        </a:rPr>
                        <a:t>n</a:t>
                      </a:r>
                      <a:r>
                        <a:rPr lang="en-US" sz="1200" dirty="0">
                          <a:effectLst/>
                          <a:latin typeface="Open Sans" panose="020B0606030504020204"/>
                          <a:ea typeface="MS Mincho"/>
                          <a:cs typeface="Bank Gothic-Medium"/>
                        </a:rPr>
                        <a:t>)</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1690522"/>
                  </a:ext>
                </a:extLst>
              </a:tr>
              <a:tr h="370840">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Medium"/>
                        </a:rPr>
                        <a:t>insert(i,</a:t>
                      </a:r>
                      <a:r>
                        <a:rPr lang="en-US" sz="1200" dirty="0">
                          <a:effectLst/>
                          <a:latin typeface="Times" panose="02020603050405020304" pitchFamily="18" charset="0"/>
                          <a:ea typeface="MS Mincho"/>
                          <a:cs typeface="Bank Gothic-Medium"/>
                        </a:rPr>
                        <a:t> </a:t>
                      </a:r>
                      <a:r>
                        <a:rPr lang="en-US" sz="1200" b="1" dirty="0">
                          <a:effectLst/>
                          <a:latin typeface="Courier New" panose="02070309020205020404" pitchFamily="49" charset="0"/>
                          <a:ea typeface="MS Mincho"/>
                          <a:cs typeface="Bank Gothic-Medium"/>
                        </a:rPr>
                        <a:t>item)</a:t>
                      </a:r>
                      <a:endParaRPr lang="en-US" sz="1000" dirty="0">
                        <a:effectLst/>
                        <a:latin typeface="Bank Gothic-Medium"/>
                        <a:ea typeface="MS Mincho"/>
                        <a:cs typeface="Bank Gothic-Medium"/>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01980" marR="0">
                        <a:lnSpc>
                          <a:spcPct val="200000"/>
                        </a:lnSpc>
                        <a:spcBef>
                          <a:spcPts val="0"/>
                        </a:spcBef>
                        <a:spcAft>
                          <a:spcPts val="0"/>
                        </a:spcAft>
                      </a:pPr>
                      <a:r>
                        <a:rPr lang="en-US" sz="1200" dirty="0">
                          <a:effectLst/>
                          <a:latin typeface="Open Sans" panose="020B0606030504020204"/>
                          <a:ea typeface="MS Mincho"/>
                          <a:cs typeface="Bank Gothic-Medium"/>
                        </a:rPr>
                        <a:t>O(</a:t>
                      </a:r>
                      <a:r>
                        <a:rPr lang="en-US" sz="1200" i="1" dirty="0">
                          <a:effectLst/>
                          <a:latin typeface="Open Sans" panose="020B0606030504020204"/>
                          <a:ea typeface="MS Mincho"/>
                          <a:cs typeface="Bank Gothic-Medium"/>
                        </a:rPr>
                        <a:t>n</a:t>
                      </a:r>
                      <a:r>
                        <a:rPr lang="en-US" sz="1200" dirty="0">
                          <a:effectLst/>
                          <a:latin typeface="Open Sans" panose="020B0606030504020204"/>
                          <a:ea typeface="MS Mincho"/>
                          <a:cs typeface="Bank Gothic-Medium"/>
                        </a:rPr>
                        <a:t>)</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575310" marR="0">
                        <a:lnSpc>
                          <a:spcPct val="200000"/>
                        </a:lnSpc>
                        <a:spcBef>
                          <a:spcPts val="0"/>
                        </a:spcBef>
                        <a:spcAft>
                          <a:spcPts val="0"/>
                        </a:spcAft>
                      </a:pPr>
                      <a:r>
                        <a:rPr lang="en-US" sz="1200" dirty="0">
                          <a:effectLst/>
                          <a:latin typeface="Open Sans" panose="020B0606030504020204"/>
                          <a:ea typeface="MS Mincho"/>
                          <a:cs typeface="Bank Gothic-Medium"/>
                        </a:rPr>
                        <a:t>O(</a:t>
                      </a:r>
                      <a:r>
                        <a:rPr lang="en-US" sz="1200" i="1" dirty="0">
                          <a:effectLst/>
                          <a:latin typeface="Open Sans" panose="020B0606030504020204"/>
                          <a:ea typeface="MS Mincho"/>
                          <a:cs typeface="Bank Gothic-Medium"/>
                        </a:rPr>
                        <a:t>n</a:t>
                      </a:r>
                      <a:r>
                        <a:rPr lang="en-US" sz="1200" dirty="0">
                          <a:effectLst/>
                          <a:latin typeface="Open Sans" panose="020B0606030504020204"/>
                          <a:ea typeface="MS Mincho"/>
                          <a:cs typeface="Bank Gothic-Medium"/>
                        </a:rPr>
                        <a:t>)</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8947345"/>
                  </a:ext>
                </a:extLst>
              </a:tr>
              <a:tr h="370840">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 Bold"/>
                        </a:rPr>
                        <a:t>pop(i)</a:t>
                      </a:r>
                      <a:endParaRPr lang="en-US" sz="950" dirty="0">
                        <a:effectLst/>
                        <a:latin typeface="Bank Gothic Bold"/>
                        <a:ea typeface="MS Mincho"/>
                        <a:cs typeface="Bank Gothic Bold"/>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01980" marR="0">
                        <a:lnSpc>
                          <a:spcPct val="200000"/>
                        </a:lnSpc>
                        <a:spcBef>
                          <a:spcPts val="0"/>
                        </a:spcBef>
                        <a:spcAft>
                          <a:spcPts val="0"/>
                        </a:spcAft>
                      </a:pPr>
                      <a:r>
                        <a:rPr lang="en-US" sz="1200" dirty="0">
                          <a:effectLst/>
                          <a:latin typeface="Open Sans" panose="020B0606030504020204"/>
                          <a:ea typeface="MS Mincho"/>
                          <a:cs typeface="Bank Gothic Bold"/>
                        </a:rPr>
                        <a:t>O(</a:t>
                      </a:r>
                      <a:r>
                        <a:rPr lang="en-US" sz="1200" i="1" dirty="0">
                          <a:effectLst/>
                          <a:latin typeface="Open Sans" panose="020B0606030504020204"/>
                          <a:ea typeface="MS Mincho"/>
                          <a:cs typeface="Bank Gothic Bold"/>
                        </a:rPr>
                        <a:t>n</a:t>
                      </a:r>
                      <a:r>
                        <a:rPr lang="en-US" sz="1200" dirty="0">
                          <a:effectLst/>
                          <a:latin typeface="Open Sans" panose="020B0606030504020204"/>
                          <a:ea typeface="MS Mincho"/>
                          <a:cs typeface="Bank Gothic Bold"/>
                        </a:rPr>
                        <a:t>)</a:t>
                      </a:r>
                      <a:endParaRPr lang="en-US" sz="950" dirty="0">
                        <a:effectLst/>
                        <a:latin typeface="Open Sans" panose="020B0606030504020204"/>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575310" marR="0">
                        <a:lnSpc>
                          <a:spcPct val="200000"/>
                        </a:lnSpc>
                        <a:spcBef>
                          <a:spcPts val="0"/>
                        </a:spcBef>
                        <a:spcAft>
                          <a:spcPts val="0"/>
                        </a:spcAft>
                      </a:pPr>
                      <a:r>
                        <a:rPr lang="en-US" sz="1200" dirty="0">
                          <a:effectLst/>
                          <a:latin typeface="Open Sans" panose="020B0606030504020204"/>
                          <a:ea typeface="MS Mincho"/>
                          <a:cs typeface="Bank Gothic Bold"/>
                        </a:rPr>
                        <a:t>O(</a:t>
                      </a:r>
                      <a:r>
                        <a:rPr lang="en-US" sz="1200" i="1" dirty="0">
                          <a:effectLst/>
                          <a:latin typeface="Open Sans" panose="020B0606030504020204"/>
                          <a:ea typeface="MS Mincho"/>
                          <a:cs typeface="Bank Gothic Bold"/>
                        </a:rPr>
                        <a:t>n</a:t>
                      </a:r>
                      <a:r>
                        <a:rPr lang="en-US" sz="1200" dirty="0">
                          <a:effectLst/>
                          <a:latin typeface="Open Sans" panose="020B0606030504020204"/>
                          <a:ea typeface="MS Mincho"/>
                          <a:cs typeface="Bank Gothic Bold"/>
                        </a:rPr>
                        <a:t>)</a:t>
                      </a:r>
                      <a:endParaRPr lang="en-US" sz="950" dirty="0">
                        <a:effectLst/>
                        <a:latin typeface="Open Sans" panose="020B0606030504020204"/>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1823488"/>
                  </a:ext>
                </a:extLst>
              </a:tr>
              <a:tr h="370840">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 Bold"/>
                        </a:rPr>
                        <a:t>add(item)</a:t>
                      </a:r>
                      <a:endParaRPr lang="en-US" sz="950" dirty="0">
                        <a:effectLst/>
                        <a:latin typeface="Bank Gothic Bold"/>
                        <a:ea typeface="MS Mincho"/>
                        <a:cs typeface="Bank Gothic Bold"/>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01980" marR="0">
                        <a:lnSpc>
                          <a:spcPct val="200000"/>
                        </a:lnSpc>
                        <a:spcBef>
                          <a:spcPts val="0"/>
                        </a:spcBef>
                        <a:spcAft>
                          <a:spcPts val="0"/>
                        </a:spcAft>
                      </a:pPr>
                      <a:r>
                        <a:rPr lang="en-US" sz="1200" dirty="0">
                          <a:effectLst/>
                          <a:latin typeface="Open Sans" panose="020B0606030504020204"/>
                          <a:ea typeface="MS Mincho"/>
                          <a:cs typeface="Bank Gothic Bold"/>
                        </a:rPr>
                        <a:t>O(1)</a:t>
                      </a:r>
                      <a:endParaRPr lang="en-US" sz="950" dirty="0">
                        <a:effectLst/>
                        <a:latin typeface="Open Sans" panose="020B0606030504020204"/>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575310" marR="0">
                        <a:lnSpc>
                          <a:spcPct val="200000"/>
                        </a:lnSpc>
                        <a:spcBef>
                          <a:spcPts val="0"/>
                        </a:spcBef>
                        <a:spcAft>
                          <a:spcPts val="0"/>
                        </a:spcAft>
                      </a:pPr>
                      <a:r>
                        <a:rPr lang="en-US" sz="1200" dirty="0">
                          <a:effectLst/>
                          <a:latin typeface="Open Sans" panose="020B0606030504020204"/>
                          <a:ea typeface="MS Mincho"/>
                          <a:cs typeface="Bank Gothic Bold"/>
                        </a:rPr>
                        <a:t>O(1)</a:t>
                      </a:r>
                      <a:endParaRPr lang="en-US" sz="950" dirty="0">
                        <a:effectLst/>
                        <a:latin typeface="Open Sans" panose="020B0606030504020204"/>
                        <a:ea typeface="MS Mincho"/>
                        <a:cs typeface="Bank Gothic Bold"/>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3192384"/>
                  </a:ext>
                </a:extLst>
              </a:tr>
              <a:tr h="370840">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Medium"/>
                        </a:rPr>
                        <a:t>remove(item)</a:t>
                      </a:r>
                      <a:endParaRPr lang="en-US" sz="1000" dirty="0">
                        <a:effectLst/>
                        <a:latin typeface="Bank Gothic-Medium"/>
                        <a:ea typeface="MS Mincho"/>
                        <a:cs typeface="Bank Gothic-Medium"/>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01980" marR="0">
                        <a:lnSpc>
                          <a:spcPct val="200000"/>
                        </a:lnSpc>
                        <a:spcBef>
                          <a:spcPts val="0"/>
                        </a:spcBef>
                        <a:spcAft>
                          <a:spcPts val="0"/>
                        </a:spcAft>
                      </a:pPr>
                      <a:r>
                        <a:rPr lang="en-US" sz="1200" dirty="0">
                          <a:effectLst/>
                          <a:latin typeface="Open Sans" panose="020B0606030504020204"/>
                          <a:ea typeface="MS Mincho"/>
                          <a:cs typeface="Bank Gothic-Medium"/>
                        </a:rPr>
                        <a:t>O(</a:t>
                      </a:r>
                      <a:r>
                        <a:rPr lang="en-US" sz="1200" i="1" dirty="0">
                          <a:effectLst/>
                          <a:latin typeface="Open Sans" panose="020B0606030504020204"/>
                          <a:ea typeface="MS Mincho"/>
                          <a:cs typeface="Bank Gothic-Medium"/>
                        </a:rPr>
                        <a:t>n</a:t>
                      </a:r>
                      <a:r>
                        <a:rPr lang="en-US" sz="1200" dirty="0">
                          <a:effectLst/>
                          <a:latin typeface="Open Sans" panose="020B0606030504020204"/>
                          <a:ea typeface="MS Mincho"/>
                          <a:cs typeface="Bank Gothic-Medium"/>
                        </a:rPr>
                        <a:t>)</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575310" marR="0">
                        <a:lnSpc>
                          <a:spcPct val="200000"/>
                        </a:lnSpc>
                        <a:spcBef>
                          <a:spcPts val="0"/>
                        </a:spcBef>
                        <a:spcAft>
                          <a:spcPts val="0"/>
                        </a:spcAft>
                      </a:pPr>
                      <a:r>
                        <a:rPr lang="en-US" sz="1200" dirty="0">
                          <a:effectLst/>
                          <a:latin typeface="Open Sans" panose="020B0606030504020204"/>
                          <a:ea typeface="MS Mincho"/>
                          <a:cs typeface="Bank Gothic-Medium"/>
                        </a:rPr>
                        <a:t>O(</a:t>
                      </a:r>
                      <a:r>
                        <a:rPr lang="en-US" sz="1200" i="1" dirty="0">
                          <a:effectLst/>
                          <a:latin typeface="Open Sans" panose="020B0606030504020204"/>
                          <a:ea typeface="MS Mincho"/>
                          <a:cs typeface="Bank Gothic-Medium"/>
                        </a:rPr>
                        <a:t>n</a:t>
                      </a:r>
                      <a:r>
                        <a:rPr lang="en-US" sz="1200" dirty="0">
                          <a:effectLst/>
                          <a:latin typeface="Open Sans" panose="020B0606030504020204"/>
                          <a:ea typeface="MS Mincho"/>
                          <a:cs typeface="Bank Gothic-Medium"/>
                        </a:rPr>
                        <a:t>)</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2898093"/>
                  </a:ext>
                </a:extLst>
              </a:tr>
              <a:tr h="370840">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Medium"/>
                        </a:rPr>
                        <a:t>index(item)</a:t>
                      </a:r>
                      <a:endParaRPr lang="en-US" sz="1000" dirty="0">
                        <a:effectLst/>
                        <a:latin typeface="Bank Gothic-Medium"/>
                        <a:ea typeface="MS Mincho"/>
                        <a:cs typeface="Bank Gothic-Medium"/>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01980" marR="0">
                        <a:lnSpc>
                          <a:spcPct val="200000"/>
                        </a:lnSpc>
                        <a:spcBef>
                          <a:spcPts val="0"/>
                        </a:spcBef>
                        <a:spcAft>
                          <a:spcPts val="0"/>
                        </a:spcAft>
                      </a:pPr>
                      <a:r>
                        <a:rPr lang="en-US" sz="1200" dirty="0">
                          <a:effectLst/>
                          <a:latin typeface="Open Sans" panose="020B0606030504020204"/>
                          <a:ea typeface="MS Mincho"/>
                          <a:cs typeface="Bank Gothic-Medium"/>
                        </a:rPr>
                        <a:t>O(</a:t>
                      </a:r>
                      <a:r>
                        <a:rPr lang="en-US" sz="1200" i="1" dirty="0">
                          <a:effectLst/>
                          <a:latin typeface="Open Sans" panose="020B0606030504020204"/>
                          <a:ea typeface="MS Mincho"/>
                          <a:cs typeface="Bank Gothic-Medium"/>
                        </a:rPr>
                        <a:t>n</a:t>
                      </a:r>
                      <a:r>
                        <a:rPr lang="en-US" sz="1200" dirty="0">
                          <a:effectLst/>
                          <a:latin typeface="Open Sans" panose="020B0606030504020204"/>
                          <a:ea typeface="MS Mincho"/>
                          <a:cs typeface="Bank Gothic-Medium"/>
                        </a:rPr>
                        <a:t>)</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575310" marR="0">
                        <a:lnSpc>
                          <a:spcPct val="200000"/>
                        </a:lnSpc>
                        <a:spcBef>
                          <a:spcPts val="0"/>
                        </a:spcBef>
                        <a:spcAft>
                          <a:spcPts val="0"/>
                        </a:spcAft>
                      </a:pPr>
                      <a:r>
                        <a:rPr lang="en-US" sz="1200" dirty="0">
                          <a:effectLst/>
                          <a:latin typeface="Open Sans" panose="020B0606030504020204"/>
                          <a:ea typeface="MS Mincho"/>
                          <a:cs typeface="Bank Gothic-Medium"/>
                        </a:rPr>
                        <a:t>O(</a:t>
                      </a:r>
                      <a:r>
                        <a:rPr lang="en-US" sz="1200" i="1" dirty="0">
                          <a:effectLst/>
                          <a:latin typeface="Open Sans" panose="020B0606030504020204"/>
                          <a:ea typeface="MS Mincho"/>
                          <a:cs typeface="Bank Gothic-Medium"/>
                        </a:rPr>
                        <a:t>n</a:t>
                      </a:r>
                      <a:r>
                        <a:rPr lang="en-US" sz="1200" dirty="0">
                          <a:effectLst/>
                          <a:latin typeface="Open Sans" panose="020B0606030504020204"/>
                          <a:ea typeface="MS Mincho"/>
                          <a:cs typeface="Bank Gothic-Medium"/>
                        </a:rPr>
                        <a:t>)</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9646679"/>
                  </a:ext>
                </a:extLst>
              </a:tr>
            </a:tbl>
          </a:graphicData>
        </a:graphic>
      </p:graphicFrame>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020348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854074"/>
          </a:xfrm>
        </p:spPr>
        <p:txBody>
          <a:bodyPr/>
          <a:lstStyle/>
          <a:p>
            <a:r>
              <a:rPr lang="en-US" b="1" dirty="0"/>
              <a:t>Time and Space Analysis for the Two Implementations </a:t>
            </a:r>
            <a:r>
              <a:rPr lang="en-US" sz="2000" dirty="0"/>
              <a:t>(2 of 3)</a:t>
            </a:r>
          </a:p>
        </p:txBody>
      </p:sp>
      <p:sp>
        <p:nvSpPr>
          <p:cNvPr id="3" name="Content Placeholder 2"/>
          <p:cNvSpPr>
            <a:spLocks noGrp="1"/>
          </p:cNvSpPr>
          <p:nvPr>
            <p:ph idx="1"/>
          </p:nvPr>
        </p:nvSpPr>
        <p:spPr>
          <a:xfrm>
            <a:off x="628650" y="1744760"/>
            <a:ext cx="7886700" cy="2827240"/>
          </a:xfrm>
        </p:spPr>
        <p:txBody>
          <a:bodyPr>
            <a:normAutofit/>
          </a:bodyPr>
          <a:lstStyle/>
          <a:p>
            <a:pPr marL="291600" indent="-291600">
              <a:spcBef>
                <a:spcPts val="1000"/>
              </a:spcBef>
            </a:pPr>
            <a:r>
              <a:rPr lang="en-US" dirty="0"/>
              <a:t>A minimal array implementation requires memory for the following items:</a:t>
            </a:r>
          </a:p>
          <a:p>
            <a:pPr lvl="1">
              <a:spcBef>
                <a:spcPts val="1000"/>
              </a:spcBef>
            </a:pPr>
            <a:r>
              <a:rPr lang="en-US" dirty="0"/>
              <a:t>An array that can hold  </a:t>
            </a:r>
            <a:r>
              <a:rPr lang="en-US" b="1" dirty="0">
                <a:latin typeface="Courier New" panose="02070309020205020404" pitchFamily="49" charset="0"/>
                <a:cs typeface="Courier New" panose="02070309020205020404" pitchFamily="49" charset="0"/>
              </a:rPr>
              <a:t>capacity</a:t>
            </a:r>
            <a:r>
              <a:rPr lang="en-US" b="1" dirty="0"/>
              <a:t> </a:t>
            </a:r>
            <a:r>
              <a:rPr lang="en-US" dirty="0"/>
              <a:t> references, where  </a:t>
            </a:r>
            <a:r>
              <a:rPr lang="en-US" b="1" dirty="0">
                <a:latin typeface="Courier New" panose="02070309020205020404" pitchFamily="49" charset="0"/>
                <a:cs typeface="Courier New" panose="02070309020205020404" pitchFamily="49" charset="0"/>
              </a:rPr>
              <a:t>capacity</a:t>
            </a:r>
            <a:r>
              <a:rPr lang="en-US" b="1" dirty="0"/>
              <a:t> </a:t>
            </a:r>
            <a:r>
              <a:rPr lang="en-US" dirty="0"/>
              <a:t> &gt;= </a:t>
            </a:r>
            <a:r>
              <a:rPr lang="en-US" i="1" dirty="0"/>
              <a:t>n</a:t>
            </a:r>
            <a:endParaRPr lang="en-US" dirty="0"/>
          </a:p>
          <a:p>
            <a:pPr lvl="1">
              <a:spcBef>
                <a:spcPts val="1000"/>
              </a:spcBef>
            </a:pPr>
            <a:r>
              <a:rPr lang="en-US" dirty="0"/>
              <a:t>A reference to the array</a:t>
            </a:r>
          </a:p>
          <a:p>
            <a:pPr lvl="1">
              <a:spcBef>
                <a:spcPts val="1000"/>
              </a:spcBef>
            </a:pPr>
            <a:r>
              <a:rPr lang="en-US" dirty="0"/>
              <a:t>Variables for the number of items and the mod count</a:t>
            </a:r>
          </a:p>
          <a:p>
            <a:pPr marL="291600" indent="-291600">
              <a:spcBef>
                <a:spcPts val="1000"/>
              </a:spcBef>
            </a:pPr>
            <a:r>
              <a:rPr lang="en-US" sz="2400" dirty="0"/>
              <a:t>Thus, the total space requirement for the minimal array implementation is  </a:t>
            </a:r>
            <a:r>
              <a:rPr lang="en-US" sz="2400" b="1" dirty="0">
                <a:latin typeface="Courier New" panose="02070309020205020404" pitchFamily="49" charset="0"/>
                <a:cs typeface="Courier New" panose="02070309020205020404" pitchFamily="49" charset="0"/>
              </a:rPr>
              <a:t>capacity</a:t>
            </a:r>
            <a:r>
              <a:rPr lang="en-US" sz="2400" dirty="0">
                <a:latin typeface="Courier New" panose="02070309020205020404" pitchFamily="49" charset="0"/>
                <a:cs typeface="Courier New" panose="02070309020205020404" pitchFamily="49" charset="0"/>
              </a:rPr>
              <a:t> </a:t>
            </a:r>
            <a:r>
              <a:rPr lang="en-US" sz="2400" b="1" dirty="0">
                <a:latin typeface="Courier New" panose="02070309020205020404" pitchFamily="49" charset="0"/>
                <a:cs typeface="Courier New" panose="02070309020205020404" pitchFamily="49" charset="0"/>
              </a:rPr>
              <a:t>+</a:t>
            </a:r>
            <a:r>
              <a:rPr lang="en-US" sz="2400" dirty="0">
                <a:latin typeface="Courier New" panose="02070309020205020404" pitchFamily="49" charset="0"/>
                <a:cs typeface="Courier New" panose="02070309020205020404" pitchFamily="49" charset="0"/>
              </a:rPr>
              <a:t> </a:t>
            </a:r>
            <a:r>
              <a:rPr lang="en-US" sz="2400" b="1" dirty="0">
                <a:latin typeface="Courier New" panose="02070309020205020404" pitchFamily="49" charset="0"/>
                <a:cs typeface="Courier New" panose="02070309020205020404" pitchFamily="49" charset="0"/>
              </a:rPr>
              <a:t>3</a:t>
            </a:r>
            <a:endParaRPr lang="en-US" dirty="0">
              <a:latin typeface="Courier New" panose="02070309020205020404" pitchFamily="49" charset="0"/>
              <a:ea typeface="MS Mincho"/>
              <a:cs typeface="Courier New" panose="02070309020205020404" pitchFamily="49" charset="0"/>
            </a:endParaRP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9128426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854074"/>
          </a:xfrm>
        </p:spPr>
        <p:txBody>
          <a:bodyPr/>
          <a:lstStyle/>
          <a:p>
            <a:r>
              <a:rPr lang="en-US" b="1" dirty="0"/>
              <a:t>Time and Space Analysis for the Two Implementations </a:t>
            </a:r>
            <a:r>
              <a:rPr lang="en-US" sz="2000" dirty="0"/>
              <a:t>(3 of 3)</a:t>
            </a:r>
          </a:p>
        </p:txBody>
      </p:sp>
      <p:sp>
        <p:nvSpPr>
          <p:cNvPr id="3" name="Content Placeholder 2"/>
          <p:cNvSpPr>
            <a:spLocks noGrp="1"/>
          </p:cNvSpPr>
          <p:nvPr>
            <p:ph idx="1"/>
          </p:nvPr>
        </p:nvSpPr>
        <p:spPr>
          <a:xfrm>
            <a:off x="628650" y="1763050"/>
            <a:ext cx="7886700" cy="3889375"/>
          </a:xfrm>
        </p:spPr>
        <p:txBody>
          <a:bodyPr>
            <a:normAutofit/>
          </a:bodyPr>
          <a:lstStyle/>
          <a:p>
            <a:pPr marL="291600" indent="-291600">
              <a:spcBef>
                <a:spcPts val="1000"/>
              </a:spcBef>
            </a:pPr>
            <a:r>
              <a:rPr lang="en-US" dirty="0"/>
              <a:t>The linked implementation requires memory for the following items:</a:t>
            </a:r>
          </a:p>
          <a:p>
            <a:pPr lvl="1">
              <a:spcBef>
                <a:spcPts val="1000"/>
              </a:spcBef>
            </a:pPr>
            <a:r>
              <a:rPr lang="en-US" i="1" dirty="0"/>
              <a:t>n </a:t>
            </a:r>
            <a:r>
              <a:rPr lang="en-US" dirty="0"/>
              <a:t>+ 1 nodes, where each node contains three references</a:t>
            </a:r>
          </a:p>
          <a:p>
            <a:pPr lvl="1">
              <a:spcBef>
                <a:spcPts val="1000"/>
              </a:spcBef>
            </a:pPr>
            <a:r>
              <a:rPr lang="en-US" dirty="0"/>
              <a:t>A reference to the head node</a:t>
            </a:r>
          </a:p>
          <a:p>
            <a:pPr lvl="1">
              <a:spcBef>
                <a:spcPts val="1000"/>
              </a:spcBef>
            </a:pPr>
            <a:r>
              <a:rPr lang="en-US" dirty="0"/>
              <a:t>Variables for the number of items and the mod count</a:t>
            </a:r>
          </a:p>
          <a:p>
            <a:pPr marL="291600" indent="-291600">
              <a:spcBef>
                <a:spcPts val="1000"/>
              </a:spcBef>
            </a:pPr>
            <a:r>
              <a:rPr lang="en-US" dirty="0"/>
              <a:t>Thus, the total space requirement for the linked implementation is 3</a:t>
            </a:r>
            <a:r>
              <a:rPr lang="en-US" i="1" dirty="0"/>
              <a:t>n </a:t>
            </a:r>
            <a:r>
              <a:rPr lang="en-US" dirty="0"/>
              <a:t>+ 6</a:t>
            </a:r>
            <a:endParaRPr lang="en-US" dirty="0">
              <a:latin typeface="Bank Gothic Bold"/>
              <a:ea typeface="MS Mincho"/>
              <a:cs typeface="Bank Gothic Bold"/>
            </a:endParaRP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605796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Implementing a List Iterator</a:t>
            </a:r>
          </a:p>
        </p:txBody>
      </p:sp>
      <p:sp>
        <p:nvSpPr>
          <p:cNvPr id="3" name="Content Placeholder 2"/>
          <p:cNvSpPr>
            <a:spLocks noGrp="1"/>
          </p:cNvSpPr>
          <p:nvPr>
            <p:ph idx="1"/>
          </p:nvPr>
        </p:nvSpPr>
        <p:spPr>
          <a:xfrm>
            <a:off x="628650" y="1600200"/>
            <a:ext cx="7886700" cy="460375"/>
          </a:xfrm>
        </p:spPr>
        <p:txBody>
          <a:bodyPr/>
          <a:lstStyle/>
          <a:p>
            <a:pPr marL="291600" indent="-291600">
              <a:spcBef>
                <a:spcPts val="1000"/>
              </a:spcBef>
            </a:pPr>
            <a:r>
              <a:rPr lang="en-US" dirty="0"/>
              <a:t>In this section, you develop a list iterator for an array-based list</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7714751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Role and Responsibilities of a List Iterator</a:t>
            </a:r>
          </a:p>
        </p:txBody>
      </p:sp>
      <p:sp>
        <p:nvSpPr>
          <p:cNvPr id="3" name="Content Placeholder 2"/>
          <p:cNvSpPr>
            <a:spLocks noGrp="1"/>
          </p:cNvSpPr>
          <p:nvPr>
            <p:ph idx="1"/>
          </p:nvPr>
        </p:nvSpPr>
        <p:spPr>
          <a:xfrm>
            <a:off x="628650" y="1363760"/>
            <a:ext cx="7886700" cy="4343400"/>
          </a:xfrm>
        </p:spPr>
        <p:txBody>
          <a:bodyPr>
            <a:normAutofit/>
          </a:bodyPr>
          <a:lstStyle/>
          <a:p>
            <a:pPr marL="291600" indent="-291600">
              <a:spcBef>
                <a:spcPts val="1000"/>
              </a:spcBef>
            </a:pPr>
            <a:r>
              <a:rPr lang="en-US" dirty="0"/>
              <a:t>Three types of preconditions</a:t>
            </a:r>
          </a:p>
          <a:p>
            <a:pPr lvl="1">
              <a:spcBef>
                <a:spcPts val="1000"/>
              </a:spcBef>
            </a:pPr>
            <a:r>
              <a:rPr lang="en-US" dirty="0"/>
              <a:t>A programmer cannot run a  </a:t>
            </a:r>
            <a:r>
              <a:rPr lang="en-US" b="1" dirty="0">
                <a:latin typeface="Courier New" panose="02070309020205020404" pitchFamily="49" charset="0"/>
                <a:cs typeface="Courier New" panose="02070309020205020404" pitchFamily="49" charset="0"/>
              </a:rPr>
              <a:t>next </a:t>
            </a:r>
            <a:r>
              <a:rPr lang="en-US" dirty="0"/>
              <a:t> or a  </a:t>
            </a:r>
            <a:r>
              <a:rPr lang="en-US" b="1" dirty="0">
                <a:latin typeface="Courier New" panose="02070309020205020404" pitchFamily="49" charset="0"/>
                <a:cs typeface="Courier New" panose="02070309020205020404" pitchFamily="49" charset="0"/>
              </a:rPr>
              <a:t>previous </a:t>
            </a:r>
            <a:r>
              <a:rPr lang="en-US" dirty="0"/>
              <a:t> operation if the  </a:t>
            </a:r>
            <a:r>
              <a:rPr lang="en-US" b="1" dirty="0">
                <a:latin typeface="Courier New" panose="02070309020205020404" pitchFamily="49" charset="0"/>
                <a:cs typeface="Courier New" panose="02070309020205020404" pitchFamily="49" charset="0"/>
              </a:rPr>
              <a:t>hasNext</a:t>
            </a:r>
            <a:r>
              <a:rPr lang="en-US" b="1" dirty="0"/>
              <a:t> </a:t>
            </a:r>
            <a:r>
              <a:rPr lang="en-US" dirty="0"/>
              <a:t> or the  </a:t>
            </a:r>
            <a:r>
              <a:rPr lang="en-US" b="1" dirty="0">
                <a:latin typeface="Courier New" panose="02070309020205020404" pitchFamily="49" charset="0"/>
                <a:cs typeface="Courier New" panose="02070309020205020404" pitchFamily="49" charset="0"/>
              </a:rPr>
              <a:t>hasPrevious</a:t>
            </a:r>
            <a:r>
              <a:rPr lang="en-US" b="1" dirty="0"/>
              <a:t> </a:t>
            </a:r>
            <a:r>
              <a:rPr lang="en-US" dirty="0"/>
              <a:t> operation returns  </a:t>
            </a:r>
            <a:r>
              <a:rPr lang="en-US" b="1" dirty="0">
                <a:latin typeface="Courier New" panose="02070309020205020404" pitchFamily="49" charset="0"/>
                <a:cs typeface="Courier New" panose="02070309020205020404" pitchFamily="49" charset="0"/>
              </a:rPr>
              <a:t>False</a:t>
            </a:r>
            <a:r>
              <a:rPr lang="en-US" b="1" dirty="0"/>
              <a:t> </a:t>
            </a:r>
            <a:r>
              <a:rPr lang="en-US" dirty="0"/>
              <a:t>, respectively</a:t>
            </a:r>
          </a:p>
          <a:p>
            <a:pPr lvl="1">
              <a:spcBef>
                <a:spcPts val="1000"/>
              </a:spcBef>
            </a:pPr>
            <a:r>
              <a:rPr lang="en-US" dirty="0"/>
              <a:t>A programmer cannot run consecutive mutator methods on a list iterator:</a:t>
            </a:r>
          </a:p>
          <a:p>
            <a:pPr lvl="2">
              <a:spcBef>
                <a:spcPts val="1000"/>
              </a:spcBef>
            </a:pPr>
            <a:r>
              <a:rPr lang="en-US" dirty="0"/>
              <a:t>A  </a:t>
            </a:r>
            <a:r>
              <a:rPr lang="en-US" sz="1800" b="1" dirty="0">
                <a:latin typeface="Courier New" panose="02070309020205020404" pitchFamily="49" charset="0"/>
                <a:cs typeface="Courier New" panose="02070309020205020404" pitchFamily="49" charset="0"/>
              </a:rPr>
              <a:t>next</a:t>
            </a:r>
            <a:r>
              <a:rPr lang="en-US" b="1" dirty="0"/>
              <a:t> </a:t>
            </a:r>
            <a:r>
              <a:rPr lang="en-US" dirty="0"/>
              <a:t> or a  </a:t>
            </a:r>
            <a:r>
              <a:rPr lang="en-US" sz="1800" b="1" dirty="0">
                <a:latin typeface="Courier New" panose="02070309020205020404" pitchFamily="49" charset="0"/>
                <a:cs typeface="Courier New" panose="02070309020205020404" pitchFamily="49" charset="0"/>
              </a:rPr>
              <a:t>previous</a:t>
            </a:r>
            <a:r>
              <a:rPr lang="en-US" b="1" dirty="0"/>
              <a:t> </a:t>
            </a:r>
            <a:r>
              <a:rPr lang="en-US" dirty="0"/>
              <a:t> must first be run before each mutation to establish a cursor position</a:t>
            </a:r>
          </a:p>
          <a:p>
            <a:pPr lvl="1">
              <a:spcBef>
                <a:spcPts val="1000"/>
              </a:spcBef>
            </a:pPr>
            <a:r>
              <a:rPr lang="en-US" dirty="0"/>
              <a:t>A programmer cannot run mutations on the list itself, with the list’s mutator methods, while using a list iterator on that list</a:t>
            </a:r>
          </a:p>
          <a:p>
            <a:pPr marL="291600" indent="-291600">
              <a:spcBef>
                <a:spcPts val="1000"/>
              </a:spcBef>
            </a:pPr>
            <a:r>
              <a:rPr lang="en-US" dirty="0"/>
              <a:t>To help determine some of these preconditions, the list iterator maintains two additional variables:</a:t>
            </a:r>
          </a:p>
          <a:p>
            <a:pPr lvl="1">
              <a:spcBef>
                <a:spcPts val="1000"/>
              </a:spcBef>
            </a:pPr>
            <a:r>
              <a:rPr lang="en-US" dirty="0"/>
              <a:t>The first one is its own mod count variable</a:t>
            </a:r>
          </a:p>
          <a:p>
            <a:pPr lvl="1">
              <a:spcBef>
                <a:spcPts val="1000"/>
              </a:spcBef>
            </a:pPr>
            <a:r>
              <a:rPr lang="en-US" dirty="0"/>
              <a:t>The second variable tracks the position at which the list iterator can perform a mutation on the list</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9040002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296150" cy="930274"/>
          </a:xfrm>
        </p:spPr>
        <p:txBody>
          <a:bodyPr/>
          <a:lstStyle/>
          <a:p>
            <a:r>
              <a:rPr lang="en-US" b="1" dirty="0"/>
              <a:t>Setting Up and Instantiating a List Iterator Class </a:t>
            </a:r>
            <a:r>
              <a:rPr lang="en-US" sz="2000" dirty="0"/>
              <a:t>(1 of 2)</a:t>
            </a:r>
          </a:p>
        </p:txBody>
      </p:sp>
      <p:sp>
        <p:nvSpPr>
          <p:cNvPr id="3" name="Content Placeholder 2"/>
          <p:cNvSpPr>
            <a:spLocks noGrp="1"/>
          </p:cNvSpPr>
          <p:nvPr>
            <p:ph idx="1"/>
          </p:nvPr>
        </p:nvSpPr>
        <p:spPr>
          <a:xfrm>
            <a:off x="628650" y="1600200"/>
            <a:ext cx="7886700" cy="3886200"/>
          </a:xfrm>
        </p:spPr>
        <p:txBody>
          <a:bodyPr>
            <a:normAutofit/>
          </a:bodyPr>
          <a:lstStyle/>
          <a:p>
            <a:pPr marL="291600" indent="-291600">
              <a:spcBef>
                <a:spcPts val="1000"/>
              </a:spcBef>
            </a:pPr>
            <a:r>
              <a:rPr lang="en-US" dirty="0"/>
              <a:t>The list iterator class for array lists is called  </a:t>
            </a:r>
            <a:r>
              <a:rPr lang="en-US" b="1" dirty="0">
                <a:latin typeface="Courier New" panose="02070309020205020404" pitchFamily="49" charset="0"/>
                <a:cs typeface="Courier New" panose="02070309020205020404" pitchFamily="49" charset="0"/>
              </a:rPr>
              <a:t>ArrayListIterator</a:t>
            </a:r>
            <a:r>
              <a:rPr lang="en-US" b="1" dirty="0"/>
              <a:t> </a:t>
            </a:r>
          </a:p>
          <a:p>
            <a:pPr marL="291600" indent="-291600"/>
            <a:r>
              <a:rPr lang="en-US" dirty="0"/>
              <a:t>This class includes the following instance variables:</a:t>
            </a:r>
          </a:p>
          <a:p>
            <a:pPr lvl="1">
              <a:spcBef>
                <a:spcPts val="1000"/>
              </a:spcBef>
            </a:pPr>
            <a:r>
              <a:rPr lang="en-US" b="1" dirty="0">
                <a:latin typeface="Courier New" panose="02070309020205020404" pitchFamily="49" charset="0"/>
                <a:cs typeface="Courier New" panose="02070309020205020404" pitchFamily="49" charset="0"/>
              </a:rPr>
              <a:t>self.backingStore</a:t>
            </a:r>
            <a:r>
              <a:rPr lang="en-US" b="1" dirty="0"/>
              <a:t> </a:t>
            </a:r>
            <a:r>
              <a:rPr lang="en-US" dirty="0"/>
              <a:t>—The list on which the iterator is opened</a:t>
            </a:r>
          </a:p>
          <a:p>
            <a:pPr lvl="1">
              <a:spcBef>
                <a:spcPts val="1000"/>
              </a:spcBef>
            </a:pPr>
            <a:r>
              <a:rPr lang="en-US" b="1" dirty="0">
                <a:latin typeface="Courier New" panose="02070309020205020404" pitchFamily="49" charset="0"/>
                <a:cs typeface="Courier New" panose="02070309020205020404" pitchFamily="49" charset="0"/>
              </a:rPr>
              <a:t>self.modCount</a:t>
            </a:r>
            <a:r>
              <a:rPr lang="en-US" b="1" dirty="0"/>
              <a:t> </a:t>
            </a:r>
            <a:r>
              <a:rPr lang="en-US" dirty="0"/>
              <a:t>—The iterator’s notion of the mod count</a:t>
            </a:r>
          </a:p>
          <a:p>
            <a:pPr lvl="1">
              <a:spcBef>
                <a:spcPts val="1000"/>
              </a:spcBef>
            </a:pPr>
            <a:r>
              <a:rPr lang="en-US" b="1" dirty="0">
                <a:latin typeface="Courier New" panose="02070309020205020404" pitchFamily="49" charset="0"/>
                <a:cs typeface="Courier New" panose="02070309020205020404" pitchFamily="49" charset="0"/>
              </a:rPr>
              <a:t>self.cursor</a:t>
            </a:r>
            <a:r>
              <a:rPr lang="en-US" b="1" dirty="0"/>
              <a:t> </a:t>
            </a:r>
            <a:r>
              <a:rPr lang="en-US" dirty="0"/>
              <a:t>—The cursor position manipulated by the iterator’s navigational methods  </a:t>
            </a:r>
            <a:r>
              <a:rPr lang="en-US" b="1" dirty="0">
                <a:latin typeface="Courier New" panose="02070309020205020404" pitchFamily="49" charset="0"/>
                <a:cs typeface="Courier New" panose="02070309020205020404" pitchFamily="49" charset="0"/>
              </a:rPr>
              <a:t>first</a:t>
            </a:r>
            <a:r>
              <a:rPr lang="en-US" b="1" dirty="0"/>
              <a:t> </a:t>
            </a:r>
            <a:r>
              <a:rPr lang="en-US" dirty="0"/>
              <a:t>,  </a:t>
            </a:r>
            <a:r>
              <a:rPr lang="en-US" b="1" dirty="0">
                <a:latin typeface="Courier New" panose="02070309020205020404" pitchFamily="49" charset="0"/>
                <a:cs typeface="Courier New" panose="02070309020205020404" pitchFamily="49" charset="0"/>
              </a:rPr>
              <a:t>last</a:t>
            </a:r>
            <a:r>
              <a:rPr lang="en-US" b="1" dirty="0"/>
              <a:t> </a:t>
            </a:r>
            <a:r>
              <a:rPr lang="en-US" dirty="0"/>
              <a:t>,  </a:t>
            </a:r>
            <a:r>
              <a:rPr lang="en-US" b="1" dirty="0">
                <a:latin typeface="Courier New" panose="02070309020205020404" pitchFamily="49" charset="0"/>
                <a:cs typeface="Courier New" panose="02070309020205020404" pitchFamily="49" charset="0"/>
              </a:rPr>
              <a:t>hasNext</a:t>
            </a:r>
            <a:r>
              <a:rPr lang="en-US" b="1" dirty="0"/>
              <a:t> </a:t>
            </a:r>
            <a:r>
              <a:rPr lang="en-US" dirty="0"/>
              <a:t>,  </a:t>
            </a:r>
            <a:r>
              <a:rPr lang="en-US" b="1" dirty="0">
                <a:latin typeface="Courier New" panose="02070309020205020404" pitchFamily="49" charset="0"/>
                <a:cs typeface="Courier New" panose="02070309020205020404" pitchFamily="49" charset="0"/>
              </a:rPr>
              <a:t>next</a:t>
            </a:r>
            <a:r>
              <a:rPr lang="en-US" b="1" dirty="0"/>
              <a:t> </a:t>
            </a:r>
            <a:r>
              <a:rPr lang="en-US" dirty="0"/>
              <a:t>,  </a:t>
            </a:r>
            <a:r>
              <a:rPr lang="en-US" b="1" dirty="0">
                <a:latin typeface="Courier New" panose="02070309020205020404" pitchFamily="49" charset="0"/>
                <a:cs typeface="Courier New" panose="02070309020205020404" pitchFamily="49" charset="0"/>
              </a:rPr>
              <a:t>hasPrevious</a:t>
            </a:r>
            <a:r>
              <a:rPr lang="en-US" b="1" dirty="0"/>
              <a:t> </a:t>
            </a:r>
            <a:r>
              <a:rPr lang="en-US" dirty="0"/>
              <a:t>, and  </a:t>
            </a:r>
            <a:r>
              <a:rPr lang="en-US" b="1" dirty="0">
                <a:latin typeface="Courier New" panose="02070309020205020404" pitchFamily="49" charset="0"/>
                <a:cs typeface="Courier New" panose="02070309020205020404" pitchFamily="49" charset="0"/>
              </a:rPr>
              <a:t>previous</a:t>
            </a:r>
            <a:r>
              <a:rPr lang="en-US" b="1" dirty="0"/>
              <a:t> </a:t>
            </a:r>
            <a:endParaRPr lang="en-US" dirty="0"/>
          </a:p>
          <a:p>
            <a:pPr lvl="1">
              <a:spcBef>
                <a:spcPts val="1000"/>
              </a:spcBef>
            </a:pPr>
            <a:r>
              <a:rPr lang="en-US" b="1" dirty="0">
                <a:latin typeface="Courier New" panose="02070309020205020404" pitchFamily="49" charset="0"/>
                <a:cs typeface="Courier New" panose="02070309020205020404" pitchFamily="49" charset="0"/>
              </a:rPr>
              <a:t>self.lastItemPos</a:t>
            </a:r>
            <a:r>
              <a:rPr lang="en-US" b="1" dirty="0"/>
              <a:t> </a:t>
            </a:r>
            <a:r>
              <a:rPr lang="en-US" dirty="0"/>
              <a:t>—The cursor position used by the iterator’s mutator methods  </a:t>
            </a:r>
            <a:r>
              <a:rPr lang="en-US" b="1" dirty="0">
                <a:latin typeface="Courier New" panose="02070309020205020404" pitchFamily="49" charset="0"/>
                <a:cs typeface="Courier New" panose="02070309020205020404" pitchFamily="49" charset="0"/>
              </a:rPr>
              <a:t>insert</a:t>
            </a:r>
            <a:r>
              <a:rPr lang="en-US" b="1" dirty="0"/>
              <a:t> </a:t>
            </a:r>
            <a:r>
              <a:rPr lang="en-US" dirty="0"/>
              <a:t>,  </a:t>
            </a:r>
            <a:r>
              <a:rPr lang="en-US" b="1" dirty="0">
                <a:latin typeface="Courier New" panose="02070309020205020404" pitchFamily="49" charset="0"/>
                <a:cs typeface="Courier New" panose="02070309020205020404" pitchFamily="49" charset="0"/>
              </a:rPr>
              <a:t>remove</a:t>
            </a:r>
            <a:r>
              <a:rPr lang="en-US" b="1" dirty="0"/>
              <a:t> </a:t>
            </a:r>
            <a:r>
              <a:rPr lang="en-US" dirty="0"/>
              <a:t>, and  </a:t>
            </a:r>
            <a:r>
              <a:rPr lang="en-US" b="1" dirty="0">
                <a:latin typeface="Courier New" panose="02070309020205020404" pitchFamily="49" charset="0"/>
                <a:cs typeface="Courier New" panose="02070309020205020404" pitchFamily="49" charset="0"/>
              </a:rPr>
              <a:t>replace</a:t>
            </a:r>
          </a:p>
          <a:p>
            <a:pPr lvl="2">
              <a:spcBef>
                <a:spcPts val="1000"/>
              </a:spcBef>
            </a:pPr>
            <a:r>
              <a:rPr lang="en-US" dirty="0"/>
              <a:t>This position is established by running  </a:t>
            </a:r>
            <a:r>
              <a:rPr lang="en-US" b="1" dirty="0">
                <a:latin typeface="Courier New" panose="02070309020205020404" pitchFamily="49" charset="0"/>
                <a:cs typeface="Courier New" panose="02070309020205020404" pitchFamily="49" charset="0"/>
              </a:rPr>
              <a:t>next</a:t>
            </a:r>
            <a:r>
              <a:rPr lang="en-US" b="1" dirty="0"/>
              <a:t> </a:t>
            </a:r>
            <a:r>
              <a:rPr lang="en-US" dirty="0"/>
              <a:t> or  </a:t>
            </a:r>
            <a:r>
              <a:rPr lang="en-US" b="1" dirty="0">
                <a:latin typeface="Courier New" panose="02070309020205020404" pitchFamily="49" charset="0"/>
                <a:cs typeface="Courier New" panose="02070309020205020404" pitchFamily="49" charset="0"/>
              </a:rPr>
              <a:t>previous</a:t>
            </a:r>
            <a:r>
              <a:rPr lang="en-US" b="1" dirty="0"/>
              <a:t> </a:t>
            </a:r>
            <a:r>
              <a:rPr lang="en-US" dirty="0"/>
              <a:t> and is undefined after running  </a:t>
            </a:r>
            <a:r>
              <a:rPr lang="en-US" b="1" dirty="0">
                <a:latin typeface="Courier New" panose="02070309020205020404" pitchFamily="49" charset="0"/>
                <a:cs typeface="Courier New" panose="02070309020205020404" pitchFamily="49" charset="0"/>
              </a:rPr>
              <a:t>insert</a:t>
            </a:r>
            <a:r>
              <a:rPr lang="en-US" b="1" dirty="0"/>
              <a:t> </a:t>
            </a:r>
            <a:r>
              <a:rPr lang="en-US" dirty="0"/>
              <a:t> or  </a:t>
            </a:r>
            <a:r>
              <a:rPr lang="en-US" b="1" dirty="0">
                <a:latin typeface="Courier New" panose="02070309020205020404" pitchFamily="49" charset="0"/>
                <a:cs typeface="Courier New" panose="02070309020205020404" pitchFamily="49" charset="0"/>
              </a:rPr>
              <a:t>remove</a:t>
            </a:r>
            <a:r>
              <a:rPr lang="en-US" b="1" dirty="0"/>
              <a:t> </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596962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372350" cy="854074"/>
          </a:xfrm>
        </p:spPr>
        <p:txBody>
          <a:bodyPr/>
          <a:lstStyle/>
          <a:p>
            <a:r>
              <a:rPr lang="en-US" b="1" dirty="0"/>
              <a:t>Setting Up and Instantiating a List Iterator Class </a:t>
            </a:r>
            <a:r>
              <a:rPr lang="en-US" sz="2000" dirty="0"/>
              <a:t>(2 of 2)</a:t>
            </a:r>
          </a:p>
        </p:txBody>
      </p:sp>
      <p:sp>
        <p:nvSpPr>
          <p:cNvPr id="3" name="Content Placeholder 2"/>
          <p:cNvSpPr>
            <a:spLocks noGrp="1"/>
          </p:cNvSpPr>
          <p:nvPr>
            <p:ph idx="1"/>
          </p:nvPr>
        </p:nvSpPr>
        <p:spPr>
          <a:xfrm>
            <a:off x="622953" y="1683182"/>
            <a:ext cx="7886700" cy="307975"/>
          </a:xfrm>
        </p:spPr>
        <p:txBody>
          <a:bodyPr>
            <a:normAutofit/>
          </a:bodyPr>
          <a:lstStyle/>
          <a:p>
            <a:pPr marL="291600" indent="-291600">
              <a:spcBef>
                <a:spcPts val="1000"/>
              </a:spcBef>
            </a:pPr>
            <a:r>
              <a:rPr lang="en-US" dirty="0"/>
              <a:t>Code for this portion of the </a:t>
            </a:r>
            <a:r>
              <a:rPr lang="en-US" b="1" dirty="0">
                <a:latin typeface="Courier New" panose="02070309020205020404" pitchFamily="49" charset="0"/>
                <a:cs typeface="Courier New" panose="02070309020205020404" pitchFamily="49" charset="0"/>
              </a:rPr>
              <a:t>ArrayListIterator </a:t>
            </a:r>
            <a:r>
              <a:rPr lang="en-US" dirty="0"/>
              <a:t>class:</a:t>
            </a:r>
          </a:p>
        </p:txBody>
      </p:sp>
      <p:sp>
        <p:nvSpPr>
          <p:cNvPr id="6" name="Content Placeholder 5"/>
          <p:cNvSpPr>
            <a:spLocks noGrp="1"/>
          </p:cNvSpPr>
          <p:nvPr>
            <p:ph idx="13"/>
          </p:nvPr>
        </p:nvSpPr>
        <p:spPr>
          <a:xfrm>
            <a:off x="762000" y="2174902"/>
            <a:ext cx="7757592" cy="3355975"/>
          </a:xfrm>
        </p:spPr>
        <p:txBody>
          <a:bodyPr>
            <a:normAutofit fontScale="85000" lnSpcReduction="20000"/>
          </a:bodyPr>
          <a:lstStyle/>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File: arraylistiterator.py</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Author: Ken Lambert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t>
            </a:r>
            <a:endParaRPr lang="en-US" sz="1300" dirty="0">
              <a:solidFill>
                <a:srgbClr val="006800"/>
              </a:solidFill>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class</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ArrayListIterator</a:t>
            </a:r>
            <a:r>
              <a:rPr lang="en-US" b="1" dirty="0">
                <a:latin typeface="Courier New" panose="02070309020205020404" pitchFamily="49" charset="0"/>
                <a:ea typeface="MS Mincho"/>
                <a:cs typeface="Bank Gothic Bold"/>
              </a:rPr>
              <a:t>(object):</a:t>
            </a:r>
            <a:endParaRPr lang="en-US" sz="1300" dirty="0">
              <a:latin typeface="Bank Gothic Bold"/>
              <a:ea typeface="MS Mincho"/>
              <a:cs typeface="Bank Gothic Bold"/>
            </a:endParaRPr>
          </a:p>
          <a:p>
            <a:pPr marL="55435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"""Represents the list iterator for an array list."""</a:t>
            </a:r>
            <a:endParaRPr lang="en-US" sz="1300" dirty="0">
              <a:solidFill>
                <a:srgbClr val="006800"/>
              </a:solidFill>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__init__</a:t>
            </a:r>
            <a:r>
              <a:rPr lang="en-US" b="1" dirty="0">
                <a:latin typeface="Courier New" panose="02070309020205020404" pitchFamily="49" charset="0"/>
                <a:ea typeface="MS Mincho"/>
                <a:cs typeface="Bank Gothic Bold"/>
              </a:rPr>
              <a:t>(self,</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backingStore):</a:t>
            </a:r>
            <a:endParaRPr lang="en-US" sz="1300" dirty="0">
              <a:latin typeface="Bank Gothic Bold"/>
              <a:ea typeface="MS Mincho"/>
              <a:cs typeface="Bank Gothic Bold"/>
            </a:endParaRPr>
          </a:p>
          <a:p>
            <a:pPr marL="554355"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"""Set the initial state of the list iterator."""</a:t>
            </a:r>
            <a:endParaRPr lang="en-US" sz="1300" dirty="0">
              <a:solidFill>
                <a:srgbClr val="006800"/>
              </a:solidFill>
              <a:latin typeface="Bank Gothic Bold"/>
              <a:ea typeface="MS Mincho"/>
              <a:cs typeface="Bank Gothic Bold"/>
            </a:endParaRPr>
          </a:p>
          <a:p>
            <a:pPr marL="908685" lvl="1" indent="0">
              <a:spcBef>
                <a:spcPts val="0"/>
              </a:spcBef>
              <a:buNone/>
            </a:pPr>
            <a:r>
              <a:rPr lang="en-US" b="1" dirty="0">
                <a:latin typeface="Courier New" panose="02070309020205020404" pitchFamily="49" charset="0"/>
                <a:ea typeface="MS Mincho"/>
                <a:cs typeface="Bank Gothic Bold"/>
              </a:rPr>
              <a:t>self.backingStore</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backingStore</a:t>
            </a:r>
            <a:endParaRPr lang="en-US" sz="1300" dirty="0">
              <a:latin typeface="Bank Gothic Bold"/>
              <a:ea typeface="MS Mincho"/>
              <a:cs typeface="Bank Gothic Bold"/>
            </a:endParaRPr>
          </a:p>
          <a:p>
            <a:pPr marL="908685" lvl="1" indent="0">
              <a:spcBef>
                <a:spcPts val="0"/>
              </a:spcBef>
              <a:buNone/>
            </a:pPr>
            <a:r>
              <a:rPr lang="en-US" b="1" dirty="0">
                <a:latin typeface="Courier New" panose="02070309020205020404" pitchFamily="49" charset="0"/>
                <a:ea typeface="MS Mincho"/>
                <a:cs typeface="Bank Gothic Bold"/>
              </a:rPr>
              <a:t>self.modCount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backingStore.getModCount()</a:t>
            </a:r>
            <a:endParaRPr lang="en-US" sz="1300" dirty="0">
              <a:latin typeface="Bank Gothic Bold"/>
              <a:ea typeface="MS Mincho"/>
              <a:cs typeface="Bank Gothic Bold"/>
            </a:endParaRPr>
          </a:p>
          <a:p>
            <a:pPr marL="908685" lvl="1" indent="0">
              <a:spcBef>
                <a:spcPts val="0"/>
              </a:spcBef>
              <a:buNone/>
            </a:pPr>
            <a:r>
              <a:rPr lang="en-US" b="1" dirty="0">
                <a:latin typeface="Courier New" panose="02070309020205020404" pitchFamily="49" charset="0"/>
                <a:ea typeface="MS Mincho"/>
                <a:cs typeface="Bank Gothic Bold"/>
              </a:rPr>
              <a:t>self.first()</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554355" lvl="1" indent="0">
              <a:spcBef>
                <a:spcPts val="0"/>
              </a:spcBef>
              <a:buNone/>
            </a:pPr>
            <a:r>
              <a:rPr lang="en-US"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first</a:t>
            </a:r>
            <a:r>
              <a:rPr lang="en-US" b="1" dirty="0">
                <a:latin typeface="Courier New" panose="02070309020205020404" pitchFamily="49" charset="0"/>
                <a:ea typeface="MS Mincho"/>
                <a:cs typeface="Bank Gothic Bold"/>
              </a:rPr>
              <a:t>(self):</a:t>
            </a:r>
            <a:endParaRPr lang="en-US" sz="1300" dirty="0">
              <a:latin typeface="Bank Gothic Bold"/>
              <a:ea typeface="MS Mincho"/>
              <a:cs typeface="Bank Gothic Bold"/>
            </a:endParaRPr>
          </a:p>
          <a:p>
            <a:pPr marL="554355"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"""Resets the cursor to the beginning</a:t>
            </a:r>
            <a:endParaRPr lang="en-US" sz="1300" dirty="0">
              <a:solidFill>
                <a:srgbClr val="006800"/>
              </a:solidFill>
              <a:latin typeface="Bank Gothic Bold"/>
              <a:ea typeface="MS Mincho"/>
              <a:cs typeface="Bank Gothic Bold"/>
            </a:endParaRPr>
          </a:p>
          <a:p>
            <a:pPr marL="90868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of the backing store."""</a:t>
            </a:r>
            <a:endParaRPr lang="en-US" sz="1300" dirty="0">
              <a:solidFill>
                <a:srgbClr val="006800"/>
              </a:solidFill>
              <a:latin typeface="Bank Gothic Bold"/>
              <a:ea typeface="MS Mincho"/>
              <a:cs typeface="Bank Gothic Bold"/>
            </a:endParaRPr>
          </a:p>
          <a:p>
            <a:pPr marL="908685" lvl="1" indent="0">
              <a:spcBef>
                <a:spcPts val="0"/>
              </a:spcBef>
              <a:buNone/>
            </a:pPr>
            <a:r>
              <a:rPr lang="en-US" b="1" dirty="0">
                <a:latin typeface="Courier New" panose="02070309020205020404" pitchFamily="49" charset="0"/>
                <a:ea typeface="MS Mincho"/>
                <a:cs typeface="Bank Gothic Bold"/>
              </a:rPr>
              <a:t>self.cursor</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endParaRPr lang="en-US" sz="1300" dirty="0">
              <a:latin typeface="Bank Gothic Bold"/>
              <a:ea typeface="MS Mincho"/>
              <a:cs typeface="Bank Gothic Bold"/>
            </a:endParaRPr>
          </a:p>
          <a:p>
            <a:pPr marL="342900" lvl="1" indent="0">
              <a:buNone/>
            </a:pPr>
            <a:r>
              <a:rPr lang="en-US" b="1" dirty="0">
                <a:latin typeface="Courier New" panose="02070309020205020404" pitchFamily="49" charset="0"/>
                <a:ea typeface="MS Mincho"/>
              </a:rPr>
              <a:t>self.lastItemPos</a:t>
            </a:r>
            <a:r>
              <a:rPr lang="en-US" dirty="0">
                <a:latin typeface="Times" panose="02020603050405020304" pitchFamily="18" charset="0"/>
                <a:ea typeface="MS Mincho"/>
              </a:rPr>
              <a:t> </a:t>
            </a:r>
            <a:r>
              <a:rPr lang="en-US" b="1" dirty="0">
                <a:latin typeface="Courier New" panose="02070309020205020404" pitchFamily="49" charset="0"/>
                <a:ea typeface="MS Mincho"/>
              </a:rPr>
              <a:t>=</a:t>
            </a:r>
            <a:r>
              <a:rPr lang="en-US" dirty="0">
                <a:latin typeface="Times" panose="02020603050405020304" pitchFamily="18" charset="0"/>
                <a:ea typeface="MS Mincho"/>
              </a:rPr>
              <a:t> </a:t>
            </a:r>
            <a:r>
              <a:rPr lang="en-US" b="1" dirty="0">
                <a:latin typeface="Courier New" panose="02070309020205020404" pitchFamily="49" charset="0"/>
                <a:ea typeface="MS Mincho"/>
              </a:rPr>
              <a:t>-1</a:t>
            </a:r>
            <a:endParaRPr lang="en-IN"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188934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8134350" cy="549273"/>
          </a:xfrm>
        </p:spPr>
        <p:txBody>
          <a:bodyPr/>
          <a:lstStyle/>
          <a:p>
            <a:r>
              <a:rPr lang="en-US" b="1" dirty="0"/>
              <a:t>The Navigational Methods in the List Iterator </a:t>
            </a:r>
            <a:r>
              <a:rPr lang="en-US" sz="2000" dirty="0"/>
              <a:t>(1 of 4)</a:t>
            </a:r>
          </a:p>
        </p:txBody>
      </p:sp>
      <p:sp>
        <p:nvSpPr>
          <p:cNvPr id="3" name="Content Placeholder 2"/>
          <p:cNvSpPr>
            <a:spLocks noGrp="1"/>
          </p:cNvSpPr>
          <p:nvPr>
            <p:ph idx="1"/>
          </p:nvPr>
        </p:nvSpPr>
        <p:spPr>
          <a:xfrm>
            <a:off x="628650" y="1676400"/>
            <a:ext cx="7886700" cy="3660775"/>
          </a:xfrm>
        </p:spPr>
        <p:txBody>
          <a:bodyPr>
            <a:normAutofit/>
          </a:bodyPr>
          <a:lstStyle/>
          <a:p>
            <a:pPr marL="291600" indent="-291600">
              <a:spcBef>
                <a:spcPts val="1000"/>
              </a:spcBef>
            </a:pPr>
            <a:r>
              <a:rPr lang="en-US" dirty="0"/>
              <a:t>The navigational methods  </a:t>
            </a:r>
            <a:r>
              <a:rPr lang="en-US" b="1" dirty="0">
                <a:latin typeface="Courier New" panose="02070309020205020404" pitchFamily="49" charset="0"/>
                <a:cs typeface="Courier New" panose="02070309020205020404" pitchFamily="49" charset="0"/>
              </a:rPr>
              <a:t>hasNext</a:t>
            </a:r>
            <a:r>
              <a:rPr lang="en-US" dirty="0"/>
              <a:t>  and  </a:t>
            </a:r>
            <a:r>
              <a:rPr lang="en-US" b="1" dirty="0">
                <a:latin typeface="Courier New" panose="02070309020205020404" pitchFamily="49" charset="0"/>
                <a:cs typeface="Courier New" panose="02070309020205020404" pitchFamily="49" charset="0"/>
              </a:rPr>
              <a:t>next</a:t>
            </a:r>
            <a:r>
              <a:rPr lang="en-US" b="1" dirty="0"/>
              <a:t> </a:t>
            </a:r>
            <a:r>
              <a:rPr lang="en-US" dirty="0"/>
              <a:t> work with a cursor that is moving from the beginning of an array-based list to its end</a:t>
            </a:r>
          </a:p>
          <a:p>
            <a:pPr marL="291600" indent="-291600">
              <a:spcBef>
                <a:spcPts val="1000"/>
              </a:spcBef>
            </a:pPr>
            <a:r>
              <a:rPr lang="en-US" dirty="0"/>
              <a:t>The method  </a:t>
            </a:r>
            <a:r>
              <a:rPr lang="en-US" b="1" dirty="0">
                <a:latin typeface="Courier New" panose="02070309020205020404" pitchFamily="49" charset="0"/>
                <a:cs typeface="Courier New" panose="02070309020205020404" pitchFamily="49" charset="0"/>
              </a:rPr>
              <a:t>hasNext</a:t>
            </a:r>
            <a:r>
              <a:rPr lang="en-US" b="1" dirty="0"/>
              <a:t> </a:t>
            </a:r>
            <a:r>
              <a:rPr lang="en-US" dirty="0"/>
              <a:t> returns  </a:t>
            </a:r>
            <a:r>
              <a:rPr lang="en-US" b="1" dirty="0">
                <a:latin typeface="Courier New" panose="02070309020205020404" pitchFamily="49" charset="0"/>
                <a:cs typeface="Courier New" panose="02070309020205020404" pitchFamily="49" charset="0"/>
              </a:rPr>
              <a:t>True</a:t>
            </a:r>
            <a:r>
              <a:rPr lang="en-US" b="1" dirty="0"/>
              <a:t> </a:t>
            </a:r>
            <a:r>
              <a:rPr lang="en-US" dirty="0"/>
              <a:t> as long as the cursor is less than the backing store’s length</a:t>
            </a:r>
          </a:p>
          <a:p>
            <a:pPr marL="291600" indent="-291600">
              <a:spcBef>
                <a:spcPts val="1000"/>
              </a:spcBef>
            </a:pPr>
            <a:r>
              <a:rPr lang="en-US" dirty="0"/>
              <a:t>The method  </a:t>
            </a:r>
            <a:r>
              <a:rPr lang="en-US" b="1" dirty="0">
                <a:latin typeface="Courier New" panose="02070309020205020404" pitchFamily="49" charset="0"/>
                <a:cs typeface="Courier New" panose="02070309020205020404" pitchFamily="49" charset="0"/>
              </a:rPr>
              <a:t>next</a:t>
            </a:r>
            <a:r>
              <a:rPr lang="en-US" b="1" dirty="0"/>
              <a:t> </a:t>
            </a:r>
            <a:r>
              <a:rPr lang="en-US" dirty="0"/>
              <a:t> must check two preconditions before advancing the cursor and returning an item from the backing store:</a:t>
            </a:r>
          </a:p>
          <a:p>
            <a:pPr lvl="1">
              <a:spcBef>
                <a:spcPts val="1000"/>
              </a:spcBef>
            </a:pPr>
            <a:r>
              <a:rPr lang="en-US" dirty="0"/>
              <a:t>First, the method  </a:t>
            </a:r>
            <a:r>
              <a:rPr lang="en-US" b="1" dirty="0">
                <a:latin typeface="Courier New" panose="02070309020205020404" pitchFamily="49" charset="0"/>
                <a:cs typeface="Courier New" panose="02070309020205020404" pitchFamily="49" charset="0"/>
              </a:rPr>
              <a:t>hasNext</a:t>
            </a:r>
            <a:r>
              <a:rPr lang="en-US" b="1" dirty="0"/>
              <a:t> </a:t>
            </a:r>
            <a:r>
              <a:rPr lang="en-US" dirty="0"/>
              <a:t> must return  </a:t>
            </a:r>
            <a:r>
              <a:rPr lang="en-US" b="1" dirty="0">
                <a:latin typeface="Courier New" panose="02070309020205020404" pitchFamily="49" charset="0"/>
                <a:cs typeface="Courier New" panose="02070309020205020404" pitchFamily="49" charset="0"/>
              </a:rPr>
              <a:t>True </a:t>
            </a:r>
          </a:p>
          <a:p>
            <a:pPr lvl="1">
              <a:spcBef>
                <a:spcPts val="1000"/>
              </a:spcBef>
            </a:pPr>
            <a:r>
              <a:rPr lang="en-US" dirty="0"/>
              <a:t>Second, the two mod counts—one belonging to the list iterator and the other to the backing store—must be equal</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598057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The Navigational Methods in the List Iterator </a:t>
            </a:r>
            <a:r>
              <a:rPr lang="en-US" sz="2000" dirty="0"/>
              <a:t>(2 of 4)</a:t>
            </a:r>
          </a:p>
        </p:txBody>
      </p:sp>
      <p:sp>
        <p:nvSpPr>
          <p:cNvPr id="3" name="Content Placeholder 2"/>
          <p:cNvSpPr>
            <a:spLocks noGrp="1"/>
          </p:cNvSpPr>
          <p:nvPr>
            <p:ph idx="1"/>
          </p:nvPr>
        </p:nvSpPr>
        <p:spPr>
          <a:xfrm>
            <a:off x="628650" y="1557145"/>
            <a:ext cx="7886700" cy="347855"/>
          </a:xfrm>
        </p:spPr>
        <p:txBody>
          <a:bodyPr>
            <a:normAutofit/>
          </a:bodyPr>
          <a:lstStyle/>
          <a:p>
            <a:pPr marL="291600" indent="-291600">
              <a:spcBef>
                <a:spcPts val="1000"/>
              </a:spcBef>
            </a:pPr>
            <a:r>
              <a:rPr lang="en-US" dirty="0"/>
              <a:t>Code for these two methods:</a:t>
            </a:r>
          </a:p>
        </p:txBody>
      </p:sp>
      <p:sp>
        <p:nvSpPr>
          <p:cNvPr id="6" name="Content Placeholder 5"/>
          <p:cNvSpPr>
            <a:spLocks noGrp="1"/>
          </p:cNvSpPr>
          <p:nvPr>
            <p:ph idx="13"/>
          </p:nvPr>
        </p:nvSpPr>
        <p:spPr>
          <a:xfrm>
            <a:off x="756837" y="2043505"/>
            <a:ext cx="7886700" cy="3657600"/>
          </a:xfrm>
        </p:spPr>
        <p:txBody>
          <a:bodyPr>
            <a:normAutofit fontScale="92500" lnSpcReduction="20000"/>
          </a:bodyPr>
          <a:lstStyle/>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hasNext</a:t>
            </a:r>
            <a:r>
              <a:rPr lang="en-US" b="1" dirty="0">
                <a:latin typeface="Courier New" panose="02070309020205020404" pitchFamily="49" charset="0"/>
                <a:ea typeface="MS Mincho"/>
                <a:cs typeface="Bank Gothic Bold"/>
              </a:rPr>
              <a:t>(self):</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"""Returns True if the iterator has</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a next item or False otherwise."""</a:t>
            </a:r>
            <a:endParaRPr lang="en-US" sz="1300" dirty="0">
              <a:solidFill>
                <a:srgbClr val="006800"/>
              </a:solidFill>
              <a:latin typeface="Bank Gothic Bold"/>
              <a:ea typeface="MS Mincho"/>
              <a:cs typeface="Bank Gothic Bold"/>
            </a:endParaRPr>
          </a:p>
          <a:p>
            <a:pPr marL="171450" lvl="1" indent="0">
              <a:spcBef>
                <a:spcPts val="0"/>
              </a:spcBef>
              <a:buNone/>
            </a:pPr>
            <a:r>
              <a:rPr lang="en-US" dirty="0">
                <a:solidFill>
                  <a:srgbClr val="FF6600"/>
                </a:solidFill>
                <a:latin typeface="Courier New Bold" panose="02070609020205020404" pitchFamily="49" charset="0"/>
                <a:ea typeface="MS Mincho"/>
                <a:cs typeface="Courier New" panose="02070309020205020404" pitchFamily="49" charset="0"/>
              </a:rPr>
              <a:t>    </a:t>
            </a:r>
            <a:r>
              <a:rPr lang="en-US" dirty="0">
                <a:solidFill>
                  <a:srgbClr val="8A3800"/>
                </a:solidFill>
                <a:latin typeface="Courier New Bold" panose="02070609020205020404" pitchFamily="49" charset="0"/>
                <a:ea typeface="MS Mincho"/>
                <a:cs typeface="Courier New" panose="02070309020205020404" pitchFamily="49" charset="0"/>
              </a:rPr>
              <a:t>return</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self.cursor</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len</a:t>
            </a:r>
            <a:r>
              <a:rPr lang="en-US" b="1" dirty="0">
                <a:latin typeface="Courier New" panose="02070309020205020404" pitchFamily="49" charset="0"/>
                <a:ea typeface="MS Mincho"/>
                <a:cs typeface="Bank Gothic Bold"/>
              </a:rPr>
              <a:t>(self.backingStore)</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next</a:t>
            </a:r>
            <a:r>
              <a:rPr lang="en-US" b="1" dirty="0">
                <a:latin typeface="Courier New" panose="02070309020205020404" pitchFamily="49" charset="0"/>
                <a:ea typeface="MS Mincho"/>
                <a:cs typeface="Bank Gothic Bold"/>
              </a:rPr>
              <a:t>(self):</a:t>
            </a:r>
            <a:endParaRPr lang="en-US" sz="1300" dirty="0">
              <a:latin typeface="Bank Gothic Bold"/>
              <a:ea typeface="MS Mincho"/>
              <a:cs typeface="Bank Gothic Bold"/>
            </a:endParaRPr>
          </a:p>
          <a:p>
            <a:pPr marL="55435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"""Preconditions: hasNext returns True.</a:t>
            </a:r>
            <a:endParaRPr lang="en-US" sz="1300" dirty="0">
              <a:solidFill>
                <a:srgbClr val="006800"/>
              </a:solidFill>
              <a:latin typeface="Bank Gothic Bold"/>
              <a:ea typeface="MS Mincho"/>
              <a:cs typeface="Bank Gothic Bold"/>
            </a:endParaRPr>
          </a:p>
          <a:p>
            <a:pPr marL="55435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The list has not been modified except by this</a:t>
            </a:r>
            <a:endParaRPr lang="en-US" sz="1300" dirty="0">
              <a:solidFill>
                <a:srgbClr val="006800"/>
              </a:solidFill>
              <a:latin typeface="Bank Gothic Bold"/>
              <a:ea typeface="MS Mincho"/>
              <a:cs typeface="Bank Gothic Bold"/>
            </a:endParaRPr>
          </a:p>
          <a:p>
            <a:pPr marL="55435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iterator’s mutators.</a:t>
            </a:r>
            <a:endParaRPr lang="en-US" sz="1300" dirty="0">
              <a:solidFill>
                <a:srgbClr val="006800"/>
              </a:solidFill>
              <a:latin typeface="Bank Gothic Bold"/>
              <a:ea typeface="MS Mincho"/>
              <a:cs typeface="Bank Gothic Bold"/>
            </a:endParaRPr>
          </a:p>
          <a:p>
            <a:pPr marL="55435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Returns the current item and advances the cursor.</a:t>
            </a:r>
            <a:endParaRPr lang="en-US" sz="1300" dirty="0">
              <a:solidFill>
                <a:srgbClr val="006800"/>
              </a:solidFill>
              <a:latin typeface="Bank Gothic Bold"/>
              <a:ea typeface="MS Mincho"/>
              <a:cs typeface="Bank Gothic Bold"/>
            </a:endParaRPr>
          </a:p>
          <a:p>
            <a:pPr marL="55435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to the next item."""</a:t>
            </a:r>
            <a:endParaRPr lang="en-US" sz="1300" dirty="0">
              <a:solidFill>
                <a:srgbClr val="006800"/>
              </a:solidFill>
              <a:latin typeface="Bank Gothic Bold"/>
              <a:ea typeface="MS Mincho"/>
              <a:cs typeface="Bank Gothic Bold"/>
            </a:endParaRPr>
          </a:p>
          <a:p>
            <a:pPr marL="55435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not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self.hasNext():</a:t>
            </a:r>
            <a:endParaRPr lang="en-US" sz="1300" dirty="0">
              <a:latin typeface="Bank Gothic Bold"/>
              <a:ea typeface="MS Mincho"/>
              <a:cs typeface="Bank Gothic Bold"/>
            </a:endParaRPr>
          </a:p>
          <a:p>
            <a:pPr marL="554355" lvl="1" indent="0">
              <a:spcBef>
                <a:spcPts val="0"/>
              </a:spcBef>
              <a:buNone/>
            </a:pPr>
            <a:r>
              <a:rPr lang="en-US"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raise</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ValueError</a:t>
            </a:r>
            <a:r>
              <a:rPr lang="en-US" b="1" dirty="0">
                <a:latin typeface="Courier New" panose="02070309020205020404" pitchFamily="49" charset="0"/>
                <a:ea typeface="MS Mincho"/>
                <a:cs typeface="Bank Gothic Bold"/>
              </a:rPr>
              <a:t>(</a:t>
            </a:r>
            <a:r>
              <a:rPr lang="en-US" b="1" dirty="0">
                <a:solidFill>
                  <a:srgbClr val="006800"/>
                </a:solidFill>
                <a:latin typeface="Courier New Bold" panose="02070609020205020404" pitchFamily="49" charset="0"/>
                <a:ea typeface="MS Mincho"/>
                <a:cs typeface="Courier New" panose="02070309020205020404" pitchFamily="49" charset="0"/>
              </a:rPr>
              <a:t>"No next item in list iterator"</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55435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self.modCount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self.backingStore.getModCount():</a:t>
            </a:r>
            <a:endParaRPr lang="en-US" sz="1300" dirty="0">
              <a:latin typeface="Bank Gothic Bold"/>
              <a:ea typeface="MS Mincho"/>
              <a:cs typeface="Bank Gothic Bold"/>
            </a:endParaRPr>
          </a:p>
          <a:p>
            <a:pPr marL="171450" lvl="1" indent="0">
              <a:spcBef>
                <a:spcPts val="0"/>
              </a:spcBef>
              <a:buNone/>
            </a:pPr>
            <a:r>
              <a:rPr lang="en-US"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raise</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AttributeError</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26873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"Illegal modification of backing store"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554355" lvl="1" indent="0">
              <a:spcBef>
                <a:spcPts val="0"/>
              </a:spcBef>
              <a:buNone/>
            </a:pPr>
            <a:r>
              <a:rPr lang="en-US" b="1" dirty="0">
                <a:latin typeface="Courier New" panose="02070309020205020404" pitchFamily="49" charset="0"/>
                <a:ea typeface="MS Mincho"/>
                <a:cs typeface="Bank Gothic Bold"/>
              </a:rPr>
              <a:t>self.lastItemPos</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self.cursor</a:t>
            </a:r>
            <a:endParaRPr lang="en-US" sz="1300" dirty="0">
              <a:latin typeface="Bank Gothic Bold"/>
              <a:ea typeface="MS Mincho"/>
              <a:cs typeface="Bank Gothic Bold"/>
            </a:endParaRPr>
          </a:p>
          <a:p>
            <a:pPr marL="554355" lvl="1" indent="0">
              <a:spcBef>
                <a:spcPts val="0"/>
              </a:spcBef>
              <a:buNone/>
            </a:pPr>
            <a:r>
              <a:rPr lang="en-US" b="1" dirty="0">
                <a:latin typeface="Courier New" panose="02070309020205020404" pitchFamily="49" charset="0"/>
                <a:ea typeface="MS Mincho"/>
                <a:cs typeface="Bank Gothic Bold"/>
              </a:rPr>
              <a:t>self.cursor</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342900" lvl="1" indent="0">
              <a:buNone/>
            </a:pP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dirty="0">
                <a:latin typeface="Times" panose="02020603050405020304" pitchFamily="18" charset="0"/>
                <a:ea typeface="MS Mincho"/>
              </a:rPr>
              <a:t> </a:t>
            </a:r>
            <a:r>
              <a:rPr lang="en-US" b="1" dirty="0">
                <a:latin typeface="Courier New" panose="02070309020205020404" pitchFamily="49" charset="0"/>
                <a:ea typeface="MS Mincho"/>
              </a:rPr>
              <a:t>self.backingStore[self.lastItemPos]</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541621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625474"/>
          </a:xfrm>
        </p:spPr>
        <p:txBody>
          <a:bodyPr/>
          <a:lstStyle/>
          <a:p>
            <a:r>
              <a:rPr lang="en-US" b="1" dirty="0"/>
              <a:t>The Navigational Methods in the List Iterator </a:t>
            </a:r>
            <a:r>
              <a:rPr lang="en-US" sz="2000" dirty="0"/>
              <a:t>(3 of 4)</a:t>
            </a:r>
          </a:p>
        </p:txBody>
      </p:sp>
      <p:sp>
        <p:nvSpPr>
          <p:cNvPr id="3" name="Content Placeholder 2"/>
          <p:cNvSpPr>
            <a:spLocks noGrp="1"/>
          </p:cNvSpPr>
          <p:nvPr>
            <p:ph idx="1"/>
          </p:nvPr>
        </p:nvSpPr>
        <p:spPr>
          <a:xfrm>
            <a:off x="628650" y="1524000"/>
            <a:ext cx="7886700" cy="3965575"/>
          </a:xfrm>
        </p:spPr>
        <p:txBody>
          <a:bodyPr>
            <a:normAutofit lnSpcReduction="10000"/>
          </a:bodyPr>
          <a:lstStyle/>
          <a:p>
            <a:pPr marL="291600" indent="-291600">
              <a:spcBef>
                <a:spcPts val="1000"/>
              </a:spcBef>
            </a:pPr>
            <a:r>
              <a:rPr lang="en-US" sz="2000" dirty="0"/>
              <a:t>The methods  </a:t>
            </a:r>
            <a:r>
              <a:rPr lang="en-US" sz="2000" b="1" dirty="0">
                <a:latin typeface="Courier New" panose="02070309020205020404" pitchFamily="49" charset="0"/>
                <a:cs typeface="Courier New" panose="02070309020205020404" pitchFamily="49" charset="0"/>
              </a:rPr>
              <a:t>last</a:t>
            </a:r>
            <a:r>
              <a:rPr lang="en-US" sz="2000" b="1" dirty="0"/>
              <a:t> </a:t>
            </a:r>
            <a:r>
              <a:rPr lang="en-US" sz="2000" dirty="0"/>
              <a:t>,  </a:t>
            </a:r>
            <a:r>
              <a:rPr lang="en-US" sz="2000" b="1" dirty="0">
                <a:latin typeface="Courier New" panose="02070309020205020404" pitchFamily="49" charset="0"/>
                <a:cs typeface="Courier New" panose="02070309020205020404" pitchFamily="49" charset="0"/>
              </a:rPr>
              <a:t>hasPrevious</a:t>
            </a:r>
            <a:r>
              <a:rPr lang="en-US" sz="2000" b="1" dirty="0"/>
              <a:t> </a:t>
            </a:r>
            <a:r>
              <a:rPr lang="en-US" sz="2000" dirty="0"/>
              <a:t>, and  </a:t>
            </a:r>
            <a:r>
              <a:rPr lang="en-US" sz="2000" b="1" dirty="0">
                <a:latin typeface="Courier New" panose="02070309020205020404" pitchFamily="49" charset="0"/>
                <a:cs typeface="Courier New" panose="02070309020205020404" pitchFamily="49" charset="0"/>
              </a:rPr>
              <a:t>previous</a:t>
            </a:r>
            <a:r>
              <a:rPr lang="en-US" sz="2000" b="1" dirty="0"/>
              <a:t> </a:t>
            </a:r>
            <a:r>
              <a:rPr lang="en-US" sz="2000" dirty="0"/>
              <a:t> work with a cursor that is moving from the end of an array-based list to its beginning</a:t>
            </a:r>
          </a:p>
          <a:p>
            <a:pPr marL="291600" indent="-291600">
              <a:spcBef>
                <a:spcPts val="1000"/>
              </a:spcBef>
            </a:pPr>
            <a:r>
              <a:rPr lang="en-US" dirty="0"/>
              <a:t>The method  </a:t>
            </a:r>
            <a:r>
              <a:rPr lang="en-US" b="1" dirty="0">
                <a:latin typeface="Courier New" panose="02070309020205020404" pitchFamily="49" charset="0"/>
                <a:cs typeface="Courier New" panose="02070309020205020404" pitchFamily="49" charset="0"/>
              </a:rPr>
              <a:t>last</a:t>
            </a:r>
            <a:r>
              <a:rPr lang="en-US" b="1" dirty="0"/>
              <a:t> </a:t>
            </a:r>
            <a:r>
              <a:rPr lang="en-US" dirty="0"/>
              <a:t> sets the position of the cursor to the right of the last item in the list</a:t>
            </a:r>
          </a:p>
          <a:p>
            <a:pPr lvl="1">
              <a:spcBef>
                <a:spcPts val="1000"/>
              </a:spcBef>
            </a:pPr>
            <a:r>
              <a:rPr lang="en-US" dirty="0"/>
              <a:t>This position will be equal to the length of the list</a:t>
            </a:r>
          </a:p>
          <a:p>
            <a:pPr marL="291600" indent="-291600">
              <a:spcBef>
                <a:spcPts val="1000"/>
              </a:spcBef>
            </a:pPr>
            <a:r>
              <a:rPr lang="en-US" dirty="0"/>
              <a:t>The method  </a:t>
            </a:r>
            <a:r>
              <a:rPr lang="en-US" b="1" dirty="0">
                <a:latin typeface="Courier New" panose="02070309020205020404" pitchFamily="49" charset="0"/>
                <a:cs typeface="Courier New" panose="02070309020205020404" pitchFamily="49" charset="0"/>
              </a:rPr>
              <a:t>hasPrevious</a:t>
            </a:r>
            <a:r>
              <a:rPr lang="en-US" b="1" dirty="0"/>
              <a:t> </a:t>
            </a:r>
            <a:r>
              <a:rPr lang="en-US" dirty="0"/>
              <a:t> returns  </a:t>
            </a:r>
            <a:r>
              <a:rPr lang="en-US" b="1" dirty="0">
                <a:latin typeface="Courier New" panose="02070309020205020404" pitchFamily="49" charset="0"/>
                <a:cs typeface="Courier New" panose="02070309020205020404" pitchFamily="49" charset="0"/>
              </a:rPr>
              <a:t>True</a:t>
            </a:r>
            <a:r>
              <a:rPr lang="en-US" b="1" dirty="0"/>
              <a:t> </a:t>
            </a:r>
            <a:r>
              <a:rPr lang="en-US" dirty="0"/>
              <a:t> if the cursor is greater than position 0</a:t>
            </a:r>
          </a:p>
          <a:p>
            <a:pPr marL="291600" indent="-291600">
              <a:spcBef>
                <a:spcPts val="1000"/>
              </a:spcBef>
            </a:pPr>
            <a:r>
              <a:rPr lang="en-US" dirty="0"/>
              <a:t>The method  </a:t>
            </a:r>
            <a:r>
              <a:rPr lang="en-US" b="1" dirty="0">
                <a:latin typeface="Courier New" panose="02070309020205020404" pitchFamily="49" charset="0"/>
                <a:cs typeface="Courier New" panose="02070309020205020404" pitchFamily="49" charset="0"/>
              </a:rPr>
              <a:t>previous</a:t>
            </a:r>
            <a:r>
              <a:rPr lang="en-US" b="1" dirty="0"/>
              <a:t> </a:t>
            </a:r>
            <a:r>
              <a:rPr lang="en-US" dirty="0"/>
              <a:t> checks the same two preconditions as the method  </a:t>
            </a:r>
            <a:r>
              <a:rPr lang="en-US" b="1" dirty="0">
                <a:latin typeface="Courier New" panose="02070309020205020404" pitchFamily="49" charset="0"/>
                <a:cs typeface="Courier New" panose="02070309020205020404" pitchFamily="49" charset="0"/>
              </a:rPr>
              <a:t>next</a:t>
            </a:r>
          </a:p>
          <a:p>
            <a:pPr lvl="1">
              <a:spcBef>
                <a:spcPts val="1000"/>
              </a:spcBef>
            </a:pPr>
            <a:r>
              <a:rPr lang="en-US" dirty="0"/>
              <a:t>It then decrements the cursor by 1, sets  </a:t>
            </a:r>
            <a:r>
              <a:rPr lang="en-US" b="1" dirty="0">
                <a:latin typeface="Courier New" panose="02070309020205020404" pitchFamily="49" charset="0"/>
                <a:cs typeface="Courier New" panose="02070309020205020404" pitchFamily="49" charset="0"/>
              </a:rPr>
              <a:t>self.lastItemPos</a:t>
            </a:r>
            <a:r>
              <a:rPr lang="en-US" b="1" dirty="0"/>
              <a:t> </a:t>
            </a:r>
            <a:r>
              <a:rPr lang="en-US" dirty="0"/>
              <a:t> to  </a:t>
            </a:r>
            <a:r>
              <a:rPr lang="en-US" b="1" dirty="0">
                <a:latin typeface="Courier New" panose="02070309020205020404" pitchFamily="49" charset="0"/>
                <a:cs typeface="Courier New" panose="02070309020205020404" pitchFamily="49" charset="0"/>
              </a:rPr>
              <a:t>self.cursor</a:t>
            </a:r>
            <a:r>
              <a:rPr lang="en-US" b="1" dirty="0"/>
              <a:t> </a:t>
            </a:r>
            <a:r>
              <a:rPr lang="en-US" dirty="0"/>
              <a:t>, and returns the item at  </a:t>
            </a:r>
            <a:r>
              <a:rPr lang="en-US" b="1" dirty="0">
                <a:latin typeface="Courier New" panose="02070309020205020404" pitchFamily="49" charset="0"/>
                <a:cs typeface="Courier New" panose="02070309020205020404" pitchFamily="49" charset="0"/>
              </a:rPr>
              <a:t>self.lastItemPos</a:t>
            </a:r>
            <a:r>
              <a:rPr lang="en-US" b="1" dirty="0"/>
              <a:t> </a:t>
            </a:r>
            <a:r>
              <a:rPr lang="en-US" dirty="0"/>
              <a:t> in the backing store</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5228184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8058150" cy="473074"/>
          </a:xfrm>
        </p:spPr>
        <p:txBody>
          <a:bodyPr/>
          <a:lstStyle/>
          <a:p>
            <a:r>
              <a:rPr lang="en-US" b="1" dirty="0"/>
              <a:t>The Navigational Methods in the List Iterator </a:t>
            </a:r>
            <a:r>
              <a:rPr lang="en-US" sz="2000" dirty="0"/>
              <a:t>(4 of 4)</a:t>
            </a:r>
          </a:p>
        </p:txBody>
      </p:sp>
      <p:sp>
        <p:nvSpPr>
          <p:cNvPr id="3" name="Content Placeholder 2"/>
          <p:cNvSpPr>
            <a:spLocks noGrp="1"/>
          </p:cNvSpPr>
          <p:nvPr>
            <p:ph idx="1"/>
          </p:nvPr>
        </p:nvSpPr>
        <p:spPr>
          <a:xfrm>
            <a:off x="628650" y="1295400"/>
            <a:ext cx="7886700" cy="304800"/>
          </a:xfrm>
        </p:spPr>
        <p:txBody>
          <a:bodyPr>
            <a:normAutofit/>
          </a:bodyPr>
          <a:lstStyle/>
          <a:p>
            <a:pPr marL="291600" indent="-291600">
              <a:spcBef>
                <a:spcPts val="1000"/>
              </a:spcBef>
            </a:pPr>
            <a:r>
              <a:rPr lang="en-US" dirty="0"/>
              <a:t>Code for the three methods:</a:t>
            </a:r>
          </a:p>
        </p:txBody>
      </p:sp>
      <p:sp>
        <p:nvSpPr>
          <p:cNvPr id="6" name="Content Placeholder 5"/>
          <p:cNvSpPr>
            <a:spLocks noGrp="1"/>
          </p:cNvSpPr>
          <p:nvPr>
            <p:ph idx="13"/>
          </p:nvPr>
        </p:nvSpPr>
        <p:spPr>
          <a:xfrm>
            <a:off x="762000" y="1800159"/>
            <a:ext cx="7753350" cy="4067241"/>
          </a:xfrm>
        </p:spPr>
        <p:txBody>
          <a:bodyPr>
            <a:normAutofit fontScale="85000" lnSpcReduction="20000"/>
          </a:bodyPr>
          <a:lstStyle/>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last</a:t>
            </a:r>
            <a:r>
              <a:rPr lang="en-US" b="1" dirty="0">
                <a:latin typeface="Courier New" panose="02070309020205020404" pitchFamily="49" charset="0"/>
                <a:ea typeface="MS Mincho"/>
                <a:cs typeface="Bank Gothic Bold"/>
              </a:rPr>
              <a:t>(self):</a:t>
            </a:r>
            <a:endParaRPr lang="en-US" sz="1300" dirty="0">
              <a:latin typeface="Bank Gothic Bold"/>
              <a:ea typeface="MS Mincho"/>
              <a:cs typeface="Bank Gothic Bold"/>
            </a:endParaRPr>
          </a:p>
          <a:p>
            <a:pPr marL="55435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"""Moves the cursor to the end of the backing store."""</a:t>
            </a:r>
            <a:endParaRPr lang="en-US" sz="1300" dirty="0">
              <a:solidFill>
                <a:srgbClr val="006800"/>
              </a:solidFill>
              <a:latin typeface="Bank Gothic Bold"/>
              <a:ea typeface="MS Mincho"/>
              <a:cs typeface="Bank Gothic Bold"/>
            </a:endParaRPr>
          </a:p>
          <a:p>
            <a:pPr marL="554355" lvl="1" indent="0">
              <a:spcBef>
                <a:spcPts val="0"/>
              </a:spcBef>
              <a:buNone/>
            </a:pPr>
            <a:r>
              <a:rPr lang="en-US" b="1" dirty="0">
                <a:latin typeface="Courier New" panose="02070309020205020404" pitchFamily="49" charset="0"/>
                <a:ea typeface="MS Mincho"/>
                <a:cs typeface="Bank Gothic Bold"/>
              </a:rPr>
              <a:t>self.cursor</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len</a:t>
            </a:r>
            <a:r>
              <a:rPr lang="en-US" b="1" dirty="0">
                <a:latin typeface="Courier New" panose="02070309020205020404" pitchFamily="49" charset="0"/>
                <a:ea typeface="MS Mincho"/>
                <a:cs typeface="Bank Gothic Bold"/>
              </a:rPr>
              <a:t>(self.backingStore)</a:t>
            </a:r>
            <a:endParaRPr lang="en-US" sz="1300" dirty="0">
              <a:latin typeface="Bank Gothic Bold"/>
              <a:ea typeface="MS Mincho"/>
              <a:cs typeface="Bank Gothic Bold"/>
            </a:endParaRPr>
          </a:p>
          <a:p>
            <a:pPr marL="554355" lvl="1" indent="0">
              <a:spcBef>
                <a:spcPts val="0"/>
              </a:spcBef>
              <a:buNone/>
            </a:pPr>
            <a:r>
              <a:rPr lang="en-US" b="1" dirty="0">
                <a:latin typeface="Courier New" panose="02070309020205020404" pitchFamily="49" charset="0"/>
                <a:ea typeface="MS Mincho"/>
                <a:cs typeface="Bank Gothic Bold"/>
              </a:rPr>
              <a:t>self.lastItemPos</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hasPrevious</a:t>
            </a:r>
            <a:r>
              <a:rPr lang="en-US" b="1" dirty="0">
                <a:latin typeface="Courier New" panose="02070309020205020404" pitchFamily="49" charset="0"/>
                <a:ea typeface="MS Mincho"/>
                <a:cs typeface="Bank Gothic Bold"/>
              </a:rPr>
              <a:t>(self):</a:t>
            </a:r>
            <a:endParaRPr lang="en-US" sz="1300" dirty="0">
              <a:latin typeface="Bank Gothic Bold"/>
              <a:ea typeface="MS Mincho"/>
              <a:cs typeface="Bank Gothic Bold"/>
            </a:endParaRPr>
          </a:p>
          <a:p>
            <a:pPr marL="55435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"""Returns True if the iterator has a</a:t>
            </a:r>
            <a:endParaRPr lang="en-US" sz="1300" dirty="0">
              <a:solidFill>
                <a:srgbClr val="006800"/>
              </a:solidFill>
              <a:latin typeface="Bank Gothic Bold"/>
              <a:ea typeface="MS Mincho"/>
              <a:cs typeface="Bank Gothic Bold"/>
            </a:endParaRPr>
          </a:p>
          <a:p>
            <a:pPr marL="55435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previous item or False otherwise."""</a:t>
            </a:r>
            <a:endParaRPr lang="en-US" sz="1300" dirty="0">
              <a:solidFill>
                <a:srgbClr val="006800"/>
              </a:solidFill>
              <a:latin typeface="Bank Gothic Bold"/>
              <a:ea typeface="MS Mincho"/>
              <a:cs typeface="Bank Gothic Bold"/>
            </a:endParaRPr>
          </a:p>
          <a:p>
            <a:pPr marL="171450" lvl="1" indent="0">
              <a:spcBef>
                <a:spcPts val="0"/>
              </a:spcBef>
              <a:buNone/>
            </a:pPr>
            <a:r>
              <a:rPr lang="en-US"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self.cursor</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&gt;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previous</a:t>
            </a:r>
            <a:r>
              <a:rPr lang="en-US" b="1" dirty="0">
                <a:latin typeface="Courier New" panose="02070309020205020404" pitchFamily="49" charset="0"/>
                <a:ea typeface="MS Mincho"/>
                <a:cs typeface="Bank Gothic Bold"/>
              </a:rPr>
              <a:t>(self):</a:t>
            </a:r>
            <a:endParaRPr lang="en-US" sz="1300" dirty="0">
              <a:latin typeface="Bank Gothic Bold"/>
              <a:ea typeface="MS Mincho"/>
              <a:cs typeface="Bank Gothic Bold"/>
            </a:endParaRPr>
          </a:p>
          <a:p>
            <a:pPr marL="55435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"""Preconditions: hasPrevious returns True.</a:t>
            </a:r>
            <a:endParaRPr lang="en-US" sz="1300" dirty="0">
              <a:solidFill>
                <a:srgbClr val="006800"/>
              </a:solidFill>
              <a:latin typeface="Bank Gothic Bold"/>
              <a:ea typeface="MS Mincho"/>
              <a:cs typeface="Bank Gothic Bold"/>
            </a:endParaRPr>
          </a:p>
          <a:p>
            <a:pPr marL="55435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The list has not been modified except</a:t>
            </a:r>
            <a:endParaRPr lang="en-US" sz="1300" dirty="0">
              <a:solidFill>
                <a:srgbClr val="006800"/>
              </a:solidFill>
              <a:latin typeface="Bank Gothic Bold"/>
              <a:ea typeface="MS Mincho"/>
              <a:cs typeface="Bank Gothic Bold"/>
            </a:endParaRPr>
          </a:p>
          <a:p>
            <a:pPr marL="55435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by this iterator’s mutators.</a:t>
            </a:r>
            <a:endParaRPr lang="en-US" sz="1300" dirty="0">
              <a:solidFill>
                <a:srgbClr val="006800"/>
              </a:solidFill>
              <a:latin typeface="Bank Gothic Bold"/>
              <a:ea typeface="MS Mincho"/>
              <a:cs typeface="Bank Gothic Bold"/>
            </a:endParaRPr>
          </a:p>
          <a:p>
            <a:pPr marL="55435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Returns the current item and moves</a:t>
            </a:r>
            <a:endParaRPr lang="en-US" sz="1300" dirty="0">
              <a:solidFill>
                <a:srgbClr val="006800"/>
              </a:solidFill>
              <a:latin typeface="Bank Gothic Bold"/>
              <a:ea typeface="MS Mincho"/>
              <a:cs typeface="Bank Gothic Bold"/>
            </a:endParaRPr>
          </a:p>
          <a:p>
            <a:pPr marL="55435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the cursor to the previous item."""</a:t>
            </a:r>
            <a:endParaRPr lang="en-US" sz="1300" dirty="0">
              <a:solidFill>
                <a:srgbClr val="006800"/>
              </a:solidFill>
              <a:latin typeface="Bank Gothic Bold"/>
              <a:ea typeface="MS Mincho"/>
              <a:cs typeface="Bank Gothic Bold"/>
            </a:endParaRPr>
          </a:p>
          <a:p>
            <a:pPr marL="55435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not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self.hasPrevious():</a:t>
            </a:r>
            <a:endParaRPr lang="en-US" sz="1300" dirty="0">
              <a:latin typeface="Bank Gothic Bold"/>
              <a:ea typeface="MS Mincho"/>
              <a:cs typeface="Bank Gothic Bold"/>
            </a:endParaRPr>
          </a:p>
          <a:p>
            <a:pPr marL="554355" lvl="1" indent="0">
              <a:spcBef>
                <a:spcPts val="0"/>
              </a:spcBef>
              <a:buNone/>
            </a:pPr>
            <a:r>
              <a:rPr lang="en-US"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raise</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ValueError</a:t>
            </a:r>
            <a:r>
              <a:rPr lang="en-US" b="1" dirty="0">
                <a:latin typeface="Courier New" panose="02070309020205020404" pitchFamily="49" charset="0"/>
                <a:ea typeface="MS Mincho"/>
                <a:cs typeface="Bank Gothic Bold"/>
              </a:rPr>
              <a:t>(</a:t>
            </a:r>
            <a:r>
              <a:rPr lang="en-US" b="1" dirty="0">
                <a:solidFill>
                  <a:srgbClr val="006800"/>
                </a:solidFill>
                <a:latin typeface="Courier New Bold" panose="02070609020205020404" pitchFamily="49" charset="0"/>
                <a:ea typeface="MS Mincho"/>
                <a:cs typeface="Courier New" panose="02070309020205020404" pitchFamily="49" charset="0"/>
              </a:rPr>
              <a:t>"No previous item in list iterator"</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55435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self.modCount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self.backingStore.getModCount():</a:t>
            </a:r>
            <a:endParaRPr lang="en-US" sz="1300" dirty="0">
              <a:latin typeface="Bank Gothic Bold"/>
              <a:ea typeface="MS Mincho"/>
              <a:cs typeface="Bank Gothic Bold"/>
            </a:endParaRPr>
          </a:p>
          <a:p>
            <a:pPr marL="554355" lvl="1" indent="0">
              <a:spcBef>
                <a:spcPts val="0"/>
              </a:spcBef>
              <a:buNone/>
            </a:pPr>
            <a:r>
              <a:rPr lang="en-US"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raise</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AttributeError</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26873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"Illegal modification of backing store"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554355" lvl="1" indent="0">
              <a:spcBef>
                <a:spcPts val="0"/>
              </a:spcBef>
              <a:buNone/>
            </a:pPr>
            <a:r>
              <a:rPr lang="en-US" b="1" dirty="0">
                <a:latin typeface="Courier New" panose="02070309020205020404" pitchFamily="49" charset="0"/>
                <a:ea typeface="MS Mincho"/>
                <a:cs typeface="Bank Gothic Bold"/>
              </a:rPr>
              <a:t>self.cursor</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554355" lvl="1" indent="0">
              <a:spcBef>
                <a:spcPts val="0"/>
              </a:spcBef>
              <a:buNone/>
            </a:pPr>
            <a:r>
              <a:rPr lang="en-US" b="1" dirty="0">
                <a:latin typeface="Courier New" panose="02070309020205020404" pitchFamily="49" charset="0"/>
                <a:ea typeface="MS Mincho"/>
                <a:cs typeface="Bank Gothic Bold"/>
              </a:rPr>
              <a:t>self.lastItemPos</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self.cursor</a:t>
            </a:r>
            <a:endParaRPr lang="en-US" sz="1300" dirty="0">
              <a:latin typeface="Bank Gothic Bold"/>
              <a:ea typeface="MS Mincho"/>
              <a:cs typeface="Bank Gothic Bold"/>
            </a:endParaRPr>
          </a:p>
          <a:p>
            <a:pPr marL="342900" lvl="1" indent="0">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dirty="0">
                <a:latin typeface="Times" panose="02020603050405020304" pitchFamily="18" charset="0"/>
                <a:ea typeface="MS Mincho"/>
              </a:rPr>
              <a:t> </a:t>
            </a:r>
            <a:r>
              <a:rPr lang="en-US" b="1" dirty="0">
                <a:latin typeface="Courier New" panose="02070309020205020404" pitchFamily="49" charset="0"/>
                <a:ea typeface="MS Mincho"/>
              </a:rPr>
              <a:t>self.backingStore[self.lastItemPos]</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3700309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09380"/>
          </a:xfrm>
        </p:spPr>
        <p:txBody>
          <a:bodyPr/>
          <a:lstStyle/>
          <a:p>
            <a:r>
              <a:rPr lang="en-US" b="1" dirty="0"/>
              <a:t>Mutator Methods in the List Iterator </a:t>
            </a:r>
            <a:r>
              <a:rPr lang="en-US" sz="2000" dirty="0"/>
              <a:t>(1 of 3)</a:t>
            </a:r>
          </a:p>
        </p:txBody>
      </p:sp>
      <p:sp>
        <p:nvSpPr>
          <p:cNvPr id="3" name="Content Placeholder 2"/>
          <p:cNvSpPr>
            <a:spLocks noGrp="1"/>
          </p:cNvSpPr>
          <p:nvPr>
            <p:ph idx="1"/>
          </p:nvPr>
        </p:nvSpPr>
        <p:spPr>
          <a:xfrm>
            <a:off x="628650" y="1825625"/>
            <a:ext cx="7886700" cy="3279775"/>
          </a:xfrm>
        </p:spPr>
        <p:txBody>
          <a:bodyPr>
            <a:normAutofit/>
          </a:bodyPr>
          <a:lstStyle/>
          <a:p>
            <a:pPr marL="291600" indent="-291600">
              <a:spcBef>
                <a:spcPts val="1000"/>
              </a:spcBef>
            </a:pPr>
            <a:r>
              <a:rPr lang="en-US" dirty="0"/>
              <a:t>The mutator methods  </a:t>
            </a:r>
            <a:r>
              <a:rPr lang="en-US" b="1" dirty="0">
                <a:latin typeface="Courier New" panose="02070309020205020404" pitchFamily="49" charset="0"/>
                <a:cs typeface="Courier New" panose="02070309020205020404" pitchFamily="49" charset="0"/>
              </a:rPr>
              <a:t>remove</a:t>
            </a:r>
            <a:r>
              <a:rPr lang="en-US" b="1" dirty="0"/>
              <a:t> </a:t>
            </a:r>
            <a:r>
              <a:rPr lang="en-US" dirty="0"/>
              <a:t> and  </a:t>
            </a:r>
            <a:r>
              <a:rPr lang="en-US" b="1" dirty="0">
                <a:latin typeface="Courier New" panose="02070309020205020404" pitchFamily="49" charset="0"/>
                <a:cs typeface="Courier New" panose="02070309020205020404" pitchFamily="49" charset="0"/>
              </a:rPr>
              <a:t>replace </a:t>
            </a:r>
            <a:r>
              <a:rPr lang="en-US" dirty="0"/>
              <a:t> must check two preconditions</a:t>
            </a:r>
          </a:p>
          <a:p>
            <a:pPr lvl="1">
              <a:spcBef>
                <a:spcPts val="1000"/>
              </a:spcBef>
            </a:pPr>
            <a:r>
              <a:rPr lang="en-US" dirty="0"/>
              <a:t>First, the cursor must be established, meaning that the variable  </a:t>
            </a:r>
            <a:r>
              <a:rPr lang="en-US" b="1" dirty="0">
                <a:latin typeface="Courier New" panose="02070309020205020404" pitchFamily="49" charset="0"/>
                <a:cs typeface="Courier New" panose="02070309020205020404" pitchFamily="49" charset="0"/>
              </a:rPr>
              <a:t>self.lastItemPos</a:t>
            </a:r>
            <a:r>
              <a:rPr lang="en-US" b="1" dirty="0"/>
              <a:t> </a:t>
            </a:r>
            <a:r>
              <a:rPr lang="en-US" dirty="0"/>
              <a:t> must not equal </a:t>
            </a:r>
            <a:r>
              <a:rPr lang="en-US" dirty="0">
                <a:latin typeface="Arial" panose="020B0604020202020204" pitchFamily="34" charset="0"/>
                <a:cs typeface="Arial" panose="020B0604020202020204" pitchFamily="34" charset="0"/>
              </a:rPr>
              <a:t>−</a:t>
            </a:r>
            <a:r>
              <a:rPr lang="en-US" dirty="0"/>
              <a:t>1</a:t>
            </a:r>
          </a:p>
          <a:p>
            <a:pPr lvl="1">
              <a:spcBef>
                <a:spcPts val="1000"/>
              </a:spcBef>
            </a:pPr>
            <a:r>
              <a:rPr lang="en-US" dirty="0"/>
              <a:t>Second, the two mod counts must be equal</a:t>
            </a:r>
          </a:p>
          <a:p>
            <a:pPr marL="291600" indent="-291600">
              <a:spcBef>
                <a:spcPts val="1000"/>
              </a:spcBef>
            </a:pPr>
            <a:r>
              <a:rPr lang="en-US" dirty="0"/>
              <a:t>The method  </a:t>
            </a:r>
            <a:r>
              <a:rPr lang="en-US" b="1" dirty="0">
                <a:latin typeface="Courier New" panose="02070309020205020404" pitchFamily="49" charset="0"/>
                <a:cs typeface="Courier New" panose="02070309020205020404" pitchFamily="49" charset="0"/>
              </a:rPr>
              <a:t>insert</a:t>
            </a:r>
            <a:r>
              <a:rPr lang="en-US" b="1" dirty="0"/>
              <a:t> </a:t>
            </a:r>
            <a:r>
              <a:rPr lang="en-US" dirty="0"/>
              <a:t> checks only the precondition on the mod counts</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7547608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Mutator Methods in the List Iterator </a:t>
            </a:r>
            <a:r>
              <a:rPr lang="en-US" sz="2000" dirty="0"/>
              <a:t>(2 of 3)</a:t>
            </a:r>
          </a:p>
        </p:txBody>
      </p:sp>
      <p:sp>
        <p:nvSpPr>
          <p:cNvPr id="3" name="Content Placeholder 2"/>
          <p:cNvSpPr>
            <a:spLocks noGrp="1"/>
          </p:cNvSpPr>
          <p:nvPr>
            <p:ph idx="1"/>
          </p:nvPr>
        </p:nvSpPr>
        <p:spPr>
          <a:xfrm>
            <a:off x="628650" y="1524001"/>
            <a:ext cx="7886700" cy="311220"/>
          </a:xfrm>
        </p:spPr>
        <p:txBody>
          <a:bodyPr>
            <a:normAutofit/>
          </a:bodyPr>
          <a:lstStyle/>
          <a:p>
            <a:pPr marL="291600" indent="-291600">
              <a:spcBef>
                <a:spcPts val="1000"/>
              </a:spcBef>
            </a:pPr>
            <a:r>
              <a:rPr lang="en-US" dirty="0"/>
              <a:t>Code for the three mutator methods:</a:t>
            </a:r>
            <a:endParaRPr lang="en-US" dirty="0">
              <a:latin typeface="Bank Gothic Bold"/>
              <a:ea typeface="MS Mincho"/>
              <a:cs typeface="Bank Gothic Bold"/>
            </a:endParaRPr>
          </a:p>
        </p:txBody>
      </p:sp>
      <p:sp>
        <p:nvSpPr>
          <p:cNvPr id="6" name="Content Placeholder 5"/>
          <p:cNvSpPr>
            <a:spLocks noGrp="1"/>
          </p:cNvSpPr>
          <p:nvPr>
            <p:ph idx="13"/>
          </p:nvPr>
        </p:nvSpPr>
        <p:spPr>
          <a:xfrm>
            <a:off x="761999" y="1971940"/>
            <a:ext cx="7760471" cy="4047860"/>
          </a:xfrm>
        </p:spPr>
        <p:txBody>
          <a:bodyPr>
            <a:normAutofit fontScale="77500" lnSpcReduction="20000"/>
          </a:bodyPr>
          <a:lstStyle/>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replace</a:t>
            </a:r>
            <a:r>
              <a:rPr lang="en-US" b="1" dirty="0">
                <a:latin typeface="Courier New" panose="02070309020205020404" pitchFamily="49" charset="0"/>
                <a:ea typeface="MS Mincho"/>
                <a:cs typeface="Bank Gothic Bold"/>
              </a:rPr>
              <a:t>(self,</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item):</a:t>
            </a:r>
            <a:endParaRPr lang="en-US" sz="1300" dirty="0">
              <a:latin typeface="Bank Gothic Bold"/>
              <a:ea typeface="MS Mincho"/>
              <a:cs typeface="Bank Gothic Bold"/>
            </a:endParaRPr>
          </a:p>
          <a:p>
            <a:pPr marL="55435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"""Preconditions: the current position is defined.</a:t>
            </a:r>
            <a:endParaRPr lang="en-US" sz="1300" dirty="0">
              <a:solidFill>
                <a:srgbClr val="006800"/>
              </a:solidFill>
              <a:latin typeface="Bank Gothic Bold"/>
              <a:ea typeface="MS Mincho"/>
              <a:cs typeface="Bank Gothic Bold"/>
            </a:endParaRPr>
          </a:p>
          <a:p>
            <a:pPr marL="55435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The list has not been modified except by this</a:t>
            </a:r>
            <a:endParaRPr lang="en-US" sz="1300" dirty="0">
              <a:solidFill>
                <a:srgbClr val="006800"/>
              </a:solidFill>
              <a:latin typeface="Bank Gothic Bold"/>
              <a:ea typeface="MS Mincho"/>
              <a:cs typeface="Bank Gothic Bold"/>
            </a:endParaRPr>
          </a:p>
          <a:p>
            <a:pPr marL="55435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iterator’s mutators."""</a:t>
            </a:r>
            <a:endParaRPr lang="en-US" sz="1300" dirty="0">
              <a:solidFill>
                <a:srgbClr val="006800"/>
              </a:solidFill>
              <a:latin typeface="Bank Gothic Bold"/>
              <a:ea typeface="MS Mincho"/>
              <a:cs typeface="Bank Gothic Bold"/>
            </a:endParaRPr>
          </a:p>
          <a:p>
            <a:pPr marL="171450" lvl="1" indent="0">
              <a:spcBef>
                <a:spcPts val="0"/>
              </a:spcBef>
              <a:buNone/>
            </a:pPr>
            <a:r>
              <a:rPr lang="en-US"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self.lastItemPos</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554355" lvl="1" indent="0">
              <a:spcBef>
                <a:spcPts val="0"/>
              </a:spcBef>
              <a:buNone/>
            </a:pPr>
            <a:r>
              <a:rPr lang="en-US"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raise</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AttributeError</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26873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"The current position is undefined."</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55435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self.modCount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self.backingStore.getModCount():</a:t>
            </a:r>
            <a:endParaRPr lang="en-US" sz="1300" dirty="0">
              <a:latin typeface="Bank Gothic Bold"/>
              <a:ea typeface="MS Mincho"/>
              <a:cs typeface="Bank Gothic Bold"/>
            </a:endParaRPr>
          </a:p>
          <a:p>
            <a:pPr marL="554355" lvl="1" indent="0">
              <a:spcBef>
                <a:spcPts val="0"/>
              </a:spcBef>
              <a:buNone/>
            </a:pPr>
            <a:r>
              <a:rPr lang="en-US"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raise</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AttributeError</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26873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"List has been modified illegally."</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554355" lvl="1" indent="0">
              <a:spcBef>
                <a:spcPts val="0"/>
              </a:spcBef>
              <a:buNone/>
            </a:pPr>
            <a:r>
              <a:rPr lang="en-US" b="1" dirty="0">
                <a:latin typeface="Courier New" panose="02070309020205020404" pitchFamily="49" charset="0"/>
                <a:ea typeface="MS Mincho"/>
                <a:cs typeface="Bank Gothic Bold"/>
              </a:rPr>
              <a:t>self.backingStore[self.lastItemPos]</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item</a:t>
            </a:r>
            <a:endParaRPr lang="en-US" sz="1300" dirty="0">
              <a:latin typeface="Bank Gothic Bold"/>
              <a:ea typeface="MS Mincho"/>
              <a:cs typeface="Bank Gothic Bold"/>
            </a:endParaRPr>
          </a:p>
          <a:p>
            <a:pPr marL="554355" lvl="1" indent="0">
              <a:spcBef>
                <a:spcPts val="0"/>
              </a:spcBef>
              <a:buNone/>
            </a:pPr>
            <a:r>
              <a:rPr lang="en-US" b="1" dirty="0">
                <a:latin typeface="Courier New" panose="02070309020205020404" pitchFamily="49" charset="0"/>
                <a:ea typeface="MS Mincho"/>
                <a:cs typeface="Bank Gothic Bold"/>
              </a:rPr>
              <a:t>self.lastItemPos</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insert</a:t>
            </a:r>
            <a:r>
              <a:rPr lang="en-US" b="1" dirty="0">
                <a:latin typeface="Courier New" panose="02070309020205020404" pitchFamily="49" charset="0"/>
                <a:ea typeface="MS Mincho"/>
                <a:cs typeface="Bank Gothic Bold"/>
              </a:rPr>
              <a:t>(self,</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item):</a:t>
            </a:r>
            <a:endParaRPr lang="en-US" sz="1300" dirty="0">
              <a:latin typeface="Bank Gothic Bold"/>
              <a:ea typeface="MS Mincho"/>
              <a:cs typeface="Bank Gothic Bold"/>
            </a:endParaRPr>
          </a:p>
          <a:p>
            <a:pPr marL="55435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"""Preconditions:</a:t>
            </a:r>
            <a:endParaRPr lang="en-US" sz="1300" dirty="0">
              <a:solidFill>
                <a:srgbClr val="006800"/>
              </a:solidFill>
              <a:latin typeface="Bank Gothic Bold"/>
              <a:ea typeface="MS Mincho"/>
              <a:cs typeface="Bank Gothic Bold"/>
            </a:endParaRPr>
          </a:p>
          <a:p>
            <a:pPr marL="55435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The list has not been modified except by this</a:t>
            </a:r>
            <a:endParaRPr lang="en-US" sz="1300" dirty="0">
              <a:solidFill>
                <a:srgbClr val="006800"/>
              </a:solidFill>
              <a:latin typeface="Bank Gothic Bold"/>
              <a:ea typeface="MS Mincho"/>
              <a:cs typeface="Bank Gothic Bold"/>
            </a:endParaRPr>
          </a:p>
          <a:p>
            <a:pPr marL="55435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iterator’s mutators."""</a:t>
            </a:r>
            <a:endParaRPr lang="en-US" sz="1300" dirty="0">
              <a:solidFill>
                <a:srgbClr val="006800"/>
              </a:solidFill>
              <a:latin typeface="Bank Gothic Bold"/>
              <a:ea typeface="MS Mincho"/>
              <a:cs typeface="Bank Gothic Bold"/>
            </a:endParaRPr>
          </a:p>
          <a:p>
            <a:pPr marL="55435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self.modCount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self.backingStore.getModCount():</a:t>
            </a:r>
            <a:endParaRPr lang="en-US" sz="1300" dirty="0">
              <a:latin typeface="Bank Gothic Bold"/>
              <a:ea typeface="MS Mincho"/>
              <a:cs typeface="Bank Gothic Bold"/>
            </a:endParaRPr>
          </a:p>
          <a:p>
            <a:pPr marL="90868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raise</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AttributeError</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26873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"List has been modified illegally."</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pPr>
            <a:r>
              <a:rPr lang="en-US"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self.lastItemPos</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554355"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 Cursor not defined, so add item to end of list</a:t>
            </a:r>
            <a:endParaRPr lang="en-US" sz="1300" dirty="0">
              <a:solidFill>
                <a:srgbClr val="C00000"/>
              </a:solidFill>
              <a:latin typeface="Bank Gothic Bold"/>
              <a:ea typeface="MS Mincho"/>
              <a:cs typeface="Bank Gothic Bold"/>
            </a:endParaRPr>
          </a:p>
          <a:p>
            <a:pPr marL="908685" lvl="1" indent="0">
              <a:spcBef>
                <a:spcPts val="0"/>
              </a:spcBef>
              <a:buNone/>
            </a:pPr>
            <a:r>
              <a:rPr lang="en-US" b="1" dirty="0">
                <a:latin typeface="Courier New" panose="02070309020205020404" pitchFamily="49" charset="0"/>
                <a:ea typeface="MS Mincho"/>
                <a:cs typeface="Bank Gothic Bold"/>
              </a:rPr>
              <a:t>self.backingStore.add(item)</a:t>
            </a:r>
            <a:endParaRPr lang="en-US" sz="1300" dirty="0">
              <a:latin typeface="Bank Gothic Bold"/>
              <a:ea typeface="MS Mincho"/>
              <a:cs typeface="Bank Gothic Bold"/>
            </a:endParaRPr>
          </a:p>
          <a:p>
            <a:pPr marL="55435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else</a:t>
            </a:r>
            <a:r>
              <a:rPr lang="en-US" b="1" dirty="0">
                <a:latin typeface="Courier New" panose="02070309020205020404" pitchFamily="49" charset="0"/>
                <a:ea typeface="MS Mincho"/>
                <a:cs typeface="Bank Gothic Bold"/>
              </a:rPr>
              <a:t>:</a:t>
            </a:r>
          </a:p>
          <a:p>
            <a:pPr marL="908685" lvl="1" indent="0">
              <a:spcBef>
                <a:spcPts val="0"/>
              </a:spcBef>
              <a:buNone/>
            </a:pPr>
            <a:r>
              <a:rPr lang="en-US" b="1" dirty="0">
                <a:latin typeface="Courier New" panose="02070309020205020404" pitchFamily="49" charset="0"/>
                <a:ea typeface="MS Mincho"/>
                <a:cs typeface="Bank Gothic Bold"/>
              </a:rPr>
              <a:t>self.backingStore.insert(self.lastItemPos,</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item)</a:t>
            </a:r>
            <a:endParaRPr lang="en-US" sz="1300" dirty="0">
              <a:latin typeface="Bank Gothic Bold"/>
              <a:ea typeface="MS Mincho"/>
              <a:cs typeface="Bank Gothic Bold"/>
            </a:endParaRPr>
          </a:p>
          <a:p>
            <a:pPr marL="554355" lvl="1" indent="0">
              <a:spcBef>
                <a:spcPts val="0"/>
              </a:spcBef>
              <a:buNone/>
            </a:pPr>
            <a:r>
              <a:rPr lang="en-US" b="1" dirty="0">
                <a:latin typeface="Courier New" panose="02070309020205020404" pitchFamily="49" charset="0"/>
                <a:ea typeface="MS Mincho"/>
                <a:cs typeface="Bank Gothic Bold"/>
              </a:rPr>
              <a:t>self.lastItemPos</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554355" lvl="1" indent="0">
              <a:spcBef>
                <a:spcPts val="0"/>
              </a:spcBef>
              <a:buNone/>
            </a:pPr>
            <a:r>
              <a:rPr lang="en-US" b="1" dirty="0">
                <a:latin typeface="Courier New" panose="02070309020205020404" pitchFamily="49" charset="0"/>
                <a:ea typeface="MS Mincho"/>
                <a:cs typeface="Bank Gothic Bold"/>
              </a:rPr>
              <a:t>self.modCount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IN"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25435271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91930"/>
          </a:xfrm>
        </p:spPr>
        <p:txBody>
          <a:bodyPr/>
          <a:lstStyle/>
          <a:p>
            <a:r>
              <a:rPr lang="en-US" b="1" dirty="0"/>
              <a:t>Mutator Methods in the List Iterator </a:t>
            </a:r>
            <a:r>
              <a:rPr lang="en-US" sz="2000" dirty="0"/>
              <a:t>(3 of 3)</a:t>
            </a:r>
          </a:p>
        </p:txBody>
      </p:sp>
      <p:sp>
        <p:nvSpPr>
          <p:cNvPr id="3" name="Content Placeholder 2"/>
          <p:cNvSpPr>
            <a:spLocks noGrp="1"/>
          </p:cNvSpPr>
          <p:nvPr>
            <p:ph idx="1"/>
          </p:nvPr>
        </p:nvSpPr>
        <p:spPr>
          <a:xfrm>
            <a:off x="628650" y="1517605"/>
            <a:ext cx="7886700" cy="384175"/>
          </a:xfrm>
        </p:spPr>
        <p:txBody>
          <a:bodyPr>
            <a:normAutofit/>
          </a:bodyPr>
          <a:lstStyle/>
          <a:p>
            <a:pPr marL="291600" indent="-291600">
              <a:spcBef>
                <a:spcPts val="1000"/>
              </a:spcBef>
            </a:pPr>
            <a:r>
              <a:rPr lang="en-US" dirty="0"/>
              <a:t>Code for the three mutator methods (continued):</a:t>
            </a:r>
          </a:p>
        </p:txBody>
      </p:sp>
      <p:sp>
        <p:nvSpPr>
          <p:cNvPr id="6" name="Content Placeholder 5"/>
          <p:cNvSpPr>
            <a:spLocks noGrp="1"/>
          </p:cNvSpPr>
          <p:nvPr>
            <p:ph idx="13"/>
          </p:nvPr>
        </p:nvSpPr>
        <p:spPr>
          <a:xfrm>
            <a:off x="762000" y="1987604"/>
            <a:ext cx="7753350" cy="3650481"/>
          </a:xfrm>
        </p:spPr>
        <p:txBody>
          <a:bodyPr>
            <a:normAutofit fontScale="92500" lnSpcReduction="10000"/>
          </a:bodyPr>
          <a:lstStyle/>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remove</a:t>
            </a:r>
            <a:r>
              <a:rPr lang="en-US" b="1" dirty="0">
                <a:latin typeface="Courier New" panose="02070309020205020404" pitchFamily="49" charset="0"/>
                <a:ea typeface="MS Mincho"/>
                <a:cs typeface="Bank Gothic Bold"/>
              </a:rPr>
              <a:t>(self):</a:t>
            </a:r>
            <a:endParaRPr lang="en-US" sz="1300" dirty="0">
              <a:latin typeface="Bank Gothic Bold"/>
              <a:ea typeface="MS Mincho"/>
              <a:cs typeface="Bank Gothic Bold"/>
            </a:endParaRPr>
          </a:p>
          <a:p>
            <a:pPr marL="55435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"""Preconditions: the current position is defined.</a:t>
            </a:r>
            <a:endParaRPr lang="en-US" sz="1300" dirty="0">
              <a:solidFill>
                <a:srgbClr val="006800"/>
              </a:solidFill>
              <a:latin typeface="Bank Gothic Bold"/>
              <a:ea typeface="MS Mincho"/>
              <a:cs typeface="Bank Gothic Bold"/>
            </a:endParaRPr>
          </a:p>
          <a:p>
            <a:pPr marL="55435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The list has not been modified except by this</a:t>
            </a:r>
            <a:endParaRPr lang="en-US" sz="1300" dirty="0">
              <a:solidFill>
                <a:srgbClr val="006800"/>
              </a:solidFill>
              <a:latin typeface="Bank Gothic Bold"/>
              <a:ea typeface="MS Mincho"/>
              <a:cs typeface="Bank Gothic Bold"/>
            </a:endParaRPr>
          </a:p>
          <a:p>
            <a:pPr marL="554355"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iterator’s mutators."""</a:t>
            </a:r>
            <a:endParaRPr lang="en-US" sz="1300" dirty="0">
              <a:solidFill>
                <a:srgbClr val="006800"/>
              </a:solidFill>
              <a:latin typeface="Bank Gothic Bold"/>
              <a:ea typeface="MS Mincho"/>
              <a:cs typeface="Bank Gothic Bold"/>
            </a:endParaRPr>
          </a:p>
          <a:p>
            <a:pPr marL="171450" lvl="1" indent="0">
              <a:spcBef>
                <a:spcPts val="0"/>
              </a:spcBef>
              <a:buNone/>
            </a:pPr>
            <a:r>
              <a:rPr lang="en-US"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self.lastItemPos</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90868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raise</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AttributeError</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26873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"The current position is undefined."</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55435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self.modCount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self.backingStore.getModCount():</a:t>
            </a:r>
            <a:endParaRPr lang="en-US" sz="1300" dirty="0">
              <a:latin typeface="Bank Gothic Bold"/>
              <a:ea typeface="MS Mincho"/>
              <a:cs typeface="Bank Gothic Bold"/>
            </a:endParaRPr>
          </a:p>
          <a:p>
            <a:pPr marL="90868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raise</a:t>
            </a:r>
            <a:r>
              <a:rPr lang="en-US"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AttributeError</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26873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"List has been modified illegally."</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554355" lvl="1" indent="0">
              <a:spcBef>
                <a:spcPts val="0"/>
              </a:spcBef>
              <a:buNone/>
            </a:pPr>
            <a:r>
              <a:rPr lang="en-US" b="1" dirty="0">
                <a:latin typeface="Courier New" panose="02070309020205020404" pitchFamily="49" charset="0"/>
                <a:ea typeface="MS Mincho"/>
                <a:cs typeface="Bank Gothic Bold"/>
              </a:rPr>
              <a:t>item</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self.backingStore.pop(self.lastItemPos)</a:t>
            </a:r>
            <a:endParaRPr lang="en-US" sz="1300" dirty="0">
              <a:latin typeface="Bank Gothic Bold"/>
              <a:ea typeface="MS Mincho"/>
              <a:cs typeface="Bank Gothic Bold"/>
            </a:endParaRPr>
          </a:p>
          <a:p>
            <a:pPr marL="554355"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 If the item removed was obtained via next,</a:t>
            </a:r>
            <a:endParaRPr lang="en-US" sz="1300" dirty="0">
              <a:solidFill>
                <a:srgbClr val="C00000"/>
              </a:solidFill>
              <a:latin typeface="Bank Gothic Bold"/>
              <a:ea typeface="MS Mincho"/>
              <a:cs typeface="Bank Gothic Bold"/>
            </a:endParaRPr>
          </a:p>
          <a:p>
            <a:pPr marL="554355" lvl="1" indent="0">
              <a:spcBef>
                <a:spcPts val="0"/>
              </a:spcBef>
              <a:buNone/>
            </a:pPr>
            <a:r>
              <a:rPr lang="en-US" b="1" dirty="0">
                <a:solidFill>
                  <a:srgbClr val="C00000"/>
                </a:solidFill>
                <a:latin typeface="Courier New Bold" panose="02070609020205020404" pitchFamily="49" charset="0"/>
                <a:ea typeface="MS Mincho"/>
                <a:cs typeface="Courier New" panose="02070309020205020404" pitchFamily="49" charset="0"/>
              </a:rPr>
              <a:t># move cursor back</a:t>
            </a:r>
            <a:endParaRPr lang="en-US" sz="1300" dirty="0">
              <a:solidFill>
                <a:srgbClr val="C00000"/>
              </a:solidFill>
              <a:latin typeface="Bank Gothic Bold"/>
              <a:ea typeface="MS Mincho"/>
              <a:cs typeface="Bank Gothic Bold"/>
            </a:endParaRPr>
          </a:p>
          <a:p>
            <a:pPr marL="554355"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self.lastItemPos</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self.cursor:</a:t>
            </a:r>
            <a:endParaRPr lang="en-US" sz="1300" dirty="0">
              <a:latin typeface="Bank Gothic Bold"/>
              <a:ea typeface="MS Mincho"/>
              <a:cs typeface="Bank Gothic Bold"/>
            </a:endParaRPr>
          </a:p>
          <a:p>
            <a:pPr marL="908685" lvl="1" indent="0">
              <a:spcBef>
                <a:spcPts val="0"/>
              </a:spcBef>
              <a:buNone/>
            </a:pPr>
            <a:r>
              <a:rPr lang="en-US" b="1" dirty="0">
                <a:latin typeface="Courier New" panose="02070309020205020404" pitchFamily="49" charset="0"/>
                <a:ea typeface="MS Mincho"/>
                <a:cs typeface="Bank Gothic Bold"/>
              </a:rPr>
              <a:t>self.cursor</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554355" lvl="1" indent="0">
              <a:spcBef>
                <a:spcPts val="0"/>
              </a:spcBef>
              <a:buNone/>
            </a:pPr>
            <a:r>
              <a:rPr lang="en-US" b="1" dirty="0">
                <a:latin typeface="Courier New" panose="02070309020205020404" pitchFamily="49" charset="0"/>
                <a:ea typeface="MS Mincho"/>
                <a:cs typeface="Bank Gothic Bold"/>
              </a:rPr>
              <a:t>self.modCount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p>
          <a:p>
            <a:pPr marL="342900" lvl="1" indent="0">
              <a:buNone/>
            </a:pPr>
            <a:r>
              <a:rPr lang="en-US" b="1" dirty="0">
                <a:latin typeface="Courier New" panose="02070309020205020404" pitchFamily="49" charset="0"/>
                <a:ea typeface="MS Mincho"/>
              </a:rPr>
              <a:t>  self.lastItemPos</a:t>
            </a:r>
            <a:r>
              <a:rPr lang="en-US" dirty="0">
                <a:latin typeface="Times" panose="02020603050405020304" pitchFamily="18" charset="0"/>
                <a:ea typeface="MS Mincho"/>
              </a:rPr>
              <a:t> </a:t>
            </a:r>
            <a:r>
              <a:rPr lang="en-US" b="1" dirty="0">
                <a:latin typeface="Courier New" panose="02070309020205020404" pitchFamily="49" charset="0"/>
                <a:ea typeface="MS Mincho"/>
              </a:rPr>
              <a:t>=</a:t>
            </a:r>
            <a:r>
              <a:rPr lang="en-US" dirty="0">
                <a:latin typeface="Times" panose="02020603050405020304" pitchFamily="18" charset="0"/>
                <a:ea typeface="MS Mincho"/>
              </a:rPr>
              <a:t> </a:t>
            </a:r>
            <a:r>
              <a:rPr lang="en-US" b="1" dirty="0">
                <a:latin typeface="Courier New" panose="02070309020205020404" pitchFamily="49" charset="0"/>
                <a:ea typeface="MS Mincho"/>
              </a:rPr>
              <a:t>-1</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15163083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Design of a List Iterator for a Linked List</a:t>
            </a:r>
          </a:p>
        </p:txBody>
      </p:sp>
      <p:sp>
        <p:nvSpPr>
          <p:cNvPr id="3" name="Content Placeholder 2"/>
          <p:cNvSpPr>
            <a:spLocks noGrp="1"/>
          </p:cNvSpPr>
          <p:nvPr>
            <p:ph idx="1"/>
          </p:nvPr>
        </p:nvSpPr>
        <p:spPr>
          <a:xfrm>
            <a:off x="628650" y="1752600"/>
            <a:ext cx="8088060" cy="2746375"/>
          </a:xfrm>
        </p:spPr>
        <p:txBody>
          <a:bodyPr>
            <a:normAutofit/>
          </a:bodyPr>
          <a:lstStyle/>
          <a:p>
            <a:pPr marL="291600" indent="-291600">
              <a:spcBef>
                <a:spcPts val="1000"/>
              </a:spcBef>
            </a:pPr>
            <a:r>
              <a:rPr lang="en-US" dirty="0"/>
              <a:t>It is possible to use the  </a:t>
            </a:r>
            <a:r>
              <a:rPr lang="en-US" b="1" dirty="0">
                <a:latin typeface="Courier New" panose="02070309020205020404" pitchFamily="49" charset="0"/>
                <a:cs typeface="Courier New" panose="02070309020205020404" pitchFamily="49" charset="0"/>
              </a:rPr>
              <a:t>ListIterator</a:t>
            </a:r>
            <a:r>
              <a:rPr lang="en-US" b="1" dirty="0"/>
              <a:t> </a:t>
            </a:r>
            <a:r>
              <a:rPr lang="en-US" dirty="0"/>
              <a:t> class just described with a linked list</a:t>
            </a:r>
          </a:p>
          <a:p>
            <a:pPr marL="291600" indent="-291600">
              <a:spcBef>
                <a:spcPts val="1000"/>
              </a:spcBef>
            </a:pPr>
            <a:r>
              <a:rPr lang="en-US" dirty="0"/>
              <a:t>However, because this implementation of the list iterator runs the index-based methods  </a:t>
            </a:r>
            <a:r>
              <a:rPr lang="en-US" b="1" dirty="0">
                <a:latin typeface="Courier New" panose="02070309020205020404" pitchFamily="49" charset="0"/>
                <a:cs typeface="Courier New" panose="02070309020205020404" pitchFamily="49" charset="0"/>
              </a:rPr>
              <a:t>__getitem__ </a:t>
            </a:r>
            <a:r>
              <a:rPr lang="en-US" dirty="0">
                <a:latin typeface="Courier New" panose="02070309020205020404" pitchFamily="49" charset="0"/>
                <a:cs typeface="Courier New" panose="02070309020205020404" pitchFamily="49" charset="0"/>
              </a:rPr>
              <a:t> </a:t>
            </a:r>
            <a:r>
              <a:rPr lang="en-US" dirty="0"/>
              <a:t>and  </a:t>
            </a:r>
            <a:r>
              <a:rPr lang="en-US" b="1" dirty="0">
                <a:latin typeface="Courier New" panose="02070309020205020404" pitchFamily="49" charset="0"/>
                <a:cs typeface="Courier New" panose="02070309020205020404" pitchFamily="49" charset="0"/>
              </a:rPr>
              <a:t>__setitem__ </a:t>
            </a:r>
            <a:r>
              <a:rPr lang="en-US" dirty="0"/>
              <a:t>on the backing store,</a:t>
            </a:r>
          </a:p>
          <a:p>
            <a:pPr lvl="1">
              <a:spcBef>
                <a:spcPts val="1000"/>
              </a:spcBef>
            </a:pPr>
            <a:r>
              <a:rPr lang="en-US" dirty="0"/>
              <a:t>The </a:t>
            </a:r>
            <a:r>
              <a:rPr lang="en-US"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next</a:t>
            </a:r>
            <a:r>
              <a:rPr lang="en-US" b="1" dirty="0"/>
              <a:t> </a:t>
            </a:r>
            <a:r>
              <a:rPr lang="en-US" dirty="0"/>
              <a:t>,  </a:t>
            </a:r>
            <a:r>
              <a:rPr lang="en-US" b="1" dirty="0">
                <a:latin typeface="Courier New" panose="02070309020205020404" pitchFamily="49" charset="0"/>
                <a:cs typeface="Courier New" panose="02070309020205020404" pitchFamily="49" charset="0"/>
              </a:rPr>
              <a:t>previous</a:t>
            </a:r>
            <a:r>
              <a:rPr lang="en-US" b="1" dirty="0"/>
              <a:t> </a:t>
            </a:r>
            <a:r>
              <a:rPr lang="en-US" dirty="0"/>
              <a:t>, and  </a:t>
            </a:r>
            <a:r>
              <a:rPr lang="en-US" b="1" dirty="0">
                <a:latin typeface="Courier New" panose="02070309020205020404" pitchFamily="49" charset="0"/>
                <a:cs typeface="Courier New" panose="02070309020205020404" pitchFamily="49" charset="0"/>
              </a:rPr>
              <a:t>replace</a:t>
            </a:r>
            <a:r>
              <a:rPr lang="en-US" b="1" dirty="0"/>
              <a:t> </a:t>
            </a:r>
            <a:r>
              <a:rPr lang="en-US" dirty="0"/>
              <a:t> operations will run in linear time when this backing store is a linked list</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7752392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854074"/>
          </a:xfrm>
        </p:spPr>
        <p:txBody>
          <a:bodyPr/>
          <a:lstStyle/>
          <a:p>
            <a:r>
              <a:rPr lang="en-US" b="1" dirty="0"/>
              <a:t>Time and Space Analysis of List Iterator Implementations</a:t>
            </a:r>
          </a:p>
        </p:txBody>
      </p:sp>
      <p:sp>
        <p:nvSpPr>
          <p:cNvPr id="3" name="Content Placeholder 2"/>
          <p:cNvSpPr>
            <a:spLocks noGrp="1"/>
          </p:cNvSpPr>
          <p:nvPr>
            <p:ph idx="1"/>
          </p:nvPr>
        </p:nvSpPr>
        <p:spPr>
          <a:xfrm>
            <a:off x="652863" y="1828801"/>
            <a:ext cx="7886700" cy="1524000"/>
          </a:xfrm>
        </p:spPr>
        <p:txBody>
          <a:bodyPr>
            <a:normAutofit/>
          </a:bodyPr>
          <a:lstStyle/>
          <a:p>
            <a:pPr marL="291600" indent="-291600">
              <a:spcBef>
                <a:spcPts val="1000"/>
              </a:spcBef>
            </a:pPr>
            <a:r>
              <a:rPr lang="en-US" dirty="0"/>
              <a:t>The running times of all the methods in the linked implementation of a list iterator are O(1)</a:t>
            </a:r>
          </a:p>
          <a:p>
            <a:pPr marL="291600" indent="-291600">
              <a:spcBef>
                <a:spcPts val="1000"/>
              </a:spcBef>
            </a:pPr>
            <a:r>
              <a:rPr lang="en-US" dirty="0"/>
              <a:t>Compare to the array-based implementation, whose  </a:t>
            </a:r>
            <a:r>
              <a:rPr lang="en-US" b="1" dirty="0">
                <a:latin typeface="Courier New" panose="02070309020205020404" pitchFamily="49" charset="0"/>
                <a:cs typeface="Courier New" panose="02070309020205020404" pitchFamily="49" charset="0"/>
              </a:rPr>
              <a:t>insert</a:t>
            </a:r>
            <a:r>
              <a:rPr lang="en-US" b="1" dirty="0"/>
              <a:t> </a:t>
            </a:r>
            <a:r>
              <a:rPr lang="en-US" dirty="0"/>
              <a:t> and  </a:t>
            </a:r>
            <a:r>
              <a:rPr lang="en-US" b="1" dirty="0">
                <a:latin typeface="Courier New" panose="02070309020205020404" pitchFamily="49" charset="0"/>
                <a:cs typeface="Courier New" panose="02070309020205020404" pitchFamily="49" charset="0"/>
              </a:rPr>
              <a:t>remove</a:t>
            </a:r>
            <a:r>
              <a:rPr lang="en-US" b="1" dirty="0"/>
              <a:t> </a:t>
            </a:r>
            <a:r>
              <a:rPr lang="en-US" dirty="0"/>
              <a:t> methods are both O(</a:t>
            </a:r>
            <a:r>
              <a:rPr lang="en-US" i="1" dirty="0"/>
              <a:t>n</a:t>
            </a:r>
            <a:r>
              <a:rPr lang="en-US" dirty="0"/>
              <a:t>)</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35301850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Recursive List Processing</a:t>
            </a:r>
          </a:p>
        </p:txBody>
      </p:sp>
      <p:sp>
        <p:nvSpPr>
          <p:cNvPr id="3" name="Content Placeholder 2"/>
          <p:cNvSpPr>
            <a:spLocks noGrp="1"/>
          </p:cNvSpPr>
          <p:nvPr>
            <p:ph idx="1"/>
          </p:nvPr>
        </p:nvSpPr>
        <p:spPr>
          <a:xfrm>
            <a:off x="628650" y="1676400"/>
            <a:ext cx="7886700" cy="3279775"/>
          </a:xfrm>
        </p:spPr>
        <p:txBody>
          <a:bodyPr>
            <a:normAutofit/>
          </a:bodyPr>
          <a:lstStyle/>
          <a:p>
            <a:pPr marL="291600" indent="-291600">
              <a:spcBef>
                <a:spcPts val="1000"/>
              </a:spcBef>
            </a:pPr>
            <a:r>
              <a:rPr lang="en-US" i="1" dirty="0"/>
              <a:t>Lisp</a:t>
            </a:r>
          </a:p>
          <a:p>
            <a:pPr lvl="1">
              <a:spcBef>
                <a:spcPts val="1000"/>
              </a:spcBef>
            </a:pPr>
            <a:r>
              <a:rPr lang="en-US" dirty="0"/>
              <a:t>Stands for list processing</a:t>
            </a:r>
          </a:p>
          <a:p>
            <a:pPr lvl="1">
              <a:spcBef>
                <a:spcPts val="1000"/>
              </a:spcBef>
            </a:pPr>
            <a:r>
              <a:rPr lang="en-US" dirty="0"/>
              <a:t>The list is the basic data structure of Lisp</a:t>
            </a:r>
          </a:p>
          <a:p>
            <a:pPr marL="291600" indent="-291600">
              <a:spcBef>
                <a:spcPts val="1000"/>
              </a:spcBef>
            </a:pPr>
            <a:r>
              <a:rPr lang="en-US" dirty="0"/>
              <a:t>A Lisp list is a recursive data structure</a:t>
            </a:r>
          </a:p>
          <a:p>
            <a:pPr lvl="1">
              <a:spcBef>
                <a:spcPts val="1000"/>
              </a:spcBef>
            </a:pPr>
            <a:r>
              <a:rPr lang="en-US" dirty="0"/>
              <a:t>Lisp programs often consist of a set of recursive functions for processing lists</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4376778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Basic Operations on a Lisp-Like List </a:t>
            </a:r>
            <a:r>
              <a:rPr lang="en-US" sz="2000" dirty="0"/>
              <a:t>(1 of 3)</a:t>
            </a:r>
          </a:p>
        </p:txBody>
      </p:sp>
      <p:sp>
        <p:nvSpPr>
          <p:cNvPr id="3" name="Content Placeholder 2"/>
          <p:cNvSpPr>
            <a:spLocks noGrp="1"/>
          </p:cNvSpPr>
          <p:nvPr>
            <p:ph idx="1"/>
          </p:nvPr>
        </p:nvSpPr>
        <p:spPr>
          <a:xfrm>
            <a:off x="628650" y="1752601"/>
            <a:ext cx="7886700" cy="2819400"/>
          </a:xfrm>
        </p:spPr>
        <p:txBody>
          <a:bodyPr>
            <a:normAutofit/>
          </a:bodyPr>
          <a:lstStyle/>
          <a:p>
            <a:pPr marL="291600" indent="-291600">
              <a:spcBef>
                <a:spcPts val="1000"/>
              </a:spcBef>
            </a:pPr>
            <a:r>
              <a:rPr lang="en-US" dirty="0"/>
              <a:t>Users of a Lisp-like list have three basic functions to examine lists:</a:t>
            </a:r>
          </a:p>
          <a:p>
            <a:pPr lvl="1">
              <a:spcBef>
                <a:spcPts val="1000"/>
              </a:spcBef>
            </a:pPr>
            <a:r>
              <a:rPr lang="en-US" dirty="0"/>
              <a:t>First function is a predicatenamed  </a:t>
            </a:r>
            <a:r>
              <a:rPr lang="en-US" b="1" dirty="0">
                <a:latin typeface="Courier New" panose="02070309020205020404" pitchFamily="49" charset="0"/>
                <a:cs typeface="Courier New" panose="02070309020205020404" pitchFamily="49" charset="0"/>
              </a:rPr>
              <a:t>isEmpty</a:t>
            </a:r>
            <a:r>
              <a:rPr lang="en-US" dirty="0"/>
              <a:t>: </a:t>
            </a:r>
            <a:endParaRPr lang="en-US" b="1" dirty="0">
              <a:latin typeface="Courier New" panose="02070309020205020404" pitchFamily="49" charset="0"/>
              <a:cs typeface="Courier New" panose="02070309020205020404" pitchFamily="49" charset="0"/>
            </a:endParaRPr>
          </a:p>
          <a:p>
            <a:pPr lvl="2">
              <a:spcBef>
                <a:spcPts val="1000"/>
              </a:spcBef>
            </a:pPr>
            <a:r>
              <a:rPr lang="en-US" dirty="0"/>
              <a:t>This function returns  </a:t>
            </a:r>
            <a:r>
              <a:rPr lang="en-US" b="1" dirty="0">
                <a:latin typeface="Courier New" panose="02070309020205020404" pitchFamily="49" charset="0"/>
                <a:cs typeface="Courier New" panose="02070309020205020404" pitchFamily="49" charset="0"/>
              </a:rPr>
              <a:t>True</a:t>
            </a:r>
            <a:r>
              <a:rPr lang="en-US" b="1" dirty="0"/>
              <a:t> </a:t>
            </a:r>
            <a:r>
              <a:rPr lang="en-US" dirty="0"/>
              <a:t> if its argument is an empty list, or  </a:t>
            </a:r>
            <a:r>
              <a:rPr lang="en-US" b="1" dirty="0">
                <a:latin typeface="Courier New" panose="02070309020205020404" pitchFamily="49" charset="0"/>
                <a:cs typeface="Courier New" panose="02070309020205020404" pitchFamily="49" charset="0"/>
              </a:rPr>
              <a:t>False</a:t>
            </a:r>
            <a:r>
              <a:rPr lang="en-US" b="1" dirty="0"/>
              <a:t> </a:t>
            </a:r>
            <a:r>
              <a:rPr lang="en-US" dirty="0"/>
              <a:t> otherwise</a:t>
            </a:r>
          </a:p>
          <a:p>
            <a:pPr lvl="1">
              <a:spcBef>
                <a:spcPts val="1000"/>
              </a:spcBef>
            </a:pPr>
            <a:r>
              <a:rPr lang="en-US" dirty="0"/>
              <a:t>The function  </a:t>
            </a:r>
            <a:r>
              <a:rPr lang="en-US" b="1" dirty="0">
                <a:latin typeface="Courier New" panose="02070309020205020404" pitchFamily="49" charset="0"/>
                <a:cs typeface="Courier New" panose="02070309020205020404" pitchFamily="49" charset="0"/>
              </a:rPr>
              <a:t>first</a:t>
            </a:r>
            <a:r>
              <a:rPr lang="en-US" b="1" dirty="0"/>
              <a:t> </a:t>
            </a:r>
            <a:r>
              <a:rPr lang="en-US" dirty="0"/>
              <a:t> returns the data item at the head of the list</a:t>
            </a:r>
          </a:p>
          <a:p>
            <a:pPr lvl="1">
              <a:spcBef>
                <a:spcPts val="1000"/>
              </a:spcBef>
            </a:pPr>
            <a:r>
              <a:rPr lang="en-US" dirty="0"/>
              <a:t>The function  </a:t>
            </a:r>
            <a:r>
              <a:rPr lang="en-US" b="1" dirty="0">
                <a:latin typeface="Courier New" panose="02070309020205020404" pitchFamily="49" charset="0"/>
                <a:cs typeface="Courier New" panose="02070309020205020404" pitchFamily="49" charset="0"/>
              </a:rPr>
              <a:t>rest</a:t>
            </a:r>
            <a:r>
              <a:rPr lang="en-US" b="1" dirty="0"/>
              <a:t> </a:t>
            </a:r>
            <a:r>
              <a:rPr lang="en-US" dirty="0"/>
              <a:t> returns a list containing the data items after this first one.</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3563562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625474"/>
          </a:xfrm>
        </p:spPr>
        <p:txBody>
          <a:bodyPr/>
          <a:lstStyle/>
          <a:p>
            <a:r>
              <a:rPr lang="en-US" b="1" dirty="0"/>
              <a:t>Basic Operations on a Lisp-Like List </a:t>
            </a:r>
            <a:r>
              <a:rPr lang="en-US" sz="2000" dirty="0"/>
              <a:t>(2 of 3)</a:t>
            </a:r>
          </a:p>
        </p:txBody>
      </p:sp>
      <p:sp>
        <p:nvSpPr>
          <p:cNvPr id="3" name="Content Placeholder 2"/>
          <p:cNvSpPr>
            <a:spLocks noGrp="1"/>
          </p:cNvSpPr>
          <p:nvPr>
            <p:ph idx="1"/>
          </p:nvPr>
        </p:nvSpPr>
        <p:spPr>
          <a:xfrm>
            <a:off x="628650" y="1710584"/>
            <a:ext cx="7886700" cy="688975"/>
          </a:xfrm>
        </p:spPr>
        <p:txBody>
          <a:bodyPr/>
          <a:lstStyle/>
          <a:p>
            <a:pPr marL="291600" indent="-291600">
              <a:spcBef>
                <a:spcPts val="1000"/>
              </a:spcBef>
            </a:pPr>
            <a:r>
              <a:rPr lang="en-US" dirty="0"/>
              <a:t>Table 9.11 Applying the basic list functions to a list containing 34, 22, and 16</a:t>
            </a:r>
          </a:p>
        </p:txBody>
      </p:sp>
      <p:graphicFrame>
        <p:nvGraphicFramePr>
          <p:cNvPr id="8" name="Content Placeholder 7" descr="Table is accessible to screenreaders"/>
          <p:cNvGraphicFramePr>
            <a:graphicFrameLocks noGrp="1"/>
          </p:cNvGraphicFramePr>
          <p:nvPr>
            <p:ph idx="13"/>
            <p:extLst>
              <p:ext uri="{D42A27DB-BD31-4B8C-83A1-F6EECF244321}">
                <p14:modId xmlns:p14="http://schemas.microsoft.com/office/powerpoint/2010/main" val="2046512434"/>
              </p:ext>
            </p:extLst>
          </p:nvPr>
        </p:nvGraphicFramePr>
        <p:xfrm>
          <a:off x="910663" y="2543178"/>
          <a:ext cx="7886700" cy="2966720"/>
        </p:xfrm>
        <a:graphic>
          <a:graphicData uri="http://schemas.openxmlformats.org/drawingml/2006/table">
            <a:tbl>
              <a:tblPr firstRow="1" bandRow="1">
                <a:tableStyleId>{5C22544A-7EE6-4342-B048-85BDC9FD1C3A}</a:tableStyleId>
              </a:tblPr>
              <a:tblGrid>
                <a:gridCol w="3737537">
                  <a:extLst>
                    <a:ext uri="{9D8B030D-6E8A-4147-A177-3AD203B41FA5}">
                      <a16:colId xmlns:a16="http://schemas.microsoft.com/office/drawing/2014/main" val="1439366626"/>
                    </a:ext>
                  </a:extLst>
                </a:gridCol>
                <a:gridCol w="4149163">
                  <a:extLst>
                    <a:ext uri="{9D8B030D-6E8A-4147-A177-3AD203B41FA5}">
                      <a16:colId xmlns:a16="http://schemas.microsoft.com/office/drawing/2014/main" val="1661516034"/>
                    </a:ext>
                  </a:extLst>
                </a:gridCol>
              </a:tblGrid>
              <a:tr h="370840">
                <a:tc>
                  <a:txBody>
                    <a:bodyPr/>
                    <a:lstStyle/>
                    <a:p>
                      <a:r>
                        <a:rPr lang="en-US" dirty="0">
                          <a:solidFill>
                            <a:schemeClr val="bg2">
                              <a:lumMod val="10000"/>
                            </a:schemeClr>
                          </a:solidFill>
                          <a:latin typeface="Open Sans" panose="020B0606030504020204"/>
                        </a:rPr>
                        <a:t>Function Application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Result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0357735"/>
                  </a:ext>
                </a:extLst>
              </a:tr>
              <a:tr h="370840">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Medium"/>
                        </a:rPr>
                        <a:t>isEmpty(lyst)</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Returns  </a:t>
                      </a:r>
                      <a:r>
                        <a:rPr lang="en-US" sz="1200" b="1" dirty="0">
                          <a:effectLst/>
                          <a:latin typeface="Courier New" panose="02070309020205020404" pitchFamily="49" charset="0"/>
                          <a:ea typeface="MS Mincho"/>
                          <a:cs typeface="Courier New" panose="02070309020205020404" pitchFamily="49" charset="0"/>
                        </a:rPr>
                        <a:t>False</a:t>
                      </a:r>
                      <a:r>
                        <a:rPr lang="en-US" sz="1200" b="1" dirty="0">
                          <a:effectLst/>
                          <a:latin typeface="Open Sans" panose="020B0606030504020204"/>
                          <a:ea typeface="MS Mincho"/>
                          <a:cs typeface="Bank Gothic-Medium"/>
                        </a:rPr>
                        <a:t> </a:t>
                      </a:r>
                      <a:r>
                        <a:rPr lang="en-US" sz="1200" dirty="0">
                          <a:effectLst/>
                          <a:latin typeface="Open Sans" panose="020B0606030504020204"/>
                          <a:ea typeface="MS Mincho"/>
                          <a:cs typeface="Bank Gothic-Medium"/>
                        </a:rPr>
                        <a:t>.</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5190181"/>
                  </a:ext>
                </a:extLst>
              </a:tr>
              <a:tr h="370840">
                <a:tc>
                  <a:txBody>
                    <a:bodyPr/>
                    <a:lstStyle/>
                    <a:p>
                      <a:pPr marL="0" marR="698500">
                        <a:lnSpc>
                          <a:spcPct val="200000"/>
                        </a:lnSpc>
                        <a:spcBef>
                          <a:spcPts val="0"/>
                        </a:spcBef>
                        <a:spcAft>
                          <a:spcPts val="0"/>
                        </a:spcAft>
                      </a:pPr>
                      <a:r>
                        <a:rPr lang="en-US" sz="1200" b="1" dirty="0">
                          <a:effectLst/>
                          <a:latin typeface="Courier New" panose="02070309020205020404" pitchFamily="49" charset="0"/>
                          <a:ea typeface="MS Mincho"/>
                          <a:cs typeface="Bank Gothic-Medium"/>
                        </a:rPr>
                        <a:t>first(lyst)</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698500">
                        <a:lnSpc>
                          <a:spcPct val="200000"/>
                        </a:lnSpc>
                        <a:spcBef>
                          <a:spcPts val="0"/>
                        </a:spcBef>
                        <a:spcAft>
                          <a:spcPts val="0"/>
                        </a:spcAft>
                      </a:pPr>
                      <a:r>
                        <a:rPr lang="en-US" sz="1200" dirty="0">
                          <a:effectLst/>
                          <a:latin typeface="Open Sans" panose="020B0606030504020204"/>
                          <a:ea typeface="MS Mincho"/>
                          <a:cs typeface="Bank Gothic-Medium"/>
                        </a:rPr>
                        <a:t>Returns 34.</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6632178"/>
                  </a:ext>
                </a:extLst>
              </a:tr>
              <a:tr h="370840">
                <a:tc>
                  <a:txBody>
                    <a:bodyPr/>
                    <a:lstStyle/>
                    <a:p>
                      <a:pPr marL="0" marR="698500">
                        <a:lnSpc>
                          <a:spcPct val="200000"/>
                        </a:lnSpc>
                        <a:spcBef>
                          <a:spcPts val="0"/>
                        </a:spcBef>
                        <a:spcAft>
                          <a:spcPts val="0"/>
                        </a:spcAft>
                      </a:pPr>
                      <a:r>
                        <a:rPr lang="en-US" sz="1200" b="1" dirty="0">
                          <a:effectLst/>
                          <a:latin typeface="Courier New" panose="02070309020205020404" pitchFamily="49" charset="0"/>
                          <a:ea typeface="MS Mincho"/>
                          <a:cs typeface="Bank Gothic-Medium"/>
                        </a:rPr>
                        <a:t>rest(lyst)</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698500">
                        <a:lnSpc>
                          <a:spcPct val="200000"/>
                        </a:lnSpc>
                        <a:spcBef>
                          <a:spcPts val="0"/>
                        </a:spcBef>
                        <a:spcAft>
                          <a:spcPts val="0"/>
                        </a:spcAft>
                      </a:pPr>
                      <a:r>
                        <a:rPr lang="en-US" sz="1200" dirty="0">
                          <a:effectLst/>
                          <a:latin typeface="Open Sans" panose="020B0606030504020204"/>
                          <a:ea typeface="MS Mincho"/>
                          <a:cs typeface="Bank Gothic-Medium"/>
                        </a:rPr>
                        <a:t>Returns a list containing 22 and 16. </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2732143"/>
                  </a:ext>
                </a:extLst>
              </a:tr>
              <a:tr h="370840">
                <a:tc>
                  <a:txBody>
                    <a:bodyPr/>
                    <a:lstStyle/>
                    <a:p>
                      <a:pPr marL="0" marR="698500">
                        <a:lnSpc>
                          <a:spcPct val="200000"/>
                        </a:lnSpc>
                        <a:spcBef>
                          <a:spcPts val="0"/>
                        </a:spcBef>
                        <a:spcAft>
                          <a:spcPts val="0"/>
                        </a:spcAft>
                      </a:pPr>
                      <a:r>
                        <a:rPr lang="en-US" sz="1200" b="1" dirty="0">
                          <a:effectLst/>
                          <a:latin typeface="Courier New" panose="02070309020205020404" pitchFamily="49" charset="0"/>
                          <a:ea typeface="MS Mincho"/>
                          <a:cs typeface="Bank Gothic-Medium"/>
                        </a:rPr>
                        <a:t>first(rest(lyst))</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698500">
                        <a:lnSpc>
                          <a:spcPct val="200000"/>
                        </a:lnSpc>
                        <a:spcBef>
                          <a:spcPts val="0"/>
                        </a:spcBef>
                        <a:spcAft>
                          <a:spcPts val="0"/>
                        </a:spcAft>
                      </a:pPr>
                      <a:r>
                        <a:rPr lang="en-US" sz="1200" dirty="0">
                          <a:effectLst/>
                          <a:latin typeface="Open Sans" panose="020B0606030504020204"/>
                          <a:ea typeface="MS Mincho"/>
                          <a:cs typeface="Bank Gothic-Medium"/>
                        </a:rPr>
                        <a:t>Returns 22.</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2025419"/>
                  </a:ext>
                </a:extLst>
              </a:tr>
              <a:tr h="370840">
                <a:tc>
                  <a:txBody>
                    <a:bodyPr/>
                    <a:lstStyle/>
                    <a:p>
                      <a:pPr marL="0" marR="698500">
                        <a:lnSpc>
                          <a:spcPct val="200000"/>
                        </a:lnSpc>
                        <a:spcBef>
                          <a:spcPts val="0"/>
                        </a:spcBef>
                        <a:spcAft>
                          <a:spcPts val="0"/>
                        </a:spcAft>
                      </a:pPr>
                      <a:r>
                        <a:rPr lang="en-US" sz="1200" b="1" dirty="0">
                          <a:effectLst/>
                          <a:latin typeface="Courier New" panose="02070309020205020404" pitchFamily="49" charset="0"/>
                          <a:ea typeface="MS Mincho"/>
                          <a:cs typeface="Bank Gothic-Medium"/>
                        </a:rPr>
                        <a:t>first(rest(rest(lyst)))</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698500">
                        <a:lnSpc>
                          <a:spcPct val="200000"/>
                        </a:lnSpc>
                        <a:spcBef>
                          <a:spcPts val="0"/>
                        </a:spcBef>
                        <a:spcAft>
                          <a:spcPts val="0"/>
                        </a:spcAft>
                      </a:pPr>
                      <a:r>
                        <a:rPr lang="en-US" sz="1200" dirty="0">
                          <a:effectLst/>
                          <a:latin typeface="Open Sans" panose="020B0606030504020204"/>
                          <a:ea typeface="MS Mincho"/>
                          <a:cs typeface="Bank Gothic-Medium"/>
                        </a:rPr>
                        <a:t>Returns 16.</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6793278"/>
                  </a:ext>
                </a:extLst>
              </a:tr>
              <a:tr h="370840">
                <a:tc>
                  <a:txBody>
                    <a:bodyPr/>
                    <a:lstStyle/>
                    <a:p>
                      <a:pPr marL="0" marR="698500">
                        <a:lnSpc>
                          <a:spcPct val="200000"/>
                        </a:lnSpc>
                        <a:spcBef>
                          <a:spcPts val="0"/>
                        </a:spcBef>
                        <a:spcAft>
                          <a:spcPts val="0"/>
                        </a:spcAft>
                      </a:pPr>
                      <a:r>
                        <a:rPr lang="en-US" sz="1200" b="1" dirty="0">
                          <a:effectLst/>
                          <a:latin typeface="Courier New" panose="02070309020205020404" pitchFamily="49" charset="0"/>
                          <a:ea typeface="MS Mincho"/>
                          <a:cs typeface="Bank Gothic-Medium"/>
                        </a:rPr>
                        <a:t>isEmpty(rest(rest(rest(lyst))))</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698500">
                        <a:lnSpc>
                          <a:spcPct val="200000"/>
                        </a:lnSpc>
                        <a:spcBef>
                          <a:spcPts val="0"/>
                        </a:spcBef>
                        <a:spcAft>
                          <a:spcPts val="0"/>
                        </a:spcAft>
                      </a:pPr>
                      <a:r>
                        <a:rPr lang="en-US" sz="1200" dirty="0">
                          <a:effectLst/>
                          <a:latin typeface="Open Sans" panose="020B0606030504020204"/>
                          <a:ea typeface="MS Mincho"/>
                          <a:cs typeface="Bank Gothic-Medium"/>
                        </a:rPr>
                        <a:t>Returns  </a:t>
                      </a:r>
                      <a:r>
                        <a:rPr lang="en-US" sz="1200" b="1" kern="1200" dirty="0">
                          <a:solidFill>
                            <a:schemeClr val="dk1"/>
                          </a:solidFill>
                          <a:effectLst/>
                          <a:latin typeface="Courier New" panose="02070309020205020404" pitchFamily="49" charset="0"/>
                          <a:ea typeface="MS Mincho"/>
                          <a:cs typeface="Courier New" panose="02070309020205020404" pitchFamily="49" charset="0"/>
                        </a:rPr>
                        <a:t>True</a:t>
                      </a:r>
                      <a:r>
                        <a:rPr lang="en-US" sz="1200" b="1" dirty="0">
                          <a:effectLst/>
                          <a:latin typeface="Open Sans" panose="020B0606030504020204"/>
                          <a:ea typeface="MS Mincho"/>
                          <a:cs typeface="Bank Gothic-Medium"/>
                        </a:rPr>
                        <a:t> </a:t>
                      </a:r>
                      <a:r>
                        <a:rPr lang="en-US" sz="1200" dirty="0">
                          <a:effectLst/>
                          <a:latin typeface="Open Sans" panose="020B0606030504020204"/>
                          <a:ea typeface="MS Mincho"/>
                          <a:cs typeface="Bank Gothic-Medium"/>
                        </a:rPr>
                        <a:t>.</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27982000"/>
                  </a:ext>
                </a:extLst>
              </a:tr>
              <a:tr h="370840">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Medium"/>
                        </a:rPr>
                        <a:t>first(rest(rest(rest(lyst)))) </a:t>
                      </a:r>
                      <a:endParaRPr lang="en-US" sz="1000" dirty="0">
                        <a:effectLst/>
                        <a:latin typeface="Bank Gothic-Medium"/>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Raises an error (no data in an empty list).</a:t>
                      </a:r>
                      <a:endParaRPr lang="en-US" sz="1000" dirty="0">
                        <a:effectLst/>
                        <a:latin typeface="Open Sans" panose="020B0606030504020204"/>
                        <a:ea typeface="MS Mincho"/>
                        <a:cs typeface="Bank Gothic-Medium"/>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2856111"/>
                  </a:ext>
                </a:extLst>
              </a:tr>
            </a:tbl>
          </a:graphicData>
        </a:graphic>
      </p:graphicFrame>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34464628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625473"/>
          </a:xfrm>
        </p:spPr>
        <p:txBody>
          <a:bodyPr/>
          <a:lstStyle/>
          <a:p>
            <a:r>
              <a:rPr lang="en-US" b="1" dirty="0"/>
              <a:t>Basic Operations on a Lisp-Like List </a:t>
            </a:r>
            <a:r>
              <a:rPr lang="en-US" sz="2000" dirty="0"/>
              <a:t>(3 of 3)</a:t>
            </a:r>
          </a:p>
        </p:txBody>
      </p:sp>
      <p:sp>
        <p:nvSpPr>
          <p:cNvPr id="3" name="Content Placeholder 2"/>
          <p:cNvSpPr>
            <a:spLocks noGrp="1"/>
          </p:cNvSpPr>
          <p:nvPr>
            <p:ph idx="1"/>
          </p:nvPr>
        </p:nvSpPr>
        <p:spPr>
          <a:xfrm>
            <a:off x="628650" y="1752600"/>
            <a:ext cx="7886700" cy="384175"/>
          </a:xfrm>
        </p:spPr>
        <p:txBody>
          <a:bodyPr/>
          <a:lstStyle/>
          <a:p>
            <a:pPr marL="0" indent="0">
              <a:spcBef>
                <a:spcPts val="1000"/>
              </a:spcBef>
              <a:buNone/>
            </a:pPr>
            <a:r>
              <a:rPr lang="en-IN" b="1" dirty="0"/>
              <a:t>Figure 9-10: </a:t>
            </a:r>
            <a:r>
              <a:rPr lang="en-IN" dirty="0"/>
              <a:t>A lisp-like list containing 34, 22, and 16</a:t>
            </a:r>
            <a:endParaRPr lang="en-US" dirty="0"/>
          </a:p>
        </p:txBody>
      </p:sp>
      <p:pic>
        <p:nvPicPr>
          <p:cNvPr id="7" name="Content Placeholder 6" descr="The figure shows the box-and-pointer diagrams which depict the structure of a lisp-like list containing 34, 22 and 16. The first diagram shows that the structure of this list appears to be the same as that of the singly linked structure and the variable 1 y s t points to 34. The second diagram outlines the lists returned by three successive cells of the rest function. Note that each outline gets smaller as the calls of the rest advance through the list."/>
          <p:cNvPicPr>
            <a:picLocks noGrp="1" noChangeAspect="1"/>
          </p:cNvPicPr>
          <p:nvPr>
            <p:ph idx="13"/>
          </p:nvPr>
        </p:nvPicPr>
        <p:blipFill>
          <a:blip r:embed="rId2">
            <a:extLst>
              <a:ext uri="{28A0092B-C50C-407E-A947-70E740481C1C}">
                <a14:useLocalDpi xmlns:a14="http://schemas.microsoft.com/office/drawing/2010/main" val="0"/>
              </a:ext>
            </a:extLst>
          </a:blip>
          <a:stretch>
            <a:fillRect/>
          </a:stretch>
        </p:blipFill>
        <p:spPr>
          <a:xfrm>
            <a:off x="1308198" y="2438400"/>
            <a:ext cx="6527604" cy="3279775"/>
          </a:xfr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92753889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Recursive Traversals of a Lisp-Like List </a:t>
            </a:r>
            <a:r>
              <a:rPr lang="en-US" sz="2000" dirty="0"/>
              <a:t>(1 of 4)</a:t>
            </a:r>
          </a:p>
        </p:txBody>
      </p:sp>
      <p:sp>
        <p:nvSpPr>
          <p:cNvPr id="3" name="Content Placeholder 2"/>
          <p:cNvSpPr>
            <a:spLocks noGrp="1"/>
          </p:cNvSpPr>
          <p:nvPr>
            <p:ph idx="1"/>
          </p:nvPr>
        </p:nvSpPr>
        <p:spPr>
          <a:xfrm>
            <a:off x="628650" y="1825625"/>
            <a:ext cx="7886700" cy="3432175"/>
          </a:xfrm>
        </p:spPr>
        <p:txBody>
          <a:bodyPr>
            <a:normAutofit/>
          </a:bodyPr>
          <a:lstStyle/>
          <a:p>
            <a:pPr marL="291600" indent="-291600">
              <a:spcBef>
                <a:spcPts val="1000"/>
              </a:spcBef>
            </a:pPr>
            <a:r>
              <a:rPr lang="en-US" dirty="0"/>
              <a:t>The function  </a:t>
            </a:r>
            <a:r>
              <a:rPr lang="en-US" b="1" dirty="0">
                <a:latin typeface="Courier New" panose="02070309020205020404" pitchFamily="49" charset="0"/>
                <a:cs typeface="Courier New" panose="02070309020205020404" pitchFamily="49" charset="0"/>
              </a:rPr>
              <a:t>contains</a:t>
            </a:r>
            <a:r>
              <a:rPr lang="en-US" b="1" dirty="0"/>
              <a:t> </a:t>
            </a:r>
            <a:r>
              <a:rPr lang="en-US" dirty="0"/>
              <a:t> searches a list for a given item:</a:t>
            </a:r>
          </a:p>
          <a:p>
            <a:pPr lvl="1">
              <a:spcBef>
                <a:spcPts val="1000"/>
              </a:spcBef>
            </a:pPr>
            <a:r>
              <a:rPr lang="en-US" dirty="0"/>
              <a:t>This function expects a target item and a list as arguments and returns  </a:t>
            </a:r>
            <a:r>
              <a:rPr lang="en-US" b="1" dirty="0">
                <a:latin typeface="Courier New" panose="02070309020205020404" pitchFamily="49" charset="0"/>
                <a:cs typeface="Courier New" panose="02070309020205020404" pitchFamily="49" charset="0"/>
              </a:rPr>
              <a:t>True</a:t>
            </a:r>
            <a:r>
              <a:rPr lang="en-US" b="1" dirty="0"/>
              <a:t> </a:t>
            </a:r>
            <a:r>
              <a:rPr lang="en-US" dirty="0"/>
              <a:t> or  </a:t>
            </a:r>
            <a:r>
              <a:rPr lang="en-US" b="1" dirty="0">
                <a:latin typeface="Courier New" panose="02070309020205020404" pitchFamily="49" charset="0"/>
                <a:cs typeface="Courier New" panose="02070309020205020404" pitchFamily="49" charset="0"/>
              </a:rPr>
              <a:t>False</a:t>
            </a:r>
            <a:r>
              <a:rPr lang="en-US" b="1" dirty="0"/>
              <a:t> </a:t>
            </a:r>
          </a:p>
          <a:p>
            <a:pPr lvl="1">
              <a:spcBef>
                <a:spcPts val="1000"/>
              </a:spcBef>
            </a:pPr>
            <a:r>
              <a:rPr lang="en-US" dirty="0"/>
              <a:t>If the list is empty, you’ve run out of items to examine, so the function returns  </a:t>
            </a:r>
            <a:r>
              <a:rPr lang="en-US" b="1" dirty="0">
                <a:latin typeface="Courier New" panose="02070309020205020404" pitchFamily="49" charset="0"/>
                <a:cs typeface="Courier New" panose="02070309020205020404" pitchFamily="49" charset="0"/>
              </a:rPr>
              <a:t>False</a:t>
            </a:r>
          </a:p>
          <a:p>
            <a:pPr lvl="1">
              <a:spcBef>
                <a:spcPts val="1000"/>
              </a:spcBef>
            </a:pPr>
            <a:r>
              <a:rPr lang="en-US" dirty="0"/>
              <a:t>Otherwise, if the target item equals the first item in the list, the function returns  </a:t>
            </a:r>
            <a:r>
              <a:rPr lang="en-US" b="1" dirty="0">
                <a:latin typeface="Courier New" panose="02070309020205020404" pitchFamily="49" charset="0"/>
                <a:cs typeface="Courier New" panose="02070309020205020404" pitchFamily="49" charset="0"/>
              </a:rPr>
              <a:t>True</a:t>
            </a:r>
            <a:r>
              <a:rPr lang="en-US" b="1" dirty="0"/>
              <a:t> </a:t>
            </a:r>
            <a:endParaRPr lang="en-US" dirty="0"/>
          </a:p>
          <a:p>
            <a:pPr marL="291600" indent="-291600">
              <a:spcBef>
                <a:spcPts val="1000"/>
              </a:spcBef>
            </a:pPr>
            <a:r>
              <a:rPr lang="en-US" dirty="0"/>
              <a:t>Otherwise, you use  </a:t>
            </a:r>
            <a:r>
              <a:rPr lang="en-US" b="1" dirty="0">
                <a:latin typeface="Courier New" panose="02070309020205020404" pitchFamily="49" charset="0"/>
                <a:cs typeface="Courier New" panose="02070309020205020404" pitchFamily="49" charset="0"/>
              </a:rPr>
              <a:t>contains</a:t>
            </a:r>
            <a:r>
              <a:rPr lang="en-US" b="1" dirty="0"/>
              <a:t> </a:t>
            </a:r>
            <a:r>
              <a:rPr lang="en-US" dirty="0"/>
              <a:t> to search the rest of the list recursively for the given item</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85383046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625474"/>
          </a:xfrm>
        </p:spPr>
        <p:txBody>
          <a:bodyPr/>
          <a:lstStyle/>
          <a:p>
            <a:r>
              <a:rPr lang="en-US" b="1" dirty="0"/>
              <a:t>Recursive Traversals of a Lisp-Like List </a:t>
            </a:r>
            <a:r>
              <a:rPr lang="en-US" sz="2000" dirty="0"/>
              <a:t>(2 of 4)</a:t>
            </a:r>
          </a:p>
        </p:txBody>
      </p:sp>
      <p:sp>
        <p:nvSpPr>
          <p:cNvPr id="3" name="Content Placeholder 2"/>
          <p:cNvSpPr>
            <a:spLocks noGrp="1"/>
          </p:cNvSpPr>
          <p:nvPr>
            <p:ph idx="1"/>
          </p:nvPr>
        </p:nvSpPr>
        <p:spPr>
          <a:xfrm>
            <a:off x="628650" y="1807747"/>
            <a:ext cx="7886700" cy="325853"/>
          </a:xfrm>
        </p:spPr>
        <p:txBody>
          <a:bodyPr>
            <a:normAutofit/>
          </a:bodyPr>
          <a:lstStyle/>
          <a:p>
            <a:pPr marL="291600" indent="-291600">
              <a:spcBef>
                <a:spcPts val="1000"/>
              </a:spcBef>
            </a:pPr>
            <a:r>
              <a:rPr lang="en-US" dirty="0"/>
              <a:t>The code:</a:t>
            </a:r>
          </a:p>
        </p:txBody>
      </p:sp>
      <p:sp>
        <p:nvSpPr>
          <p:cNvPr id="5" name="Content Placeholder 4"/>
          <p:cNvSpPr>
            <a:spLocks noGrp="1"/>
          </p:cNvSpPr>
          <p:nvPr>
            <p:ph idx="12"/>
          </p:nvPr>
        </p:nvSpPr>
        <p:spPr>
          <a:xfrm>
            <a:off x="762000" y="2343329"/>
            <a:ext cx="7753350" cy="2533471"/>
          </a:xfrm>
        </p:spPr>
        <p:txBody>
          <a:bodyPr/>
          <a:lstStyle/>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00FF"/>
                </a:solidFill>
                <a:latin typeface="Courier New Bold" panose="02070609020205020404" pitchFamily="49" charset="0"/>
                <a:ea typeface="MS Mincho"/>
                <a:cs typeface="Courier New" panose="02070309020205020404" pitchFamily="49" charset="0"/>
              </a:rPr>
              <a:t>contains</a:t>
            </a:r>
            <a:r>
              <a:rPr lang="en-US" b="1" dirty="0">
                <a:solidFill>
                  <a:srgbClr val="000000"/>
                </a:solidFill>
                <a:latin typeface="Courier New Bold" panose="02070609020205020404" pitchFamily="49" charset="0"/>
                <a:ea typeface="MS Mincho"/>
                <a:cs typeface="Courier New" panose="02070309020205020404" pitchFamily="49" charset="0"/>
              </a:rPr>
              <a:t>(item, lyst):</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"""Returns True if item is in lyst or</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False otherwise."""</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b="1" dirty="0">
                <a:solidFill>
                  <a:srgbClr val="000000"/>
                </a:solidFill>
                <a:latin typeface="Courier New Bold" panose="02070609020205020404" pitchFamily="49" charset="0"/>
                <a:ea typeface="MS Mincho"/>
                <a:cs typeface="Courier New" panose="02070309020205020404" pitchFamily="49" charset="0"/>
              </a:rPr>
              <a:t> isEmpty(lyst):</a:t>
            </a:r>
            <a:endParaRPr lang="en-US" sz="1300" dirty="0">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False</a:t>
            </a:r>
            <a:endParaRPr lang="en-US" sz="1300" dirty="0">
              <a:solidFill>
                <a:srgbClr val="8A3800"/>
              </a:solidFill>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elif</a:t>
            </a:r>
            <a:r>
              <a:rPr lang="en-US" b="1" dirty="0">
                <a:solidFill>
                  <a:srgbClr val="000000"/>
                </a:solidFill>
                <a:latin typeface="Courier New Bold" panose="02070609020205020404" pitchFamily="49" charset="0"/>
                <a:ea typeface="MS Mincho"/>
                <a:cs typeface="Courier New" panose="02070309020205020404" pitchFamily="49" charset="0"/>
              </a:rPr>
              <a:t> item == first(lyst):</a:t>
            </a:r>
            <a:endParaRPr lang="en-US" sz="1300" dirty="0">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True</a:t>
            </a:r>
            <a:endParaRPr lang="en-US" sz="1300" dirty="0">
              <a:solidFill>
                <a:srgbClr val="8A3800"/>
              </a:solidFill>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else</a:t>
            </a:r>
            <a:r>
              <a:rPr lang="en-US" b="1" dirty="0">
                <a:solidFill>
                  <a:srgbClr val="000000"/>
                </a:solidFill>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342900" lvl="1" indent="0">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b="1" dirty="0">
                <a:solidFill>
                  <a:srgbClr val="000000"/>
                </a:solidFill>
                <a:latin typeface="Courier New Bold" panose="02070609020205020404" pitchFamily="49" charset="0"/>
                <a:ea typeface="MS Mincho"/>
                <a:cs typeface="Courier New" panose="02070309020205020404" pitchFamily="49" charset="0"/>
              </a:rPr>
              <a:t> contains(item, rest(lyst))</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11561050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514097"/>
          </a:xfrm>
        </p:spPr>
        <p:txBody>
          <a:bodyPr/>
          <a:lstStyle/>
          <a:p>
            <a:r>
              <a:rPr lang="en-US" b="1" dirty="0"/>
              <a:t>Recursive Traversals of a Lisp-Like List </a:t>
            </a:r>
            <a:r>
              <a:rPr lang="en-US" sz="2000" dirty="0"/>
              <a:t>(3 of 4)</a:t>
            </a:r>
          </a:p>
        </p:txBody>
      </p:sp>
      <p:sp>
        <p:nvSpPr>
          <p:cNvPr id="3" name="Content Placeholder 2"/>
          <p:cNvSpPr>
            <a:spLocks noGrp="1"/>
          </p:cNvSpPr>
          <p:nvPr>
            <p:ph idx="1"/>
          </p:nvPr>
        </p:nvSpPr>
        <p:spPr>
          <a:xfrm>
            <a:off x="628650" y="1855863"/>
            <a:ext cx="7886700" cy="989176"/>
          </a:xfrm>
        </p:spPr>
        <p:txBody>
          <a:bodyPr>
            <a:normAutofit lnSpcReduction="10000"/>
          </a:bodyPr>
          <a:lstStyle/>
          <a:p>
            <a:pPr marL="291600" indent="-291600">
              <a:spcBef>
                <a:spcPts val="1000"/>
              </a:spcBef>
            </a:pPr>
            <a:r>
              <a:rPr lang="en-US" dirty="0"/>
              <a:t>The index-based function </a:t>
            </a:r>
            <a:r>
              <a:rPr lang="en-US" b="1" dirty="0">
                <a:latin typeface="Courier New" panose="02070309020205020404" pitchFamily="49" charset="0"/>
                <a:cs typeface="Courier New" panose="02070309020205020404" pitchFamily="49" charset="0"/>
              </a:rPr>
              <a:t>get</a:t>
            </a:r>
            <a:r>
              <a:rPr lang="en-US" dirty="0"/>
              <a:t> returns the </a:t>
            </a:r>
            <a:r>
              <a:rPr lang="en-US" i="1" dirty="0"/>
              <a:t>i</a:t>
            </a:r>
            <a:r>
              <a:rPr lang="en-US" dirty="0"/>
              <a:t>th element of a given list</a:t>
            </a:r>
          </a:p>
          <a:p>
            <a:pPr marL="291600" indent="-291600">
              <a:spcBef>
                <a:spcPts val="1000"/>
              </a:spcBef>
            </a:pPr>
            <a:r>
              <a:rPr lang="en-US" dirty="0"/>
              <a:t>The definition of </a:t>
            </a:r>
            <a:r>
              <a:rPr lang="en-US" b="1" dirty="0">
                <a:latin typeface="Courier New" panose="02070309020205020404" pitchFamily="49" charset="0"/>
                <a:cs typeface="Courier New" panose="02070309020205020404" pitchFamily="49" charset="0"/>
              </a:rPr>
              <a:t>get</a:t>
            </a:r>
            <a:r>
              <a:rPr lang="en-US" dirty="0"/>
              <a:t> follows:</a:t>
            </a:r>
          </a:p>
        </p:txBody>
      </p:sp>
      <p:sp>
        <p:nvSpPr>
          <p:cNvPr id="5" name="Content Placeholder 4"/>
          <p:cNvSpPr>
            <a:spLocks noGrp="1"/>
          </p:cNvSpPr>
          <p:nvPr>
            <p:ph idx="12"/>
          </p:nvPr>
        </p:nvSpPr>
        <p:spPr>
          <a:xfrm>
            <a:off x="739747" y="2962540"/>
            <a:ext cx="7886700" cy="2073471"/>
          </a:xfrm>
        </p:spPr>
        <p:txBody>
          <a:bodyPr/>
          <a:lstStyle/>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0000FF"/>
                </a:solidFill>
                <a:latin typeface="Courier New Bold" panose="02070609020205020404" pitchFamily="49" charset="0"/>
                <a:ea typeface="MS Mincho"/>
                <a:cs typeface="Courier New" panose="02070309020205020404" pitchFamily="49" charset="0"/>
              </a:rPr>
              <a:t>get</a:t>
            </a:r>
            <a:r>
              <a:rPr lang="en-US" b="1" dirty="0">
                <a:solidFill>
                  <a:srgbClr val="000000"/>
                </a:solidFill>
                <a:latin typeface="Courier New Bold" panose="02070609020205020404" pitchFamily="49" charset="0"/>
                <a:ea typeface="MS Mincho"/>
                <a:cs typeface="Courier New" panose="02070309020205020404" pitchFamily="49" charset="0"/>
              </a:rPr>
              <a:t>(index, lyst):</a:t>
            </a:r>
            <a:endParaRPr lang="en-US" sz="1300" dirty="0">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"""Returns the item at position index in lyst.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Precondition: 0 &lt;= index &lt; length(lyst)"""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b="1" dirty="0">
                <a:solidFill>
                  <a:srgbClr val="000000"/>
                </a:solidFill>
                <a:latin typeface="Courier New Bold" panose="02070609020205020404" pitchFamily="49" charset="0"/>
                <a:ea typeface="MS Mincho"/>
                <a:cs typeface="Courier New" panose="02070309020205020404" pitchFamily="49" charset="0"/>
              </a:rPr>
              <a:t> index == 0:</a:t>
            </a:r>
            <a:endParaRPr lang="en-US" sz="1300" dirty="0">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b="1" dirty="0">
                <a:solidFill>
                  <a:srgbClr val="000000"/>
                </a:solidFill>
                <a:latin typeface="Courier New Bold" panose="02070609020205020404" pitchFamily="49" charset="0"/>
                <a:ea typeface="MS Mincho"/>
                <a:cs typeface="Courier New" panose="02070309020205020404" pitchFamily="49" charset="0"/>
              </a:rPr>
              <a:t> first(lyst)</a:t>
            </a:r>
            <a:endParaRPr lang="en-US" sz="1300" dirty="0">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else</a:t>
            </a:r>
            <a:r>
              <a:rPr lang="en-US" b="1" dirty="0">
                <a:solidFill>
                  <a:srgbClr val="000000"/>
                </a:solidFill>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342900" lvl="1" indent="0">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b="1" dirty="0">
                <a:solidFill>
                  <a:srgbClr val="000000"/>
                </a:solidFill>
                <a:latin typeface="Courier New Bold" panose="02070609020205020404" pitchFamily="49" charset="0"/>
                <a:ea typeface="MS Mincho"/>
                <a:cs typeface="Courier New" panose="02070309020205020404" pitchFamily="49" charset="0"/>
              </a:rPr>
              <a:t> get(index - 1, rest(lyst))</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76869952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Recursive Traversals of a Lisp-Like List </a:t>
            </a:r>
            <a:r>
              <a:rPr lang="en-US" sz="2000" dirty="0"/>
              <a:t>(4 of 4)</a:t>
            </a:r>
          </a:p>
        </p:txBody>
      </p:sp>
      <p:sp>
        <p:nvSpPr>
          <p:cNvPr id="3" name="Content Placeholder 2"/>
          <p:cNvSpPr>
            <a:spLocks noGrp="1"/>
          </p:cNvSpPr>
          <p:nvPr>
            <p:ph idx="1"/>
          </p:nvPr>
        </p:nvSpPr>
        <p:spPr>
          <a:xfrm>
            <a:off x="628650" y="1608260"/>
            <a:ext cx="7886700" cy="2635441"/>
          </a:xfrm>
        </p:spPr>
        <p:txBody>
          <a:bodyPr>
            <a:normAutofit lnSpcReduction="10000"/>
          </a:bodyPr>
          <a:lstStyle/>
          <a:p>
            <a:pPr marL="291600" indent="-291600">
              <a:spcBef>
                <a:spcPts val="1000"/>
              </a:spcBef>
            </a:pPr>
            <a:r>
              <a:rPr lang="en-US" dirty="0"/>
              <a:t>Suppose you do not know the length of a list,</a:t>
            </a:r>
          </a:p>
          <a:p>
            <a:pPr lvl="1">
              <a:spcBef>
                <a:spcPts val="1000"/>
              </a:spcBef>
            </a:pPr>
            <a:r>
              <a:rPr lang="en-US" dirty="0"/>
              <a:t>Which is a part of the precondition of the </a:t>
            </a:r>
            <a:r>
              <a:rPr lang="en-US" b="1" dirty="0">
                <a:latin typeface="Courier New" panose="02070309020205020404" pitchFamily="49" charset="0"/>
                <a:cs typeface="Courier New" panose="02070309020205020404" pitchFamily="49" charset="0"/>
              </a:rPr>
              <a:t>get </a:t>
            </a:r>
            <a:r>
              <a:rPr lang="en-US" dirty="0"/>
              <a:t>function</a:t>
            </a:r>
          </a:p>
          <a:p>
            <a:pPr marL="291600" indent="-291600">
              <a:spcBef>
                <a:spcPts val="1000"/>
              </a:spcBef>
            </a:pPr>
            <a:r>
              <a:rPr lang="en-US" dirty="0"/>
              <a:t>The definition of the length of a Lisp-like list can be stated recursively:</a:t>
            </a:r>
          </a:p>
          <a:p>
            <a:pPr lvl="1">
              <a:spcBef>
                <a:spcPts val="1000"/>
              </a:spcBef>
            </a:pPr>
            <a:r>
              <a:rPr lang="en-US" dirty="0"/>
              <a:t>Its length is 0 if the list is empty</a:t>
            </a:r>
          </a:p>
          <a:p>
            <a:pPr lvl="1">
              <a:spcBef>
                <a:spcPts val="1000"/>
              </a:spcBef>
            </a:pPr>
            <a:r>
              <a:rPr lang="en-US" dirty="0"/>
              <a:t>Otherwise, a list’s length is one plus the length of the rest of the list after the first item</a:t>
            </a:r>
          </a:p>
          <a:p>
            <a:pPr marL="291600" indent="-291600">
              <a:spcBef>
                <a:spcPts val="1000"/>
              </a:spcBef>
            </a:pPr>
            <a:r>
              <a:rPr lang="en-US" dirty="0"/>
              <a:t>Code for the recursive function </a:t>
            </a:r>
            <a:r>
              <a:rPr lang="en-US" b="1" dirty="0">
                <a:latin typeface="Courier New" panose="02070309020205020404" pitchFamily="49" charset="0"/>
                <a:cs typeface="Courier New" panose="02070309020205020404" pitchFamily="49" charset="0"/>
              </a:rPr>
              <a:t>length</a:t>
            </a:r>
            <a:r>
              <a:rPr lang="en-US" dirty="0"/>
              <a:t>:</a:t>
            </a:r>
          </a:p>
        </p:txBody>
      </p:sp>
      <p:sp>
        <p:nvSpPr>
          <p:cNvPr id="5" name="Content Placeholder 4"/>
          <p:cNvSpPr>
            <a:spLocks noGrp="1"/>
          </p:cNvSpPr>
          <p:nvPr>
            <p:ph idx="12"/>
          </p:nvPr>
        </p:nvSpPr>
        <p:spPr>
          <a:xfrm>
            <a:off x="762000" y="4355533"/>
            <a:ext cx="7753350" cy="1388967"/>
          </a:xfrm>
        </p:spPr>
        <p:txBody>
          <a:bodyPr>
            <a:normAutofit fontScale="92500" lnSpcReduction="10000"/>
          </a:bodyPr>
          <a:lstStyle/>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a:solidFill>
                  <a:srgbClr val="0000FF"/>
                </a:solidFill>
                <a:latin typeface="Courier New Bold" panose="02070609020205020404" pitchFamily="49" charset="0"/>
                <a:ea typeface="MS Mincho"/>
                <a:cs typeface="Courier New" panose="02070309020205020404" pitchFamily="49" charset="0"/>
              </a:rPr>
              <a:t>length</a:t>
            </a:r>
            <a:r>
              <a:rPr lang="en-US" b="1" dirty="0">
                <a:solidFill>
                  <a:srgbClr val="000000"/>
                </a:solidFill>
                <a:latin typeface="Courier New Bold" panose="02070609020205020404" pitchFamily="49" charset="0"/>
                <a:ea typeface="MS Mincho"/>
                <a:cs typeface="Courier New" panose="02070309020205020404" pitchFamily="49" charset="0"/>
              </a:rPr>
              <a:t>(lyst):</a:t>
            </a:r>
            <a:endParaRPr lang="en-US" sz="1300" dirty="0">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"""Returns the number of items in lyst."""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b="1" dirty="0">
                <a:solidFill>
                  <a:srgbClr val="000000"/>
                </a:solidFill>
                <a:latin typeface="Courier New Bold" panose="02070609020205020404" pitchFamily="49" charset="0"/>
                <a:ea typeface="MS Mincho"/>
                <a:cs typeface="Courier New" panose="02070309020205020404" pitchFamily="49" charset="0"/>
              </a:rPr>
              <a:t> isEmpty(lyst):</a:t>
            </a:r>
            <a:endParaRPr lang="en-US" sz="1300" dirty="0">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b="1" dirty="0">
                <a:solidFill>
                  <a:srgbClr val="000000"/>
                </a:solidFill>
                <a:latin typeface="Courier New Bold" panose="02070609020205020404" pitchFamily="49" charset="0"/>
                <a:ea typeface="MS Mincho"/>
                <a:cs typeface="Courier New" panose="02070309020205020404" pitchFamily="49" charset="0"/>
              </a:rPr>
              <a:t> 0</a:t>
            </a:r>
            <a:endParaRPr lang="en-US" sz="1300" dirty="0">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else</a:t>
            </a:r>
            <a:r>
              <a:rPr lang="en-US" b="1" dirty="0">
                <a:solidFill>
                  <a:srgbClr val="000000"/>
                </a:solidFill>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342900" lvl="1" indent="0">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b="1" dirty="0">
                <a:solidFill>
                  <a:srgbClr val="000000"/>
                </a:solidFill>
                <a:latin typeface="Courier New Bold" panose="02070609020205020404" pitchFamily="49" charset="0"/>
                <a:ea typeface="MS Mincho"/>
                <a:cs typeface="Courier New" panose="02070309020205020404" pitchFamily="49" charset="0"/>
              </a:rPr>
              <a:t> 1 + length(rest(lyst))</a:t>
            </a:r>
            <a:endParaRPr lang="en-IN"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69113416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Building a Lisp-Like List </a:t>
            </a:r>
            <a:r>
              <a:rPr lang="en-US" sz="2000" dirty="0"/>
              <a:t>(1 of 5)</a:t>
            </a:r>
          </a:p>
        </p:txBody>
      </p:sp>
      <p:sp>
        <p:nvSpPr>
          <p:cNvPr id="3" name="Content Placeholder 2"/>
          <p:cNvSpPr>
            <a:spLocks noGrp="1"/>
          </p:cNvSpPr>
          <p:nvPr>
            <p:ph idx="1"/>
          </p:nvPr>
        </p:nvSpPr>
        <p:spPr>
          <a:xfrm>
            <a:off x="628650" y="1676400"/>
            <a:ext cx="7886700" cy="2060575"/>
          </a:xfrm>
        </p:spPr>
        <p:txBody>
          <a:bodyPr>
            <a:normAutofit/>
          </a:bodyPr>
          <a:lstStyle/>
          <a:p>
            <a:pPr marL="291600" indent="-291600">
              <a:spcBef>
                <a:spcPts val="1000"/>
              </a:spcBef>
            </a:pPr>
            <a:r>
              <a:rPr lang="en-US" dirty="0"/>
              <a:t>A Lisp-like list has a single basic constructor function named  </a:t>
            </a:r>
            <a:r>
              <a:rPr lang="en-US" b="1" dirty="0">
                <a:latin typeface="Courier New" panose="02070309020205020404" pitchFamily="49" charset="0"/>
                <a:cs typeface="Courier New" panose="02070309020205020404" pitchFamily="49" charset="0"/>
              </a:rPr>
              <a:t>cons</a:t>
            </a:r>
            <a:r>
              <a:rPr lang="en-US" dirty="0"/>
              <a:t>: </a:t>
            </a:r>
            <a:r>
              <a:rPr lang="en-US" b="1" dirty="0"/>
              <a:t> </a:t>
            </a:r>
          </a:p>
          <a:p>
            <a:pPr lvl="1">
              <a:spcBef>
                <a:spcPts val="1000"/>
              </a:spcBef>
            </a:pPr>
            <a:r>
              <a:rPr lang="en-US" dirty="0"/>
              <a:t>This function expects two arguments: a data item and another list</a:t>
            </a:r>
          </a:p>
          <a:p>
            <a:pPr marL="291600" indent="-291600">
              <a:spcBef>
                <a:spcPts val="1000"/>
              </a:spcBef>
            </a:pPr>
            <a:r>
              <a:rPr lang="en-US" dirty="0"/>
              <a:t>The relationships between the functions  </a:t>
            </a:r>
            <a:r>
              <a:rPr lang="en-US" b="1" dirty="0">
                <a:latin typeface="Courier New" panose="02070309020205020404" pitchFamily="49" charset="0"/>
                <a:cs typeface="Courier New" panose="02070309020205020404" pitchFamily="49" charset="0"/>
              </a:rPr>
              <a:t>cons</a:t>
            </a:r>
            <a:r>
              <a:rPr lang="en-US" dirty="0"/>
              <a:t> ,  </a:t>
            </a:r>
            <a:r>
              <a:rPr lang="en-US" b="1" dirty="0">
                <a:latin typeface="Courier New" panose="02070309020205020404" pitchFamily="49" charset="0"/>
                <a:cs typeface="Courier New" panose="02070309020205020404" pitchFamily="49" charset="0"/>
              </a:rPr>
              <a:t>first</a:t>
            </a:r>
            <a:r>
              <a:rPr lang="en-US" dirty="0"/>
              <a:t> , and  </a:t>
            </a:r>
            <a:r>
              <a:rPr lang="en-US" b="1" dirty="0">
                <a:latin typeface="Courier New" panose="02070309020205020404" pitchFamily="49" charset="0"/>
                <a:cs typeface="Courier New" panose="02070309020205020404" pitchFamily="49" charset="0"/>
              </a:rPr>
              <a:t>rest</a:t>
            </a:r>
            <a:r>
              <a:rPr lang="en-US" dirty="0"/>
              <a:t>  can be expressed algebraically in the following pair of equations:</a:t>
            </a:r>
          </a:p>
        </p:txBody>
      </p:sp>
      <p:sp>
        <p:nvSpPr>
          <p:cNvPr id="5" name="Content Placeholder 4"/>
          <p:cNvSpPr>
            <a:spLocks noGrp="1"/>
          </p:cNvSpPr>
          <p:nvPr>
            <p:ph idx="12"/>
          </p:nvPr>
        </p:nvSpPr>
        <p:spPr>
          <a:xfrm>
            <a:off x="762000" y="3834956"/>
            <a:ext cx="7753350" cy="685800"/>
          </a:xfrm>
        </p:spPr>
        <p:txBody>
          <a:bodyPr/>
          <a:lstStyle/>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first(cons(A, B)) == A</a:t>
            </a:r>
            <a:endParaRPr lang="en-US" sz="1300" dirty="0">
              <a:latin typeface="Bank Gothic Bold"/>
              <a:ea typeface="MS Mincho"/>
              <a:cs typeface="Courier New" panose="02070309020205020404" pitchFamily="49" charset="0"/>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rest(cons(A, B)) == B</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15467549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Building a Lisp-Like List </a:t>
            </a:r>
            <a:r>
              <a:rPr lang="en-US" sz="2000" dirty="0"/>
              <a:t>(2 of 5)</a:t>
            </a:r>
          </a:p>
        </p:txBody>
      </p:sp>
      <p:sp>
        <p:nvSpPr>
          <p:cNvPr id="3" name="Content Placeholder 2"/>
          <p:cNvSpPr>
            <a:spLocks noGrp="1"/>
          </p:cNvSpPr>
          <p:nvPr>
            <p:ph idx="1"/>
          </p:nvPr>
        </p:nvSpPr>
        <p:spPr>
          <a:xfrm>
            <a:off x="628650" y="1544858"/>
            <a:ext cx="7886700" cy="384175"/>
          </a:xfrm>
        </p:spPr>
        <p:txBody>
          <a:bodyPr/>
          <a:lstStyle/>
          <a:p>
            <a:pPr marL="291600" indent="-291600">
              <a:spcBef>
                <a:spcPts val="1000"/>
              </a:spcBef>
            </a:pPr>
            <a:r>
              <a:rPr lang="en-US" dirty="0"/>
              <a:t>Table 9.12  Building Lists with </a:t>
            </a:r>
            <a:r>
              <a:rPr lang="en-US" b="1" dirty="0">
                <a:latin typeface="Courier New" panose="02070309020205020404" pitchFamily="49" charset="0"/>
                <a:cs typeface="Courier New" panose="02070309020205020404" pitchFamily="49" charset="0"/>
              </a:rPr>
              <a:t>cons</a:t>
            </a:r>
          </a:p>
        </p:txBody>
      </p:sp>
      <p:graphicFrame>
        <p:nvGraphicFramePr>
          <p:cNvPr id="8" name="Content Placeholder 7" descr="Table is accessible to screenreaders"/>
          <p:cNvGraphicFramePr>
            <a:graphicFrameLocks noGrp="1"/>
          </p:cNvGraphicFramePr>
          <p:nvPr>
            <p:ph idx="13"/>
            <p:extLst>
              <p:ext uri="{D42A27DB-BD31-4B8C-83A1-F6EECF244321}">
                <p14:modId xmlns:p14="http://schemas.microsoft.com/office/powerpoint/2010/main" val="872994999"/>
              </p:ext>
            </p:extLst>
          </p:nvPr>
        </p:nvGraphicFramePr>
        <p:xfrm>
          <a:off x="825204" y="2204101"/>
          <a:ext cx="6870996" cy="1483360"/>
        </p:xfrm>
        <a:graphic>
          <a:graphicData uri="http://schemas.openxmlformats.org/drawingml/2006/table">
            <a:tbl>
              <a:tblPr firstRow="1" bandRow="1">
                <a:tableStyleId>{5C22544A-7EE6-4342-B048-85BDC9FD1C3A}</a:tableStyleId>
              </a:tblPr>
              <a:tblGrid>
                <a:gridCol w="3943350">
                  <a:extLst>
                    <a:ext uri="{9D8B030D-6E8A-4147-A177-3AD203B41FA5}">
                      <a16:colId xmlns:a16="http://schemas.microsoft.com/office/drawing/2014/main" val="2261324489"/>
                    </a:ext>
                  </a:extLst>
                </a:gridCol>
                <a:gridCol w="2927646">
                  <a:extLst>
                    <a:ext uri="{9D8B030D-6E8A-4147-A177-3AD203B41FA5}">
                      <a16:colId xmlns:a16="http://schemas.microsoft.com/office/drawing/2014/main" val="4250442697"/>
                    </a:ext>
                  </a:extLst>
                </a:gridCol>
              </a:tblGrid>
              <a:tr h="370840">
                <a:tc>
                  <a:txBody>
                    <a:bodyPr/>
                    <a:lstStyle/>
                    <a:p>
                      <a:r>
                        <a:rPr lang="en-US" dirty="0">
                          <a:solidFill>
                            <a:schemeClr val="bg2">
                              <a:lumMod val="10000"/>
                            </a:schemeClr>
                          </a:solidFill>
                          <a:latin typeface="Open Sans" panose="020B0606030504020204"/>
                        </a:rPr>
                        <a:t>Function Application or Variable Reference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Resulting 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4563606"/>
                  </a:ext>
                </a:extLst>
              </a:tr>
              <a:tr h="370840">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Medium"/>
                        </a:rPr>
                        <a:t>THE_EMPTY_LIST</a:t>
                      </a:r>
                      <a:endParaRPr lang="en-US" sz="1000" dirty="0">
                        <a:effectLst/>
                        <a:latin typeface="Bank Gothic-Medium"/>
                        <a:ea typeface="MS Mincho"/>
                        <a:cs typeface="Bank Gothic-Medium"/>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An empty list.</a:t>
                      </a:r>
                      <a:endParaRPr lang="en-US" sz="1000" dirty="0">
                        <a:effectLst/>
                        <a:latin typeface="Open Sans" panose="020B0606030504020204"/>
                        <a:ea typeface="MS Mincho"/>
                        <a:cs typeface="Bank Gothic-Medium"/>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6341991"/>
                  </a:ext>
                </a:extLst>
              </a:tr>
              <a:tr h="370840">
                <a:tc>
                  <a:txBody>
                    <a:bodyPr/>
                    <a:lstStyle/>
                    <a:p>
                      <a:pPr marL="0" marR="698500">
                        <a:lnSpc>
                          <a:spcPct val="200000"/>
                        </a:lnSpc>
                        <a:spcBef>
                          <a:spcPts val="0"/>
                        </a:spcBef>
                        <a:spcAft>
                          <a:spcPts val="0"/>
                        </a:spcAft>
                      </a:pPr>
                      <a:r>
                        <a:rPr lang="en-US" sz="1200" b="1" dirty="0">
                          <a:effectLst/>
                          <a:latin typeface="Courier New" panose="02070309020205020404" pitchFamily="49" charset="0"/>
                          <a:ea typeface="MS Mincho"/>
                          <a:cs typeface="Bank Gothic-Medium"/>
                        </a:rPr>
                        <a:t>cons(22, THE_EMPTY_LIST)</a:t>
                      </a:r>
                      <a:endParaRPr lang="en-US" sz="1000" dirty="0">
                        <a:effectLst/>
                        <a:latin typeface="Bank Gothic-Medium"/>
                        <a:ea typeface="MS Mincho"/>
                        <a:cs typeface="Bank Gothic-Medium"/>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698500">
                        <a:lnSpc>
                          <a:spcPct val="200000"/>
                        </a:lnSpc>
                        <a:spcBef>
                          <a:spcPts val="0"/>
                        </a:spcBef>
                        <a:spcAft>
                          <a:spcPts val="0"/>
                        </a:spcAft>
                      </a:pPr>
                      <a:r>
                        <a:rPr lang="en-US" sz="1200" dirty="0">
                          <a:effectLst/>
                          <a:latin typeface="Open Sans" panose="020B0606030504020204"/>
                          <a:ea typeface="MS Mincho"/>
                          <a:cs typeface="Bank Gothic-Medium"/>
                        </a:rPr>
                        <a:t>A list containing 22.</a:t>
                      </a:r>
                      <a:endParaRPr lang="en-US" sz="1000" dirty="0">
                        <a:effectLst/>
                        <a:latin typeface="Open Sans" panose="020B0606030504020204"/>
                        <a:ea typeface="MS Mincho"/>
                        <a:cs typeface="Bank Gothic-Medium"/>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6984229"/>
                  </a:ext>
                </a:extLst>
              </a:tr>
              <a:tr h="370840">
                <a:tc>
                  <a:txBody>
                    <a:bodyPr/>
                    <a:lstStyle/>
                    <a:p>
                      <a:pPr marL="0" marR="0">
                        <a:lnSpc>
                          <a:spcPct val="200000"/>
                        </a:lnSpc>
                        <a:spcBef>
                          <a:spcPts val="0"/>
                        </a:spcBef>
                        <a:spcAft>
                          <a:spcPts val="0"/>
                        </a:spcAft>
                      </a:pPr>
                      <a:r>
                        <a:rPr lang="en-US" sz="1200" b="1" dirty="0">
                          <a:effectLst/>
                          <a:latin typeface="Courier New" panose="02070309020205020404" pitchFamily="49" charset="0"/>
                          <a:ea typeface="MS Mincho"/>
                          <a:cs typeface="Bank Gothic-Medium"/>
                        </a:rPr>
                        <a:t>cons(11, cons(22, THE_EMPTY_LIST))</a:t>
                      </a:r>
                      <a:endParaRPr lang="en-US" sz="1000" dirty="0">
                        <a:effectLst/>
                        <a:latin typeface="Bank Gothic-Medium"/>
                        <a:ea typeface="MS Mincho"/>
                        <a:cs typeface="Bank Gothic-Medium"/>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200" dirty="0">
                          <a:effectLst/>
                          <a:latin typeface="Open Sans" panose="020B0606030504020204"/>
                          <a:ea typeface="MS Mincho"/>
                          <a:cs typeface="Bank Gothic-Medium"/>
                        </a:rPr>
                        <a:t>A list containing 11 and 22.</a:t>
                      </a:r>
                      <a:endParaRPr lang="en-US" sz="1000" dirty="0">
                        <a:effectLst/>
                        <a:latin typeface="Open Sans" panose="020B0606030504020204"/>
                        <a:ea typeface="MS Mincho"/>
                        <a:cs typeface="Bank Gothic-Medium"/>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7658326"/>
                  </a:ext>
                </a:extLst>
              </a:tr>
            </a:tbl>
          </a:graphicData>
        </a:graphic>
      </p:graphicFrame>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88801077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Building a Lisp-Like List </a:t>
            </a:r>
            <a:r>
              <a:rPr lang="en-US" sz="2000" dirty="0"/>
              <a:t>(3 of 5)</a:t>
            </a:r>
          </a:p>
        </p:txBody>
      </p:sp>
      <p:sp>
        <p:nvSpPr>
          <p:cNvPr id="3" name="Content Placeholder 2"/>
          <p:cNvSpPr>
            <a:spLocks noGrp="1"/>
          </p:cNvSpPr>
          <p:nvPr>
            <p:ph idx="1"/>
          </p:nvPr>
        </p:nvSpPr>
        <p:spPr>
          <a:xfrm>
            <a:off x="628650" y="1541806"/>
            <a:ext cx="7886700" cy="384175"/>
          </a:xfrm>
        </p:spPr>
        <p:txBody>
          <a:bodyPr/>
          <a:lstStyle/>
          <a:p>
            <a:pPr marL="291600" indent="-291600">
              <a:spcBef>
                <a:spcPts val="1000"/>
              </a:spcBef>
            </a:pPr>
            <a:r>
              <a:rPr lang="en-US" dirty="0"/>
              <a:t>Code for </a:t>
            </a:r>
            <a:r>
              <a:rPr lang="en-US" b="1" dirty="0">
                <a:latin typeface="Courier New" panose="02070309020205020404" pitchFamily="49" charset="0"/>
                <a:cs typeface="Courier New" panose="02070309020205020404" pitchFamily="49" charset="0"/>
              </a:rPr>
              <a:t>buildRange</a:t>
            </a:r>
            <a:r>
              <a:rPr lang="en-US" dirty="0"/>
              <a:t>:</a:t>
            </a:r>
          </a:p>
        </p:txBody>
      </p:sp>
      <p:sp>
        <p:nvSpPr>
          <p:cNvPr id="5" name="Content Placeholder 4"/>
          <p:cNvSpPr>
            <a:spLocks noGrp="1"/>
          </p:cNvSpPr>
          <p:nvPr>
            <p:ph idx="12"/>
          </p:nvPr>
        </p:nvSpPr>
        <p:spPr>
          <a:xfrm>
            <a:off x="773932" y="2013957"/>
            <a:ext cx="8134350" cy="2209800"/>
          </a:xfrm>
        </p:spPr>
        <p:txBody>
          <a:bodyPr/>
          <a:lstStyle/>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a:solidFill>
                  <a:srgbClr val="0000FF"/>
                </a:solidFill>
                <a:latin typeface="Courier New Bold" panose="02070609020205020404" pitchFamily="49" charset="0"/>
                <a:ea typeface="MS Mincho"/>
                <a:cs typeface="Courier New" panose="02070309020205020404" pitchFamily="49" charset="0"/>
              </a:rPr>
              <a:t>buildRange</a:t>
            </a:r>
            <a:r>
              <a:rPr lang="en-US" b="1" dirty="0">
                <a:solidFill>
                  <a:srgbClr val="000000"/>
                </a:solidFill>
                <a:latin typeface="Courier New Bold" panose="02070609020205020404" pitchFamily="49" charset="0"/>
                <a:ea typeface="MS Mincho"/>
                <a:cs typeface="Courier New" panose="02070309020205020404" pitchFamily="49" charset="0"/>
              </a:rPr>
              <a:t>(lower, upper):</a:t>
            </a:r>
            <a:endParaRPr lang="en-US" sz="1300" dirty="0">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"""Returns a list containing the numbers from</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lower through upper.</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Precondition: lower &lt;= upper"""</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b="1" dirty="0">
                <a:solidFill>
                  <a:srgbClr val="000000"/>
                </a:solidFill>
                <a:latin typeface="Courier New Bold" panose="02070609020205020404" pitchFamily="49" charset="0"/>
                <a:ea typeface="MS Mincho"/>
                <a:cs typeface="Courier New" panose="02070309020205020404" pitchFamily="49" charset="0"/>
              </a:rPr>
              <a:t> lower == upper:</a:t>
            </a:r>
            <a:endParaRPr lang="en-US" sz="1300" dirty="0">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b="1" dirty="0">
                <a:solidFill>
                  <a:srgbClr val="000000"/>
                </a:solidFill>
                <a:latin typeface="Courier New Bold" panose="02070609020205020404" pitchFamily="49" charset="0"/>
                <a:ea typeface="MS Mincho"/>
                <a:cs typeface="Courier New" panose="02070309020205020404" pitchFamily="49" charset="0"/>
              </a:rPr>
              <a:t> cons(lower, THE_EMPTY_LIST)</a:t>
            </a:r>
            <a:endParaRPr lang="en-US" sz="1300" dirty="0">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else</a:t>
            </a:r>
            <a:r>
              <a:rPr lang="en-US" b="1" dirty="0">
                <a:solidFill>
                  <a:srgbClr val="000000"/>
                </a:solidFill>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342900" lvl="1" indent="0">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b="1" dirty="0">
                <a:solidFill>
                  <a:srgbClr val="000000"/>
                </a:solidFill>
                <a:latin typeface="Courier New Bold" panose="02070609020205020404" pitchFamily="49" charset="0"/>
                <a:ea typeface="MS Mincho"/>
                <a:cs typeface="Courier New" panose="02070309020205020404" pitchFamily="49" charset="0"/>
              </a:rPr>
              <a:t> cons(lower, buildRange(lower + 1, upper))</a:t>
            </a:r>
            <a:endParaRPr lang="en-IN"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08035841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Building a Lisp-Like List </a:t>
            </a:r>
            <a:r>
              <a:rPr lang="en-US" sz="2000" dirty="0"/>
              <a:t>(4 of 5)</a:t>
            </a:r>
          </a:p>
        </p:txBody>
      </p:sp>
      <p:sp>
        <p:nvSpPr>
          <p:cNvPr id="3" name="Content Placeholder 2"/>
          <p:cNvSpPr>
            <a:spLocks noGrp="1"/>
          </p:cNvSpPr>
          <p:nvPr>
            <p:ph idx="1"/>
          </p:nvPr>
        </p:nvSpPr>
        <p:spPr>
          <a:xfrm>
            <a:off x="628650" y="1733039"/>
            <a:ext cx="8286750" cy="476761"/>
          </a:xfrm>
        </p:spPr>
        <p:txBody>
          <a:bodyPr>
            <a:normAutofit/>
          </a:bodyPr>
          <a:lstStyle/>
          <a:p>
            <a:pPr marL="0" indent="0">
              <a:spcBef>
                <a:spcPts val="1000"/>
              </a:spcBef>
              <a:buNone/>
            </a:pPr>
            <a:r>
              <a:rPr lang="en-IN" b="1" dirty="0"/>
              <a:t>Figure 9-11: </a:t>
            </a:r>
            <a:r>
              <a:rPr lang="en-IN" dirty="0"/>
              <a:t>Tracing the recursive building of a list with buildRange</a:t>
            </a:r>
            <a:endParaRPr lang="en-US" dirty="0"/>
          </a:p>
        </p:txBody>
      </p:sp>
      <p:pic>
        <p:nvPicPr>
          <p:cNvPr id="7" name="Content Placeholder 6" descr="Illustration traces the recursive building of a list with build range. Figure shows rows of numbers from top to bottom. The numbers in the rows are as follows. 1,4, then 2, 4, then 3, 4, then 4, 4, then 4, then 3, 4, then 2, 3, 4, then 1, 2, 3, 4."/>
          <p:cNvPicPr>
            <a:picLocks noGrp="1" noChangeAspect="1"/>
          </p:cNvPicPr>
          <p:nvPr>
            <p:ph idx="13"/>
          </p:nvPr>
        </p:nvPicPr>
        <p:blipFill>
          <a:blip r:embed="rId2">
            <a:extLst>
              <a:ext uri="{28A0092B-C50C-407E-A947-70E740481C1C}">
                <a14:useLocalDpi xmlns:a14="http://schemas.microsoft.com/office/drawing/2010/main" val="0"/>
              </a:ext>
            </a:extLst>
          </a:blip>
          <a:stretch>
            <a:fillRect/>
          </a:stretch>
        </p:blipFill>
        <p:spPr>
          <a:xfrm>
            <a:off x="3006191" y="2710925"/>
            <a:ext cx="2801418" cy="2889883"/>
          </a:xfr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88414632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625474"/>
          </a:xfrm>
        </p:spPr>
        <p:txBody>
          <a:bodyPr/>
          <a:lstStyle/>
          <a:p>
            <a:r>
              <a:rPr lang="en-US" b="1" dirty="0"/>
              <a:t>Building a Lisp-Like List </a:t>
            </a:r>
            <a:r>
              <a:rPr lang="en-US" sz="2000" dirty="0"/>
              <a:t>(5 of 5)</a:t>
            </a:r>
          </a:p>
        </p:txBody>
      </p:sp>
      <p:sp>
        <p:nvSpPr>
          <p:cNvPr id="3" name="Content Placeholder 2"/>
          <p:cNvSpPr>
            <a:spLocks noGrp="1"/>
          </p:cNvSpPr>
          <p:nvPr>
            <p:ph idx="1"/>
          </p:nvPr>
        </p:nvSpPr>
        <p:spPr>
          <a:xfrm>
            <a:off x="628650" y="1676400"/>
            <a:ext cx="7886700" cy="1066800"/>
          </a:xfrm>
        </p:spPr>
        <p:txBody>
          <a:bodyPr>
            <a:normAutofit/>
          </a:bodyPr>
          <a:lstStyle/>
          <a:p>
            <a:pPr marL="291600" indent="-291600">
              <a:spcBef>
                <a:spcPts val="1000"/>
              </a:spcBef>
            </a:pPr>
            <a:r>
              <a:rPr lang="en-US" dirty="0"/>
              <a:t>The </a:t>
            </a:r>
            <a:r>
              <a:rPr lang="en-US" b="1" dirty="0">
                <a:latin typeface="Courier New" panose="02070309020205020404" pitchFamily="49" charset="0"/>
                <a:cs typeface="Courier New" panose="02070309020205020404" pitchFamily="49" charset="0"/>
              </a:rPr>
              <a:t>remove</a:t>
            </a:r>
            <a:r>
              <a:rPr lang="en-US" dirty="0"/>
              <a:t> function decrements the index and moves to the rest of the list on each recursive call</a:t>
            </a:r>
          </a:p>
          <a:p>
            <a:pPr marL="291600" indent="-291600">
              <a:spcBef>
                <a:spcPts val="1000"/>
              </a:spcBef>
            </a:pPr>
            <a:r>
              <a:rPr lang="en-US" dirty="0"/>
              <a:t>Here is the code:</a:t>
            </a:r>
          </a:p>
        </p:txBody>
      </p:sp>
      <p:sp>
        <p:nvSpPr>
          <p:cNvPr id="5" name="Content Placeholder 4"/>
          <p:cNvSpPr>
            <a:spLocks noGrp="1"/>
          </p:cNvSpPr>
          <p:nvPr>
            <p:ph idx="12"/>
          </p:nvPr>
        </p:nvSpPr>
        <p:spPr>
          <a:xfrm>
            <a:off x="634347" y="2971800"/>
            <a:ext cx="7886700" cy="2286000"/>
          </a:xfrm>
        </p:spPr>
        <p:txBody>
          <a:bodyPr/>
          <a:lstStyle/>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a:solidFill>
                  <a:srgbClr val="0000FF"/>
                </a:solidFill>
                <a:latin typeface="Courier New Bold" panose="02070609020205020404" pitchFamily="49" charset="0"/>
                <a:ea typeface="MS Mincho"/>
                <a:cs typeface="Courier New" panose="02070309020205020404" pitchFamily="49" charset="0"/>
              </a:rPr>
              <a:t>remove</a:t>
            </a:r>
            <a:r>
              <a:rPr lang="en-US" b="1" dirty="0">
                <a:solidFill>
                  <a:srgbClr val="000000"/>
                </a:solidFill>
                <a:latin typeface="Courier New Bold" panose="02070609020205020404" pitchFamily="49" charset="0"/>
                <a:ea typeface="MS Mincho"/>
                <a:cs typeface="Courier New" panose="02070309020205020404" pitchFamily="49" charset="0"/>
              </a:rPr>
              <a:t>(index, lyst):</a:t>
            </a:r>
            <a:endParaRPr lang="en-US" sz="1300" dirty="0">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"""Returns a list with the item at index removed.</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Precondition: 0 &lt;= index &lt; length(lyst)"""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b="1" dirty="0">
                <a:solidFill>
                  <a:srgbClr val="000000"/>
                </a:solidFill>
                <a:latin typeface="Courier New Bold" panose="02070609020205020404" pitchFamily="49" charset="0"/>
                <a:ea typeface="MS Mincho"/>
                <a:cs typeface="Courier New" panose="02070309020205020404" pitchFamily="49" charset="0"/>
              </a:rPr>
              <a:t> index == 0:</a:t>
            </a:r>
            <a:endParaRPr lang="en-US" sz="1300" dirty="0">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b="1" dirty="0">
                <a:solidFill>
                  <a:srgbClr val="000000"/>
                </a:solidFill>
                <a:latin typeface="Courier New Bold" panose="02070609020205020404" pitchFamily="49" charset="0"/>
                <a:ea typeface="MS Mincho"/>
                <a:cs typeface="Courier New" panose="02070309020205020404" pitchFamily="49" charset="0"/>
              </a:rPr>
              <a:t> rest(lyst)</a:t>
            </a:r>
            <a:endParaRPr lang="en-US" sz="1300" dirty="0">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else</a:t>
            </a:r>
            <a:r>
              <a:rPr lang="en-US" b="1" dirty="0">
                <a:solidFill>
                  <a:srgbClr val="000000"/>
                </a:solidFill>
                <a:latin typeface="Courier New Bold" panose="02070609020205020404" pitchFamily="49" charset="0"/>
                <a:ea typeface="MS Mincho"/>
                <a:cs typeface="Courier New" panose="02070309020205020404" pitchFamily="49" charset="0"/>
              </a:rPr>
              <a:t>:</a:t>
            </a:r>
            <a:endParaRPr lang="en-US" sz="1300" dirty="0">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b="1" dirty="0">
                <a:solidFill>
                  <a:srgbClr val="000000"/>
                </a:solidFill>
                <a:latin typeface="Courier New Bold" panose="02070609020205020404" pitchFamily="49" charset="0"/>
                <a:ea typeface="MS Mincho"/>
                <a:cs typeface="Courier New" panose="02070309020205020404" pitchFamily="49" charset="0"/>
              </a:rPr>
              <a:t> cons(first(lyst),</a:t>
            </a:r>
            <a:endParaRPr lang="en-US" sz="1300" dirty="0">
              <a:latin typeface="Bank Gothic Bold"/>
              <a:ea typeface="MS Mincho"/>
              <a:cs typeface="Bank Gothic Bold"/>
            </a:endParaRPr>
          </a:p>
          <a:p>
            <a:pPr marL="342900" lvl="1" indent="0">
              <a:buNone/>
            </a:pPr>
            <a:r>
              <a:rPr lang="en-US" b="1" dirty="0">
                <a:solidFill>
                  <a:srgbClr val="000000"/>
                </a:solidFill>
                <a:latin typeface="Courier New Bold" panose="02070609020205020404" pitchFamily="49" charset="0"/>
                <a:ea typeface="MS Mincho"/>
                <a:cs typeface="Courier New" panose="02070309020205020404" pitchFamily="49" charset="0"/>
              </a:rPr>
              <a:t>                    remove(index - 1, rest(lyst)))</a:t>
            </a:r>
            <a:endParaRPr lang="en-US" b="1" dirty="0">
              <a:solidFill>
                <a:srgbClr val="FF6600"/>
              </a:solidFill>
              <a:latin typeface="Courier New Bold" panose="02070609020205020404" pitchFamily="49" charset="0"/>
              <a:ea typeface="MS Mincho"/>
              <a:cs typeface="Courier New" panose="02070309020205020404" pitchFamily="49" charset="0"/>
            </a:endParaRP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01564919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The Internal Structure of a Lisp-Like List </a:t>
            </a:r>
            <a:r>
              <a:rPr lang="en-US" sz="2000" dirty="0"/>
              <a:t>(1 of 2)</a:t>
            </a:r>
          </a:p>
        </p:txBody>
      </p:sp>
      <p:sp>
        <p:nvSpPr>
          <p:cNvPr id="3" name="Content Placeholder 2"/>
          <p:cNvSpPr>
            <a:spLocks noGrp="1"/>
          </p:cNvSpPr>
          <p:nvPr>
            <p:ph idx="1"/>
          </p:nvPr>
        </p:nvSpPr>
        <p:spPr>
          <a:xfrm>
            <a:off x="628650" y="1676400"/>
            <a:ext cx="7886700" cy="3584575"/>
          </a:xfrm>
        </p:spPr>
        <p:txBody>
          <a:bodyPr>
            <a:normAutofit/>
          </a:bodyPr>
          <a:lstStyle/>
          <a:p>
            <a:pPr marL="291600" indent="-291600">
              <a:spcBef>
                <a:spcPts val="1000"/>
              </a:spcBef>
            </a:pPr>
            <a:r>
              <a:rPr lang="en-US" dirty="0"/>
              <a:t>A Lisp-like list consists of a sequence of nodes, where each node contains a data item named </a:t>
            </a:r>
            <a:r>
              <a:rPr lang="en-US" b="1" dirty="0"/>
              <a:t> </a:t>
            </a:r>
            <a:r>
              <a:rPr lang="en-US" b="1" dirty="0">
                <a:latin typeface="Courier New" panose="02070309020205020404" pitchFamily="49" charset="0"/>
                <a:cs typeface="Courier New" panose="02070309020205020404" pitchFamily="49" charset="0"/>
              </a:rPr>
              <a:t>data</a:t>
            </a:r>
            <a:r>
              <a:rPr lang="en-US" b="1" dirty="0"/>
              <a:t> </a:t>
            </a:r>
            <a:r>
              <a:rPr lang="en-US" dirty="0"/>
              <a:t> and a link to the next node named  </a:t>
            </a:r>
            <a:r>
              <a:rPr lang="en-US" b="1" dirty="0">
                <a:latin typeface="Courier New" panose="02070309020205020404" pitchFamily="49" charset="0"/>
                <a:cs typeface="Courier New" panose="02070309020205020404" pitchFamily="49" charset="0"/>
              </a:rPr>
              <a:t>next</a:t>
            </a:r>
            <a:r>
              <a:rPr lang="en-US" dirty="0"/>
              <a:t>: </a:t>
            </a:r>
            <a:endParaRPr lang="en-US" b="1" dirty="0">
              <a:latin typeface="Courier New" panose="02070309020205020404" pitchFamily="49" charset="0"/>
              <a:cs typeface="Courier New" panose="02070309020205020404" pitchFamily="49" charset="0"/>
            </a:endParaRPr>
          </a:p>
          <a:p>
            <a:pPr lvl="1">
              <a:spcBef>
                <a:spcPts val="1000"/>
              </a:spcBef>
            </a:pPr>
            <a:r>
              <a:rPr lang="en-US" dirty="0"/>
              <a:t>The </a:t>
            </a:r>
            <a:r>
              <a:rPr lang="en-US" b="1" dirty="0">
                <a:latin typeface="Courier New" panose="02070309020205020404" pitchFamily="49" charset="0"/>
                <a:cs typeface="Courier New" panose="02070309020205020404" pitchFamily="49" charset="0"/>
              </a:rPr>
              <a:t>next</a:t>
            </a:r>
            <a:r>
              <a:rPr lang="en-US" dirty="0"/>
              <a:t> link in the last node is  </a:t>
            </a:r>
            <a:r>
              <a:rPr lang="en-US" b="1" dirty="0">
                <a:latin typeface="Courier New" panose="02070309020205020404" pitchFamily="49" charset="0"/>
                <a:cs typeface="Courier New" panose="02070309020205020404" pitchFamily="49" charset="0"/>
              </a:rPr>
              <a:t>None</a:t>
            </a:r>
          </a:p>
          <a:p>
            <a:pPr marL="291600" indent="-291600">
              <a:spcBef>
                <a:spcPts val="1000"/>
              </a:spcBef>
            </a:pPr>
            <a:r>
              <a:rPr lang="en-US" dirty="0"/>
              <a:t>A Lisp-like list is an abstract data type (ADT)</a:t>
            </a:r>
          </a:p>
          <a:p>
            <a:pPr lvl="1">
              <a:spcBef>
                <a:spcPts val="1000"/>
              </a:spcBef>
            </a:pPr>
            <a:r>
              <a:rPr lang="en-US" dirty="0"/>
              <a:t>Includes four basic functions and the constant for the empty list</a:t>
            </a:r>
          </a:p>
          <a:p>
            <a:pPr marL="291600" indent="-291600">
              <a:spcBef>
                <a:spcPts val="1000"/>
              </a:spcBef>
            </a:pPr>
            <a:r>
              <a:rPr lang="en-US" dirty="0"/>
              <a:t>The user of this ADT doesn’t have to know anything about nodes, links, or pointers</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80208131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3"/>
          </a:xfrm>
        </p:spPr>
        <p:txBody>
          <a:bodyPr/>
          <a:lstStyle/>
          <a:p>
            <a:r>
              <a:rPr lang="en-US" b="1" dirty="0"/>
              <a:t>The Internal Structure of a Lisp-Like List </a:t>
            </a:r>
            <a:r>
              <a:rPr lang="en-US" sz="2000" dirty="0"/>
              <a:t>(2 of 2)</a:t>
            </a:r>
          </a:p>
        </p:txBody>
      </p:sp>
      <p:sp>
        <p:nvSpPr>
          <p:cNvPr id="3" name="Content Placeholder 2"/>
          <p:cNvSpPr>
            <a:spLocks noGrp="1"/>
          </p:cNvSpPr>
          <p:nvPr>
            <p:ph idx="1"/>
          </p:nvPr>
        </p:nvSpPr>
        <p:spPr>
          <a:xfrm>
            <a:off x="628650" y="1451769"/>
            <a:ext cx="7886700" cy="384175"/>
          </a:xfrm>
        </p:spPr>
        <p:txBody>
          <a:bodyPr>
            <a:normAutofit/>
          </a:bodyPr>
          <a:lstStyle/>
          <a:p>
            <a:pPr marL="291600" indent="-291600">
              <a:spcBef>
                <a:spcPts val="1000"/>
              </a:spcBef>
            </a:pPr>
            <a:r>
              <a:rPr lang="en-US" dirty="0"/>
              <a:t>Code:</a:t>
            </a:r>
          </a:p>
        </p:txBody>
      </p:sp>
      <p:sp>
        <p:nvSpPr>
          <p:cNvPr id="6" name="Content Placeholder 5"/>
          <p:cNvSpPr>
            <a:spLocks noGrp="1"/>
          </p:cNvSpPr>
          <p:nvPr>
            <p:ph idx="13"/>
          </p:nvPr>
        </p:nvSpPr>
        <p:spPr>
          <a:xfrm>
            <a:off x="765385" y="1877607"/>
            <a:ext cx="7886700" cy="4210543"/>
          </a:xfrm>
        </p:spPr>
        <p:txBody>
          <a:bodyPr>
            <a:normAutofit fontScale="77500" lnSpcReduction="20000"/>
          </a:bodyPr>
          <a:lstStyle/>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File: lisplist.py</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Data and basic operations for Lisp-like lists.</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from</a:t>
            </a:r>
            <a:r>
              <a:rPr lang="en-US" b="1" dirty="0">
                <a:solidFill>
                  <a:srgbClr val="000000"/>
                </a:solidFill>
                <a:latin typeface="Courier New Bold" panose="02070609020205020404" pitchFamily="49" charset="0"/>
                <a:ea typeface="MS Mincho"/>
                <a:cs typeface="Courier New" panose="02070309020205020404" pitchFamily="49" charset="0"/>
              </a:rPr>
              <a:t> node </a:t>
            </a:r>
            <a:r>
              <a:rPr lang="en-US" b="1" dirty="0">
                <a:solidFill>
                  <a:srgbClr val="8A3800"/>
                </a:solidFill>
                <a:latin typeface="Courier New Bold" panose="02070609020205020404" pitchFamily="49" charset="0"/>
                <a:ea typeface="MS Mincho"/>
                <a:cs typeface="Courier New" panose="02070309020205020404" pitchFamily="49" charset="0"/>
              </a:rPr>
              <a:t>import</a:t>
            </a:r>
            <a:r>
              <a:rPr lang="en-US" b="1" dirty="0">
                <a:solidFill>
                  <a:srgbClr val="000000"/>
                </a:solidFill>
                <a:latin typeface="Courier New Bold" panose="02070609020205020404" pitchFamily="49" charset="0"/>
                <a:ea typeface="MS Mincho"/>
                <a:cs typeface="Courier New" panose="02070309020205020404" pitchFamily="49" charset="0"/>
              </a:rPr>
              <a:t> Node</a:t>
            </a:r>
            <a:endParaRPr lang="en-US" sz="1300" dirty="0">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endParaRPr lang="en-US" sz="1300" dirty="0">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THE_EMPTY_LIST = </a:t>
            </a:r>
            <a:r>
              <a:rPr lang="en-US" b="1" dirty="0">
                <a:solidFill>
                  <a:srgbClr val="8A3800"/>
                </a:solidFill>
                <a:latin typeface="Courier New Bold" panose="02070609020205020404" pitchFamily="49" charset="0"/>
                <a:ea typeface="MS Mincho"/>
                <a:cs typeface="Courier New" panose="02070309020205020404" pitchFamily="49" charset="0"/>
              </a:rPr>
              <a:t>None</a:t>
            </a:r>
            <a:endParaRPr lang="en-US" sz="1300" dirty="0">
              <a:solidFill>
                <a:srgbClr val="8A3800"/>
              </a:solidFill>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a:solidFill>
                  <a:srgbClr val="0000FF"/>
                </a:solidFill>
                <a:latin typeface="Courier New Bold" panose="02070609020205020404" pitchFamily="49" charset="0"/>
                <a:ea typeface="MS Mincho"/>
                <a:cs typeface="Courier New" panose="02070309020205020404" pitchFamily="49" charset="0"/>
              </a:rPr>
              <a:t>isEmpty</a:t>
            </a:r>
            <a:r>
              <a:rPr lang="en-US" b="1" dirty="0">
                <a:solidFill>
                  <a:srgbClr val="000000"/>
                </a:solidFill>
                <a:latin typeface="Courier New Bold" panose="02070609020205020404" pitchFamily="49" charset="0"/>
                <a:ea typeface="MS Mincho"/>
                <a:cs typeface="Courier New" panose="02070309020205020404" pitchFamily="49" charset="0"/>
              </a:rPr>
              <a:t>(lyst):</a:t>
            </a:r>
            <a:endParaRPr lang="en-US" sz="1300" dirty="0">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"""Returns True if lyst is empty or False otherwise."""</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b="1" dirty="0">
                <a:solidFill>
                  <a:srgbClr val="000000"/>
                </a:solidFill>
                <a:latin typeface="Courier New Bold" panose="02070609020205020404" pitchFamily="49" charset="0"/>
                <a:ea typeface="MS Mincho"/>
                <a:cs typeface="Courier New" panose="02070309020205020404" pitchFamily="49" charset="0"/>
              </a:rPr>
              <a:t> lyst </a:t>
            </a:r>
            <a:r>
              <a:rPr lang="en-US" b="1" dirty="0">
                <a:solidFill>
                  <a:srgbClr val="8A3800"/>
                </a:solidFill>
                <a:latin typeface="Courier New Bold" panose="02070609020205020404" pitchFamily="49" charset="0"/>
                <a:ea typeface="MS Mincho"/>
                <a:cs typeface="Courier New" panose="02070309020205020404" pitchFamily="49" charset="0"/>
              </a:rPr>
              <a:t>is</a:t>
            </a:r>
            <a:r>
              <a:rPr lang="en-US" b="1" dirty="0">
                <a:solidFill>
                  <a:srgbClr val="000000"/>
                </a:solidFill>
                <a:latin typeface="Courier New Bold" panose="02070609020205020404" pitchFamily="49" charset="0"/>
                <a:ea typeface="MS Mincho"/>
                <a:cs typeface="Courier New" panose="02070309020205020404" pitchFamily="49" charset="0"/>
              </a:rPr>
              <a:t> THE_EMPTY_LIST</a:t>
            </a:r>
            <a:endParaRPr lang="en-US" sz="1300" dirty="0">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a:solidFill>
                  <a:srgbClr val="0000FF"/>
                </a:solidFill>
                <a:latin typeface="Courier New Bold" panose="02070609020205020404" pitchFamily="49" charset="0"/>
                <a:ea typeface="MS Mincho"/>
                <a:cs typeface="Courier New" panose="02070309020205020404" pitchFamily="49" charset="0"/>
              </a:rPr>
              <a:t>first</a:t>
            </a:r>
            <a:r>
              <a:rPr lang="en-US" b="1" dirty="0">
                <a:solidFill>
                  <a:srgbClr val="000000"/>
                </a:solidFill>
                <a:latin typeface="Courier New Bold" panose="02070609020205020404" pitchFamily="49" charset="0"/>
                <a:ea typeface="MS Mincho"/>
                <a:cs typeface="Courier New" panose="02070309020205020404" pitchFamily="49" charset="0"/>
              </a:rPr>
              <a:t>(lyst):</a:t>
            </a:r>
            <a:endParaRPr lang="en-US" sz="1300" dirty="0">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"""Returns the item at the head of lyst.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    Precondition: lyst is not empty."""</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b="1" dirty="0">
                <a:solidFill>
                  <a:srgbClr val="000000"/>
                </a:solidFill>
                <a:latin typeface="Courier New Bold" panose="02070609020205020404" pitchFamily="49" charset="0"/>
                <a:ea typeface="MS Mincho"/>
                <a:cs typeface="Courier New" panose="02070309020205020404" pitchFamily="49" charset="0"/>
              </a:rPr>
              <a:t> lyst.data</a:t>
            </a:r>
            <a:endParaRPr lang="en-US" sz="1300" dirty="0">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a:solidFill>
                  <a:srgbClr val="0000FF"/>
                </a:solidFill>
                <a:latin typeface="Courier New Bold" panose="02070609020205020404" pitchFamily="49" charset="0"/>
                <a:ea typeface="MS Mincho"/>
                <a:cs typeface="Courier New" panose="02070309020205020404" pitchFamily="49" charset="0"/>
              </a:rPr>
              <a:t>rest</a:t>
            </a:r>
            <a:r>
              <a:rPr lang="en-US" b="1" dirty="0">
                <a:solidFill>
                  <a:srgbClr val="000000"/>
                </a:solidFill>
                <a:latin typeface="Courier New Bold" panose="02070609020205020404" pitchFamily="49" charset="0"/>
                <a:ea typeface="MS Mincho"/>
                <a:cs typeface="Courier New" panose="02070309020205020404" pitchFamily="49" charset="0"/>
              </a:rPr>
              <a:t>(lyst):</a:t>
            </a:r>
            <a:endParaRPr lang="en-US" sz="1300" dirty="0">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"""Returns a list of the items after the head of lyst.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Precondition: lyst is not empty."""</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b="1" dirty="0">
                <a:solidFill>
                  <a:srgbClr val="000000"/>
                </a:solidFill>
                <a:latin typeface="Courier New Bold" panose="02070609020205020404" pitchFamily="49" charset="0"/>
                <a:ea typeface="MS Mincho"/>
                <a:cs typeface="Courier New" panose="02070309020205020404" pitchFamily="49" charset="0"/>
              </a:rPr>
              <a:t> lyst.next</a:t>
            </a:r>
            <a:endParaRPr lang="en-US" sz="1300" dirty="0">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a:solidFill>
                  <a:srgbClr val="0000FF"/>
                </a:solidFill>
                <a:latin typeface="Courier New Bold" panose="02070609020205020404" pitchFamily="49" charset="0"/>
                <a:ea typeface="MS Mincho"/>
                <a:cs typeface="Courier New" panose="02070309020205020404" pitchFamily="49" charset="0"/>
              </a:rPr>
              <a:t>cons</a:t>
            </a:r>
            <a:r>
              <a:rPr lang="en-US" b="1" dirty="0">
                <a:solidFill>
                  <a:srgbClr val="000000"/>
                </a:solidFill>
                <a:latin typeface="Courier New Bold" panose="02070609020205020404" pitchFamily="49" charset="0"/>
                <a:ea typeface="MS Mincho"/>
                <a:cs typeface="Courier New" panose="02070309020205020404" pitchFamily="49" charset="0"/>
              </a:rPr>
              <a:t>(data, lyst):</a:t>
            </a:r>
            <a:endParaRPr lang="en-US" sz="1300" dirty="0">
              <a:latin typeface="Bank Gothic Bold"/>
              <a:ea typeface="MS Mincho"/>
              <a:cs typeface="Bank Gothic Bold"/>
            </a:endParaRPr>
          </a:p>
          <a:p>
            <a:pPr marL="171450" lvl="1" indent="0">
              <a:spcBef>
                <a:spcPts val="0"/>
              </a:spcBef>
              <a:buNone/>
            </a:pPr>
            <a:r>
              <a:rPr lang="en-US" b="1" dirty="0">
                <a:solidFill>
                  <a:srgbClr val="000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"""Returns a list whose head is item and whose tail</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is lyst."""</a:t>
            </a:r>
            <a:endParaRPr lang="en-US" sz="1300" dirty="0">
              <a:solidFill>
                <a:srgbClr val="006800"/>
              </a:solidFill>
              <a:latin typeface="Bank Gothic Bold"/>
              <a:ea typeface="MS Mincho"/>
              <a:cs typeface="Bank Gothic Bold"/>
            </a:endParaRPr>
          </a:p>
          <a:p>
            <a:pPr marL="342900" lvl="1" indent="0">
              <a:buNone/>
            </a:pPr>
            <a:r>
              <a:rPr lang="en-US" b="1" dirty="0">
                <a:solidFill>
                  <a:srgbClr val="FF6600"/>
                </a:solidFill>
                <a:latin typeface="Courier New Bold" panose="02070609020205020404" pitchFamily="49" charset="0"/>
                <a:ea typeface="MS Mincho"/>
                <a:cs typeface="Courier New" panose="02070309020205020404" pitchFamily="49" charset="0"/>
              </a:rPr>
              <a:t>  </a:t>
            </a: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b="1" dirty="0">
                <a:solidFill>
                  <a:srgbClr val="000000"/>
                </a:solidFill>
                <a:latin typeface="Courier New Bold" panose="02070609020205020404" pitchFamily="49" charset="0"/>
                <a:ea typeface="MS Mincho"/>
                <a:cs typeface="Courier New" panose="02070309020205020404" pitchFamily="49" charset="0"/>
              </a:rPr>
              <a:t> Node(data, lyst)</a:t>
            </a:r>
            <a:endParaRPr lang="en-US"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5405122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6915150" cy="854074"/>
          </a:xfrm>
        </p:spPr>
        <p:txBody>
          <a:bodyPr/>
          <a:lstStyle/>
          <a:p>
            <a:r>
              <a:rPr lang="en-US" b="1" dirty="0"/>
              <a:t>Printing Lisp-Like Lists in IDLE with </a:t>
            </a:r>
            <a:r>
              <a:rPr lang="en-US" b="1" dirty="0">
                <a:latin typeface="Courier New" panose="02070309020205020404" pitchFamily="49" charset="0"/>
                <a:cs typeface="Courier New" panose="02070309020205020404" pitchFamily="49" charset="0"/>
              </a:rPr>
              <a:t>_repr_ </a:t>
            </a:r>
            <a:r>
              <a:rPr lang="en-US" sz="2000" dirty="0"/>
              <a:t>(1 of 2)</a:t>
            </a:r>
            <a:endParaRPr lang="en-US" sz="2000" b="1" dirty="0">
              <a:latin typeface="Courier New" panose="02070309020205020404" pitchFamily="49" charset="0"/>
              <a:cs typeface="Courier New" panose="02070309020205020404" pitchFamily="49" charset="0"/>
            </a:endParaRPr>
          </a:p>
        </p:txBody>
      </p:sp>
      <p:sp>
        <p:nvSpPr>
          <p:cNvPr id="3" name="Content Placeholder 2"/>
          <p:cNvSpPr>
            <a:spLocks noGrp="1"/>
          </p:cNvSpPr>
          <p:nvPr>
            <p:ph idx="1"/>
          </p:nvPr>
        </p:nvSpPr>
        <p:spPr>
          <a:xfrm>
            <a:off x="628650" y="1828800"/>
            <a:ext cx="7886700" cy="2974975"/>
          </a:xfrm>
        </p:spPr>
        <p:txBody>
          <a:bodyPr>
            <a:normAutofit/>
          </a:bodyPr>
          <a:lstStyle/>
          <a:p>
            <a:pPr marL="291600" indent="-291600">
              <a:spcBef>
                <a:spcPts val="1000"/>
              </a:spcBef>
            </a:pPr>
            <a:r>
              <a:rPr lang="en-US" dirty="0"/>
              <a:t>Add a method named </a:t>
            </a:r>
            <a:r>
              <a:rPr lang="en-US" b="1" dirty="0">
                <a:latin typeface="Courier New" panose="02070309020205020404" pitchFamily="49" charset="0"/>
                <a:cs typeface="Courier New" panose="02070309020205020404" pitchFamily="49" charset="0"/>
              </a:rPr>
              <a:t>_repr_ </a:t>
            </a:r>
            <a:r>
              <a:rPr lang="en-US" dirty="0"/>
              <a:t>to the </a:t>
            </a:r>
            <a:r>
              <a:rPr lang="en-US" b="1" dirty="0">
                <a:latin typeface="Courier New" panose="02070309020205020404" pitchFamily="49" charset="0"/>
                <a:cs typeface="Courier New" panose="02070309020205020404" pitchFamily="49" charset="0"/>
              </a:rPr>
              <a:t>Node</a:t>
            </a:r>
            <a:r>
              <a:rPr lang="en-US" dirty="0"/>
              <a:t> class:</a:t>
            </a:r>
          </a:p>
          <a:p>
            <a:pPr lvl="1">
              <a:spcBef>
                <a:spcPts val="1000"/>
              </a:spcBef>
            </a:pPr>
            <a:r>
              <a:rPr lang="en-US" dirty="0"/>
              <a:t>When Python evaluates a value for display in the IDLE shell, it looks for this method in the value’s class</a:t>
            </a:r>
          </a:p>
          <a:p>
            <a:pPr marL="291600" indent="-291600">
              <a:spcBef>
                <a:spcPts val="1000"/>
              </a:spcBef>
            </a:pPr>
            <a:r>
              <a:rPr lang="en-US" dirty="0"/>
              <a:t>If </a:t>
            </a:r>
            <a:r>
              <a:rPr lang="en-US" b="1" dirty="0">
                <a:latin typeface="Courier New" panose="02070309020205020404" pitchFamily="49" charset="0"/>
                <a:cs typeface="Courier New" panose="02070309020205020404" pitchFamily="49" charset="0"/>
              </a:rPr>
              <a:t>_repr_ </a:t>
            </a:r>
            <a:r>
              <a:rPr lang="en-US" dirty="0"/>
              <a:t>is included in the </a:t>
            </a:r>
            <a:r>
              <a:rPr lang="en-US" b="1" dirty="0">
                <a:latin typeface="Courier New" panose="02070309020205020404" pitchFamily="49" charset="0"/>
                <a:cs typeface="Courier New" panose="02070309020205020404" pitchFamily="49" charset="0"/>
              </a:rPr>
              <a:t>Node</a:t>
            </a:r>
            <a:r>
              <a:rPr lang="en-US" dirty="0"/>
              <a:t> class,</a:t>
            </a:r>
          </a:p>
          <a:p>
            <a:pPr lvl="1">
              <a:spcBef>
                <a:spcPts val="1000"/>
              </a:spcBef>
            </a:pPr>
            <a:r>
              <a:rPr lang="en-US" dirty="0"/>
              <a:t>You can build and return a string with the data of the entire sequence of nodes enclosed in parentheses</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14000790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6838950" cy="777874"/>
          </a:xfrm>
        </p:spPr>
        <p:txBody>
          <a:bodyPr/>
          <a:lstStyle/>
          <a:p>
            <a:r>
              <a:rPr lang="en-US" b="1" dirty="0"/>
              <a:t>Printing Lisp-Like Lists in IDLE with </a:t>
            </a:r>
            <a:r>
              <a:rPr lang="en-US" b="1" dirty="0">
                <a:latin typeface="Courier New" panose="02070309020205020404" pitchFamily="49" charset="0"/>
                <a:cs typeface="Courier New" panose="02070309020205020404" pitchFamily="49" charset="0"/>
              </a:rPr>
              <a:t>_repr_ </a:t>
            </a:r>
            <a:r>
              <a:rPr lang="en-US" sz="2000" dirty="0"/>
              <a:t>(2 of 2)</a:t>
            </a:r>
            <a:endParaRPr lang="en-US" sz="2000" b="1" dirty="0">
              <a:latin typeface="Courier New" panose="02070309020205020404" pitchFamily="49" charset="0"/>
              <a:cs typeface="Courier New" panose="02070309020205020404" pitchFamily="49" charset="0"/>
            </a:endParaRPr>
          </a:p>
        </p:txBody>
      </p:sp>
      <p:sp>
        <p:nvSpPr>
          <p:cNvPr id="3" name="Content Placeholder 2"/>
          <p:cNvSpPr>
            <a:spLocks noGrp="1"/>
          </p:cNvSpPr>
          <p:nvPr>
            <p:ph idx="1"/>
          </p:nvPr>
        </p:nvSpPr>
        <p:spPr>
          <a:xfrm>
            <a:off x="628650" y="1671646"/>
            <a:ext cx="1657350" cy="307975"/>
          </a:xfrm>
        </p:spPr>
        <p:txBody>
          <a:bodyPr>
            <a:normAutofit/>
          </a:bodyPr>
          <a:lstStyle/>
          <a:p>
            <a:pPr marL="291600" indent="-291600">
              <a:spcBef>
                <a:spcPts val="1000"/>
              </a:spcBef>
            </a:pPr>
            <a:r>
              <a:rPr lang="en-US" dirty="0"/>
              <a:t>Code:</a:t>
            </a:r>
          </a:p>
        </p:txBody>
      </p:sp>
      <p:sp>
        <p:nvSpPr>
          <p:cNvPr id="6" name="Content Placeholder 5"/>
          <p:cNvSpPr>
            <a:spLocks noGrp="1"/>
          </p:cNvSpPr>
          <p:nvPr>
            <p:ph idx="13"/>
          </p:nvPr>
        </p:nvSpPr>
        <p:spPr>
          <a:xfrm>
            <a:off x="804730" y="2142147"/>
            <a:ext cx="7753350" cy="3886200"/>
          </a:xfrm>
        </p:spPr>
        <p:txBody>
          <a:bodyPr>
            <a:normAutofit lnSpcReduction="10000"/>
          </a:bodyPr>
          <a:lstStyle/>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class</a:t>
            </a:r>
            <a:r>
              <a:rPr lang="en-US" b="1" dirty="0">
                <a:latin typeface="Courier New" panose="02070309020205020404" pitchFamily="49"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Node</a:t>
            </a:r>
            <a:r>
              <a:rPr lang="en-US" b="1" dirty="0">
                <a:latin typeface="Courier New" panose="02070309020205020404" pitchFamily="49" charset="0"/>
                <a:ea typeface="MS Mincho"/>
                <a:cs typeface="Bank Gothic Bold"/>
              </a:rPr>
              <a:t>(</a:t>
            </a:r>
            <a:r>
              <a:rPr lang="en-US" b="1" dirty="0">
                <a:solidFill>
                  <a:srgbClr val="660066"/>
                </a:solidFill>
                <a:latin typeface="Courier New Bold" panose="02070609020205020404" pitchFamily="49" charset="0"/>
                <a:ea typeface="MS Mincho"/>
                <a:cs typeface="Courier New" panose="02070309020205020404" pitchFamily="49" charset="0"/>
              </a:rPr>
              <a:t>object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"""Represents a singly linked node."""</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b="1" dirty="0">
                <a:latin typeface="Courier New" panose="02070309020205020404" pitchFamily="49"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__init__</a:t>
            </a:r>
            <a:r>
              <a:rPr lang="en-US" b="1" dirty="0">
                <a:latin typeface="Courier New" panose="02070309020205020404" pitchFamily="49" charset="0"/>
                <a:ea typeface="MS Mincho"/>
                <a:cs typeface="Bank Gothic Bold"/>
              </a:rPr>
              <a:t>(self, data, next = </a:t>
            </a:r>
            <a:r>
              <a:rPr lang="en-US" b="1" dirty="0">
                <a:solidFill>
                  <a:srgbClr val="8A3800"/>
                </a:solidFill>
                <a:latin typeface="Courier New Bold" panose="02070609020205020404" pitchFamily="49" charset="0"/>
                <a:ea typeface="MS Mincho"/>
                <a:cs typeface="Courier New" panose="02070309020205020404" pitchFamily="49" charset="0"/>
              </a:rPr>
              <a:t>None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self.data = data</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self.next = next</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b="1" dirty="0">
                <a:latin typeface="Courier New" panose="02070309020205020404" pitchFamily="49"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__repr__</a:t>
            </a:r>
            <a:r>
              <a:rPr lang="en-US" b="1" dirty="0">
                <a:latin typeface="Courier New" panose="02070309020205020404" pitchFamily="49" charset="0"/>
                <a:ea typeface="MS Mincho"/>
                <a:cs typeface="Bank Gothic Bold"/>
              </a:rPr>
              <a:t>(self):</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"""Returns the string representation of a </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8000"/>
                </a:solidFill>
                <a:latin typeface="Courier New Bold" panose="02070609020205020404" pitchFamily="49" charset="0"/>
                <a:ea typeface="MS Mincho"/>
                <a:cs typeface="Courier New" panose="02070309020205020404" pitchFamily="49" charset="0"/>
              </a:rPr>
              <a:t>        </a:t>
            </a:r>
            <a:r>
              <a:rPr lang="en-US" b="1" dirty="0">
                <a:solidFill>
                  <a:srgbClr val="006800"/>
                </a:solidFill>
                <a:latin typeface="Courier New Bold" panose="02070609020205020404" pitchFamily="49" charset="0"/>
                <a:ea typeface="MS Mincho"/>
                <a:cs typeface="Courier New" panose="02070309020205020404" pitchFamily="49" charset="0"/>
              </a:rPr>
              <a:t>nonempty lisp list."""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b="1" dirty="0">
                <a:latin typeface="Courier New" panose="02070309020205020404" pitchFamily="49"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buildString</a:t>
            </a:r>
            <a:r>
              <a:rPr lang="en-US" b="1" dirty="0">
                <a:latin typeface="Courier New" panose="02070309020205020404" pitchFamily="49" charset="0"/>
                <a:ea typeface="MS Mincho"/>
                <a:cs typeface="Bank Gothic Bold"/>
              </a:rPr>
              <a:t>(lyst):</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b="1" dirty="0">
                <a:latin typeface="Courier New" panose="02070309020205020404" pitchFamily="49" charset="0"/>
                <a:ea typeface="MS Mincho"/>
                <a:cs typeface="Bank Gothic Bold"/>
              </a:rPr>
              <a:t> isEmpty(rest(lyst)):</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b="1" dirty="0">
                <a:latin typeface="Courier New" panose="02070309020205020404" pitchFamily="49"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str</a:t>
            </a:r>
            <a:r>
              <a:rPr lang="en-US" b="1" dirty="0">
                <a:latin typeface="Courier New" panose="02070309020205020404" pitchFamily="49" charset="0"/>
                <a:ea typeface="MS Mincho"/>
                <a:cs typeface="Bank Gothic Bold"/>
              </a:rPr>
              <a:t>(first(lyst))</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else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b="1" dirty="0">
                <a:latin typeface="Courier New" panose="02070309020205020404" pitchFamily="49"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str</a:t>
            </a:r>
            <a:r>
              <a:rPr lang="en-US" b="1" dirty="0">
                <a:latin typeface="Courier New" panose="02070309020205020404" pitchFamily="49" charset="0"/>
                <a:ea typeface="MS Mincho"/>
                <a:cs typeface="Bank Gothic Bold"/>
              </a:rPr>
              <a:t>(first(lyst)) + " " + buildString(rest(lyst))</a:t>
            </a:r>
            <a:endParaRPr lang="en-US" sz="1300" dirty="0">
              <a:latin typeface="Bank Gothic Bold"/>
              <a:ea typeface="MS Mincho"/>
              <a:cs typeface="Bank Gothic Bold"/>
            </a:endParaRPr>
          </a:p>
          <a:p>
            <a:pPr marL="342900" lvl="1" indent="0">
              <a:buNone/>
            </a:pPr>
            <a:r>
              <a:rPr lang="en-US" b="1" dirty="0">
                <a:latin typeface="Courier New" panose="02070309020205020404" pitchFamily="49" charset="0"/>
                <a:ea typeface="MS Mincho"/>
              </a:rPr>
              <a:t>       </a:t>
            </a: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b="1" dirty="0">
                <a:latin typeface="Courier New" panose="02070309020205020404" pitchFamily="49" charset="0"/>
                <a:ea typeface="MS Mincho"/>
              </a:rPr>
              <a:t> </a:t>
            </a:r>
            <a:r>
              <a:rPr lang="en-US" b="1" dirty="0">
                <a:solidFill>
                  <a:srgbClr val="006800"/>
                </a:solidFill>
                <a:latin typeface="Courier New Bold" panose="02070609020205020404" pitchFamily="49" charset="0"/>
                <a:ea typeface="MS Mincho"/>
                <a:cs typeface="Courier New" panose="02070309020205020404" pitchFamily="49" charset="0"/>
              </a:rPr>
              <a:t>"("</a:t>
            </a:r>
            <a:r>
              <a:rPr lang="en-US" b="1" dirty="0">
                <a:latin typeface="Courier New" panose="02070309020205020404" pitchFamily="49" charset="0"/>
                <a:ea typeface="MS Mincho"/>
              </a:rPr>
              <a:t> + buildString(self) + </a:t>
            </a:r>
            <a:r>
              <a:rPr lang="en-US" b="1" dirty="0">
                <a:solidFill>
                  <a:srgbClr val="006800"/>
                </a:solidFill>
                <a:latin typeface="Courier New Bold" panose="02070609020205020404" pitchFamily="49" charset="0"/>
                <a:ea typeface="MS Mincho"/>
                <a:cs typeface="Courier New" panose="02070309020205020404" pitchFamily="49" charset="0"/>
              </a:rPr>
              <a:t>")"</a:t>
            </a:r>
            <a:endParaRPr lang="en-US" dirty="0">
              <a:solidFill>
                <a:srgbClr val="006800"/>
              </a:solidFill>
            </a:endParaRP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2394851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625474"/>
          </a:xfrm>
        </p:spPr>
        <p:txBody>
          <a:bodyPr/>
          <a:lstStyle/>
          <a:p>
            <a:r>
              <a:rPr lang="en-US" b="1" dirty="0"/>
              <a:t>Lists and Functional Programming </a:t>
            </a:r>
            <a:r>
              <a:rPr lang="en-US" sz="2000" dirty="0"/>
              <a:t>(1 of 2)</a:t>
            </a:r>
          </a:p>
        </p:txBody>
      </p:sp>
      <p:sp>
        <p:nvSpPr>
          <p:cNvPr id="3" name="Content Placeholder 2"/>
          <p:cNvSpPr>
            <a:spLocks noGrp="1"/>
          </p:cNvSpPr>
          <p:nvPr>
            <p:ph idx="1"/>
          </p:nvPr>
        </p:nvSpPr>
        <p:spPr>
          <a:xfrm>
            <a:off x="628650" y="1600200"/>
            <a:ext cx="7886700" cy="1679575"/>
          </a:xfrm>
        </p:spPr>
        <p:txBody>
          <a:bodyPr>
            <a:normAutofit/>
          </a:bodyPr>
          <a:lstStyle/>
          <a:p>
            <a:pPr marL="291600" indent="-291600">
              <a:spcBef>
                <a:spcPts val="1000"/>
              </a:spcBef>
            </a:pPr>
            <a:r>
              <a:rPr lang="en-US" dirty="0"/>
              <a:t>The </a:t>
            </a:r>
            <a:r>
              <a:rPr lang="en-US" b="1" dirty="0">
                <a:latin typeface="Courier New" panose="02070309020205020404" pitchFamily="49" charset="0"/>
                <a:cs typeface="Courier New" panose="02070309020205020404" pitchFamily="49" charset="0"/>
              </a:rPr>
              <a:t>remove</a:t>
            </a:r>
            <a:r>
              <a:rPr lang="en-US" dirty="0"/>
              <a:t> function does not change the structure of its list argument,</a:t>
            </a:r>
          </a:p>
          <a:p>
            <a:pPr lvl="1">
              <a:spcBef>
                <a:spcPts val="1000"/>
              </a:spcBef>
            </a:pPr>
            <a:r>
              <a:rPr lang="en-US" dirty="0"/>
              <a:t>It simply returns a list with the </a:t>
            </a:r>
            <a:r>
              <a:rPr lang="en-US" i="1" dirty="0"/>
              <a:t>i</a:t>
            </a:r>
            <a:r>
              <a:rPr lang="en-US" dirty="0"/>
              <a:t>th item removed</a:t>
            </a:r>
          </a:p>
          <a:p>
            <a:pPr marL="291600" indent="-291600">
              <a:spcBef>
                <a:spcPts val="1000"/>
              </a:spcBef>
            </a:pPr>
            <a:r>
              <a:rPr lang="en-US" dirty="0"/>
              <a:t>This code segment illustrates this by removing list A’s first item and assigning the result to list B:</a:t>
            </a:r>
          </a:p>
        </p:txBody>
      </p:sp>
      <p:sp>
        <p:nvSpPr>
          <p:cNvPr id="5" name="Content Placeholder 4"/>
          <p:cNvSpPr>
            <a:spLocks noGrp="1"/>
          </p:cNvSpPr>
          <p:nvPr>
            <p:ph idx="12"/>
          </p:nvPr>
        </p:nvSpPr>
        <p:spPr>
          <a:xfrm>
            <a:off x="762000" y="3454078"/>
            <a:ext cx="7753350" cy="1758853"/>
          </a:xfrm>
        </p:spPr>
        <p:txBody>
          <a:bodyPr>
            <a:normAutofit/>
          </a:bodyPr>
          <a:lstStyle/>
          <a:p>
            <a:pPr marL="171450" lvl="1" indent="0">
              <a:spcBef>
                <a:spcPts val="0"/>
              </a:spcBef>
              <a:buNone/>
            </a:pPr>
            <a:r>
              <a:rPr lang="en-US" sz="1400" b="1" dirty="0">
                <a:solidFill>
                  <a:srgbClr val="000000"/>
                </a:solidFill>
                <a:latin typeface="Courier New Bold" panose="02070609020205020404" pitchFamily="49" charset="0"/>
                <a:ea typeface="MS Mincho"/>
                <a:cs typeface="Courier New" panose="02070309020205020404" pitchFamily="49" charset="0"/>
              </a:rPr>
              <a:t>&gt;&gt;&gt; A = buildRange(1, 3)</a:t>
            </a:r>
            <a:endParaRPr lang="en-US" sz="1400" dirty="0">
              <a:latin typeface="Bank Gothic Bold"/>
              <a:ea typeface="MS Mincho"/>
              <a:cs typeface="Bank Gothic Bold"/>
            </a:endParaRPr>
          </a:p>
          <a:p>
            <a:pPr marL="171450" lvl="1" indent="0">
              <a:spcBef>
                <a:spcPts val="0"/>
              </a:spcBef>
              <a:buNone/>
            </a:pPr>
            <a:r>
              <a:rPr lang="en-US" sz="1400" b="1" dirty="0">
                <a:solidFill>
                  <a:srgbClr val="000000"/>
                </a:solidFill>
                <a:latin typeface="Courier New Bold" panose="02070609020205020404" pitchFamily="49" charset="0"/>
                <a:ea typeface="MS Mincho"/>
                <a:cs typeface="Courier New" panose="02070309020205020404" pitchFamily="49" charset="0"/>
              </a:rPr>
              <a:t>&gt;&gt;&gt; </a:t>
            </a:r>
            <a:r>
              <a:rPr lang="en-US" sz="1400" b="1" dirty="0">
                <a:solidFill>
                  <a:srgbClr val="660066"/>
                </a:solidFill>
                <a:latin typeface="Courier New Bold" panose="02070609020205020404" pitchFamily="49" charset="0"/>
                <a:ea typeface="MS Mincho"/>
                <a:cs typeface="Courier New" panose="02070309020205020404" pitchFamily="49" charset="0"/>
              </a:rPr>
              <a:t>print</a:t>
            </a:r>
            <a:r>
              <a:rPr lang="en-US" sz="1400" b="1" dirty="0">
                <a:solidFill>
                  <a:srgbClr val="000000"/>
                </a:solidFill>
                <a:latin typeface="Courier New Bold" panose="02070609020205020404" pitchFamily="49" charset="0"/>
                <a:ea typeface="MS Mincho"/>
                <a:cs typeface="Courier New" panose="02070309020205020404" pitchFamily="49" charset="0"/>
              </a:rPr>
              <a:t>(A)</a:t>
            </a:r>
            <a:endParaRPr lang="en-US" sz="1400" dirty="0">
              <a:latin typeface="Bank Gothic Bold"/>
              <a:ea typeface="MS Mincho"/>
              <a:cs typeface="Bank Gothic Bold"/>
            </a:endParaRPr>
          </a:p>
          <a:p>
            <a:pPr marL="171450" lvl="1" indent="0">
              <a:spcBef>
                <a:spcPts val="0"/>
              </a:spcBef>
              <a:buNone/>
            </a:pPr>
            <a:r>
              <a:rPr lang="en-US" sz="1400" b="1" dirty="0">
                <a:solidFill>
                  <a:srgbClr val="0000FF"/>
                </a:solidFill>
                <a:latin typeface="Courier New Bold" panose="02070609020205020404" pitchFamily="49" charset="0"/>
                <a:ea typeface="MS Mincho"/>
                <a:cs typeface="Courier New" panose="02070309020205020404" pitchFamily="49" charset="0"/>
              </a:rPr>
              <a:t>(1 2 3)</a:t>
            </a:r>
            <a:endParaRPr lang="en-US" sz="1400" dirty="0">
              <a:latin typeface="Bank Gothic Bold"/>
              <a:ea typeface="MS Mincho"/>
              <a:cs typeface="Bank Gothic Bold"/>
            </a:endParaRPr>
          </a:p>
          <a:p>
            <a:pPr marL="171450" lvl="1" indent="0">
              <a:spcBef>
                <a:spcPts val="0"/>
              </a:spcBef>
              <a:buNone/>
            </a:pPr>
            <a:r>
              <a:rPr lang="en-US" sz="1400" b="1" dirty="0">
                <a:solidFill>
                  <a:srgbClr val="000000"/>
                </a:solidFill>
                <a:latin typeface="Courier New Bold" panose="02070609020205020404" pitchFamily="49" charset="0"/>
                <a:ea typeface="MS Mincho"/>
                <a:cs typeface="Courier New" panose="02070309020205020404" pitchFamily="49" charset="0"/>
              </a:rPr>
              <a:t>&gt;&gt;&gt; B = remove(0, A)       </a:t>
            </a:r>
            <a:r>
              <a:rPr lang="en-US" sz="1400" b="1" dirty="0">
                <a:solidFill>
                  <a:srgbClr val="C00000"/>
                </a:solidFill>
                <a:latin typeface="Courier New Bold" panose="02070609020205020404" pitchFamily="49" charset="0"/>
                <a:ea typeface="MS Mincho"/>
                <a:cs typeface="Courier New" panose="02070309020205020404" pitchFamily="49" charset="0"/>
              </a:rPr>
              <a:t># Remove the item at position 0</a:t>
            </a:r>
            <a:endParaRPr lang="en-US" sz="1400" dirty="0">
              <a:solidFill>
                <a:srgbClr val="C00000"/>
              </a:solidFill>
              <a:latin typeface="Bank Gothic Bold"/>
              <a:ea typeface="MS Mincho"/>
              <a:cs typeface="Bank Gothic Bold"/>
            </a:endParaRPr>
          </a:p>
          <a:p>
            <a:pPr marL="171450" lvl="1" indent="0">
              <a:spcBef>
                <a:spcPts val="0"/>
              </a:spcBef>
              <a:buNone/>
            </a:pPr>
            <a:r>
              <a:rPr lang="en-US" sz="1400" b="1" dirty="0">
                <a:solidFill>
                  <a:srgbClr val="000000"/>
                </a:solidFill>
                <a:latin typeface="Courier New Bold" panose="02070609020205020404" pitchFamily="49" charset="0"/>
                <a:ea typeface="MS Mincho"/>
                <a:cs typeface="Courier New" panose="02070309020205020404" pitchFamily="49" charset="0"/>
              </a:rPr>
              <a:t>&gt;&gt;&gt; </a:t>
            </a:r>
            <a:r>
              <a:rPr lang="en-US" sz="1400" b="1" dirty="0">
                <a:solidFill>
                  <a:srgbClr val="660066"/>
                </a:solidFill>
                <a:latin typeface="Courier New Bold" panose="02070609020205020404" pitchFamily="49" charset="0"/>
                <a:ea typeface="MS Mincho"/>
                <a:cs typeface="Courier New" panose="02070309020205020404" pitchFamily="49" charset="0"/>
              </a:rPr>
              <a:t>print</a:t>
            </a:r>
            <a:r>
              <a:rPr lang="en-US" sz="1400" b="1" dirty="0">
                <a:solidFill>
                  <a:srgbClr val="000000"/>
                </a:solidFill>
                <a:latin typeface="Courier New Bold" panose="02070609020205020404" pitchFamily="49" charset="0"/>
                <a:ea typeface="MS Mincho"/>
                <a:cs typeface="Courier New" panose="02070309020205020404" pitchFamily="49" charset="0"/>
              </a:rPr>
              <a:t>(B)</a:t>
            </a:r>
            <a:endParaRPr lang="en-US" sz="1400" dirty="0">
              <a:latin typeface="Bank Gothic Bold"/>
              <a:ea typeface="MS Mincho"/>
              <a:cs typeface="Bank Gothic Bold"/>
            </a:endParaRPr>
          </a:p>
          <a:p>
            <a:pPr marL="171450" lvl="1" indent="0">
              <a:spcBef>
                <a:spcPts val="0"/>
              </a:spcBef>
              <a:buNone/>
            </a:pPr>
            <a:r>
              <a:rPr lang="en-US" sz="1400" b="1" dirty="0">
                <a:solidFill>
                  <a:srgbClr val="0000FF"/>
                </a:solidFill>
                <a:latin typeface="Courier New Bold" panose="02070609020205020404" pitchFamily="49" charset="0"/>
                <a:ea typeface="MS Mincho"/>
                <a:cs typeface="Courier New" panose="02070309020205020404" pitchFamily="49" charset="0"/>
              </a:rPr>
              <a:t>(2 3)</a:t>
            </a:r>
            <a:endParaRPr lang="en-US" sz="1400" dirty="0">
              <a:latin typeface="Bank Gothic Bold"/>
              <a:ea typeface="MS Mincho"/>
              <a:cs typeface="Bank Gothic Bold"/>
            </a:endParaRPr>
          </a:p>
          <a:p>
            <a:pPr marL="171450" lvl="1" indent="0">
              <a:spcBef>
                <a:spcPts val="0"/>
              </a:spcBef>
              <a:buNone/>
            </a:pPr>
            <a:r>
              <a:rPr lang="en-US" sz="1400" b="1" dirty="0">
                <a:solidFill>
                  <a:srgbClr val="000000"/>
                </a:solidFill>
                <a:latin typeface="Courier New Bold" panose="02070609020205020404" pitchFamily="49" charset="0"/>
                <a:ea typeface="MS Mincho"/>
                <a:cs typeface="Courier New" panose="02070309020205020404" pitchFamily="49" charset="0"/>
              </a:rPr>
              <a:t>&gt;&gt;&gt; </a:t>
            </a:r>
            <a:r>
              <a:rPr lang="en-US" sz="1400" b="1" dirty="0">
                <a:solidFill>
                  <a:srgbClr val="660066"/>
                </a:solidFill>
                <a:latin typeface="Courier New Bold" panose="02070609020205020404" pitchFamily="49" charset="0"/>
                <a:ea typeface="MS Mincho"/>
                <a:cs typeface="Courier New" panose="02070309020205020404" pitchFamily="49" charset="0"/>
              </a:rPr>
              <a:t>print</a:t>
            </a:r>
            <a:r>
              <a:rPr lang="en-US" sz="1400" b="1" dirty="0">
                <a:solidFill>
                  <a:srgbClr val="000000"/>
                </a:solidFill>
                <a:latin typeface="Courier New Bold" panose="02070609020205020404" pitchFamily="49" charset="0"/>
                <a:ea typeface="MS Mincho"/>
                <a:cs typeface="Courier New" panose="02070309020205020404" pitchFamily="49" charset="0"/>
              </a:rPr>
              <a:t>(A)               </a:t>
            </a:r>
            <a:r>
              <a:rPr lang="en-US" sz="1400" b="1" dirty="0">
                <a:solidFill>
                  <a:srgbClr val="C00000"/>
                </a:solidFill>
                <a:latin typeface="Courier New Bold" panose="02070609020205020404" pitchFamily="49" charset="0"/>
                <a:ea typeface="MS Mincho"/>
                <a:cs typeface="Courier New" panose="02070309020205020404" pitchFamily="49" charset="0"/>
              </a:rPr>
              <a:t># List referenced by A not changed </a:t>
            </a:r>
            <a:endParaRPr lang="en-US" sz="1400" dirty="0">
              <a:solidFill>
                <a:srgbClr val="C00000"/>
              </a:solidFill>
              <a:latin typeface="Bank Gothic Bold"/>
              <a:ea typeface="MS Mincho"/>
              <a:cs typeface="Bank Gothic Bold"/>
            </a:endParaRPr>
          </a:p>
          <a:p>
            <a:pPr marL="342900" lvl="1" indent="0">
              <a:buNone/>
            </a:pPr>
            <a:r>
              <a:rPr lang="en-US" sz="1400" b="1" dirty="0">
                <a:solidFill>
                  <a:srgbClr val="0000FF"/>
                </a:solidFill>
                <a:latin typeface="Courier New Bold" panose="02070609020205020404" pitchFamily="49" charset="0"/>
                <a:ea typeface="MS Mincho"/>
                <a:cs typeface="Courier New" panose="02070309020205020404" pitchFamily="49" charset="0"/>
              </a:rPr>
              <a:t>(1 2 3)</a:t>
            </a:r>
            <a:endParaRPr lang="en-US" sz="1400"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0611961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Lists and Functional Programming </a:t>
            </a:r>
            <a:r>
              <a:rPr lang="en-US" sz="2000" dirty="0"/>
              <a:t>(2 of 2)</a:t>
            </a:r>
          </a:p>
        </p:txBody>
      </p:sp>
      <p:sp>
        <p:nvSpPr>
          <p:cNvPr id="3" name="Content Placeholder 2"/>
          <p:cNvSpPr>
            <a:spLocks noGrp="1"/>
          </p:cNvSpPr>
          <p:nvPr>
            <p:ph idx="1"/>
          </p:nvPr>
        </p:nvSpPr>
        <p:spPr>
          <a:xfrm>
            <a:off x="628650" y="1675515"/>
            <a:ext cx="7886700" cy="460375"/>
          </a:xfrm>
        </p:spPr>
        <p:txBody>
          <a:bodyPr>
            <a:normAutofit/>
          </a:bodyPr>
          <a:lstStyle/>
          <a:p>
            <a:pPr marL="0" indent="0">
              <a:spcBef>
                <a:spcPts val="1000"/>
              </a:spcBef>
              <a:buNone/>
            </a:pPr>
            <a:r>
              <a:rPr lang="en-IN" b="1" dirty="0"/>
              <a:t>Figure 9-12: </a:t>
            </a:r>
            <a:r>
              <a:rPr lang="en-IN" dirty="0"/>
              <a:t>The shared structure of two lists A and B</a:t>
            </a:r>
            <a:endParaRPr lang="en-US" sz="1400" dirty="0"/>
          </a:p>
        </p:txBody>
      </p:sp>
      <p:pic>
        <p:nvPicPr>
          <p:cNvPr id="7" name="Content Placeholder 6" descr="The figure shows two lists a and b. The list a, contains 1, 2, and 3. The list b contains 2 and 3 which is obtained by removing 1 from list a."/>
          <p:cNvPicPr>
            <a:picLocks noGrp="1" noChangeAspect="1"/>
          </p:cNvPicPr>
          <p:nvPr>
            <p:ph idx="13"/>
          </p:nvPr>
        </p:nvPicPr>
        <p:blipFill>
          <a:blip r:embed="rId2">
            <a:extLst>
              <a:ext uri="{28A0092B-C50C-407E-A947-70E740481C1C}">
                <a14:useLocalDpi xmlns:a14="http://schemas.microsoft.com/office/drawing/2010/main" val="0"/>
              </a:ext>
            </a:extLst>
          </a:blip>
          <a:stretch>
            <a:fillRect/>
          </a:stretch>
        </p:blipFill>
        <p:spPr>
          <a:xfrm>
            <a:off x="1572855" y="3049368"/>
            <a:ext cx="5998290" cy="1904425"/>
          </a:xfr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77535137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Chapter Summary </a:t>
            </a:r>
            <a:r>
              <a:rPr lang="en-US" sz="2000" dirty="0"/>
              <a:t>(1 of 2)</a:t>
            </a:r>
          </a:p>
        </p:txBody>
      </p:sp>
      <p:sp>
        <p:nvSpPr>
          <p:cNvPr id="3" name="Content Placeholder 2"/>
          <p:cNvSpPr>
            <a:spLocks noGrp="1"/>
          </p:cNvSpPr>
          <p:nvPr>
            <p:ph idx="1"/>
          </p:nvPr>
        </p:nvSpPr>
        <p:spPr>
          <a:xfrm>
            <a:off x="628650" y="1600200"/>
            <a:ext cx="7886700" cy="3933797"/>
          </a:xfrm>
        </p:spPr>
        <p:txBody>
          <a:bodyPr>
            <a:normAutofit/>
          </a:bodyPr>
          <a:lstStyle/>
          <a:p>
            <a:pPr marL="291600" lvl="0" indent="-291600">
              <a:spcBef>
                <a:spcPts val="1000"/>
              </a:spcBef>
            </a:pPr>
            <a:r>
              <a:rPr lang="en-US" dirty="0"/>
              <a:t>A list is a linear collection that allows users to insert, remove, access, and replace elements at any position</a:t>
            </a:r>
          </a:p>
          <a:p>
            <a:pPr marL="291600" indent="-291600">
              <a:spcBef>
                <a:spcPts val="1000"/>
              </a:spcBef>
            </a:pPr>
            <a:r>
              <a:rPr lang="en-US" dirty="0"/>
              <a:t>Operations on lists are index based, content based, or position based:</a:t>
            </a:r>
          </a:p>
          <a:p>
            <a:pPr lvl="1">
              <a:spcBef>
                <a:spcPts val="1000"/>
              </a:spcBef>
            </a:pPr>
            <a:r>
              <a:rPr lang="en-US" dirty="0"/>
              <a:t>An index-based operation allows access to an element at a specified integer index</a:t>
            </a:r>
          </a:p>
          <a:p>
            <a:pPr lvl="1">
              <a:spcBef>
                <a:spcPts val="1000"/>
              </a:spcBef>
            </a:pPr>
            <a:r>
              <a:rPr lang="en-US" dirty="0"/>
              <a:t>A position-based list lets the user scroll through it by moving a cursor</a:t>
            </a:r>
          </a:p>
          <a:p>
            <a:pPr marL="291600" indent="-291600">
              <a:spcBef>
                <a:spcPts val="1000"/>
              </a:spcBef>
            </a:pPr>
            <a:r>
              <a:rPr lang="en-US" dirty="0"/>
              <a:t>List implementations are based on arrays or on linked structures:</a:t>
            </a:r>
          </a:p>
          <a:p>
            <a:pPr lvl="1">
              <a:spcBef>
                <a:spcPts val="1000"/>
              </a:spcBef>
            </a:pPr>
            <a:r>
              <a:rPr lang="en-US" dirty="0"/>
              <a:t>A doubly linked structure is more convenient and faster when used with a list iterator than a singly linked structure</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5869351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625474"/>
          </a:xfrm>
        </p:spPr>
        <p:txBody>
          <a:bodyPr/>
          <a:lstStyle/>
          <a:p>
            <a:r>
              <a:rPr lang="en-US" b="1" dirty="0"/>
              <a:t>Chapter Summary </a:t>
            </a:r>
            <a:r>
              <a:rPr lang="en-US" sz="2000" dirty="0"/>
              <a:t>(2 of 2)</a:t>
            </a:r>
          </a:p>
        </p:txBody>
      </p:sp>
      <p:sp>
        <p:nvSpPr>
          <p:cNvPr id="3" name="Content Placeholder 2"/>
          <p:cNvSpPr>
            <a:spLocks noGrp="1"/>
          </p:cNvSpPr>
          <p:nvPr>
            <p:ph idx="1"/>
          </p:nvPr>
        </p:nvSpPr>
        <p:spPr>
          <a:xfrm>
            <a:off x="628650" y="1600200"/>
            <a:ext cx="7886700" cy="2822575"/>
          </a:xfrm>
        </p:spPr>
        <p:txBody>
          <a:bodyPr>
            <a:normAutofit/>
          </a:bodyPr>
          <a:lstStyle/>
          <a:p>
            <a:pPr marL="291600" lvl="0" indent="-291600">
              <a:spcBef>
                <a:spcPts val="1000"/>
              </a:spcBef>
            </a:pPr>
            <a:r>
              <a:rPr lang="en-US" dirty="0"/>
              <a:t>A sorted list is a list whose elements are always in ascending or descending order</a:t>
            </a:r>
          </a:p>
          <a:p>
            <a:pPr marL="291600" indent="-291600">
              <a:spcBef>
                <a:spcPts val="1000"/>
              </a:spcBef>
            </a:pPr>
            <a:r>
              <a:rPr lang="en-US" dirty="0"/>
              <a:t>A list can have a recursive definition — it is either empty or consists of a data item and another list</a:t>
            </a:r>
          </a:p>
          <a:p>
            <a:pPr lvl="1">
              <a:spcBef>
                <a:spcPts val="1000"/>
              </a:spcBef>
            </a:pPr>
            <a:r>
              <a:rPr lang="en-US" dirty="0"/>
              <a:t>The recursive structure of such lists supports a wide array of recursive list-processing functions</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2120118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c312696e8f5aaf484abb8e841dd5c3cfba4be3"/>
</p:tagLst>
</file>

<file path=ppt/theme/theme1.xml><?xml version="1.0" encoding="utf-8"?>
<a:theme xmlns:a="http://schemas.openxmlformats.org/drawingml/2006/main" name="Brand_PPT_Template_SIMPLIFIED_SD">
  <a:themeElements>
    <a:clrScheme name="Cengage Colors">
      <a:dk1>
        <a:srgbClr val="004978"/>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dirty="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160808_Cengage PP Brand Update" id="{61CF522C-3938-544D-B6D2-01C3CB24134A}" vid="{85A4C21B-B5BA-1B4B-9AA0-C3802FB375A7}"/>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62552</TotalTime>
  <Words>11607</Words>
  <Application>Microsoft Office PowerPoint</Application>
  <PresentationFormat>On-screen Show (4:3)</PresentationFormat>
  <Paragraphs>1029</Paragraphs>
  <Slides>79</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79</vt:i4>
      </vt:variant>
    </vt:vector>
  </HeadingPairs>
  <TitlesOfParts>
    <vt:vector size="90" baseType="lpstr">
      <vt:lpstr>Arial</vt:lpstr>
      <vt:lpstr>Bank Gothic Bold</vt:lpstr>
      <vt:lpstr>Bank Gothic-Medium</vt:lpstr>
      <vt:lpstr>Courier New</vt:lpstr>
      <vt:lpstr>Courier New Bold</vt:lpstr>
      <vt:lpstr>Open Sans</vt:lpstr>
      <vt:lpstr>Open Sans Regular</vt:lpstr>
      <vt:lpstr>Summer Font</vt:lpstr>
      <vt:lpstr>Times</vt:lpstr>
      <vt:lpstr>Times New Roman</vt:lpstr>
      <vt:lpstr>Brand_PPT_Template_SIMPLIFIED_SD</vt:lpstr>
      <vt:lpstr>Chapter 9: Lists</vt:lpstr>
      <vt:lpstr>Learning Objectives</vt:lpstr>
      <vt:lpstr>Overview of Lists (1 of 3)</vt:lpstr>
      <vt:lpstr>Overview of Lists (2 of 3)</vt:lpstr>
      <vt:lpstr>Overview of Lists (3 of 3)</vt:lpstr>
      <vt:lpstr>Using Lists</vt:lpstr>
      <vt:lpstr>Index-Based Operations (1 of 2)</vt:lpstr>
      <vt:lpstr>Index-Based Operations (2 of 2)</vt:lpstr>
      <vt:lpstr>Content-Based Operations (1 of 2)</vt:lpstr>
      <vt:lpstr>Content-Based Operations (2 of 2)</vt:lpstr>
      <vt:lpstr>Position-Based Operations (1 of 14)</vt:lpstr>
      <vt:lpstr>Position-Based Operations (2 of 14)</vt:lpstr>
      <vt:lpstr>Position-Based Operations (3 of 14)</vt:lpstr>
      <vt:lpstr>Position-Based Operations (4 of 14)</vt:lpstr>
      <vt:lpstr>Position-Based Operations (5 of 14)</vt:lpstr>
      <vt:lpstr>Position-Based Operations (6 of 14)</vt:lpstr>
      <vt:lpstr>Position-Based Operations (7 of 14)</vt:lpstr>
      <vt:lpstr>Position-Based Operations (8 of 14)</vt:lpstr>
      <vt:lpstr>Position-Based Operations (9 of 14)</vt:lpstr>
      <vt:lpstr>Position-Based Operations (10 of 14)</vt:lpstr>
      <vt:lpstr>Position-Based Operations (11 of 14)</vt:lpstr>
      <vt:lpstr>Position-Based Operations (12 of 14)</vt:lpstr>
      <vt:lpstr>Position-Based Operations (13 of 14)</vt:lpstr>
      <vt:lpstr>Position-Based Operations (14 of 14)</vt:lpstr>
      <vt:lpstr>Applications of Lists</vt:lpstr>
      <vt:lpstr>Heap-Storage Management</vt:lpstr>
      <vt:lpstr>Organization of Files on a Disk (1 of 3)</vt:lpstr>
      <vt:lpstr>Organization of Files on a Disk (2 of 3)</vt:lpstr>
      <vt:lpstr>Organization of Files on a Disk (3 of 3)</vt:lpstr>
      <vt:lpstr>Implementation of Other Collections</vt:lpstr>
      <vt:lpstr>List Implementations</vt:lpstr>
      <vt:lpstr>The Role of the AbstractList Class (1 of 3)</vt:lpstr>
      <vt:lpstr>The Role of the AbstractList Class (2 of 3)</vt:lpstr>
      <vt:lpstr>The Role of the AbstractList Class (3 of 3)</vt:lpstr>
      <vt:lpstr>An Array-Based Implementation (1 of 4)</vt:lpstr>
      <vt:lpstr>An Array-Based Implementation (2 of 4)</vt:lpstr>
      <vt:lpstr>An Array-Based Implementation (3 of 4)</vt:lpstr>
      <vt:lpstr>An Array-Based Implementation (4 of 4)</vt:lpstr>
      <vt:lpstr>A Linked Implementation (1 of 4)</vt:lpstr>
      <vt:lpstr>A Linked Implementation (2 of 4)</vt:lpstr>
      <vt:lpstr>A Linked Implementation (3 of 4)</vt:lpstr>
      <vt:lpstr>A Linked Implementation (4 of 4)</vt:lpstr>
      <vt:lpstr>Time and Space Analysis for the Two Implementations (1 of 3)</vt:lpstr>
      <vt:lpstr>Time and Space Analysis for the Two Implementations (2 of 3)</vt:lpstr>
      <vt:lpstr>Time and Space Analysis for the Two Implementations (3 of 3)</vt:lpstr>
      <vt:lpstr>Implementing a List Iterator</vt:lpstr>
      <vt:lpstr>Role and Responsibilities of a List Iterator</vt:lpstr>
      <vt:lpstr>Setting Up and Instantiating a List Iterator Class (1 of 2)</vt:lpstr>
      <vt:lpstr>Setting Up and Instantiating a List Iterator Class (2 of 2)</vt:lpstr>
      <vt:lpstr>The Navigational Methods in the List Iterator (1 of 4)</vt:lpstr>
      <vt:lpstr>The Navigational Methods in the List Iterator (2 of 4)</vt:lpstr>
      <vt:lpstr>The Navigational Methods in the List Iterator (3 of 4)</vt:lpstr>
      <vt:lpstr>The Navigational Methods in the List Iterator (4 of 4)</vt:lpstr>
      <vt:lpstr>Mutator Methods in the List Iterator (1 of 3)</vt:lpstr>
      <vt:lpstr>Mutator Methods in the List Iterator (2 of 3)</vt:lpstr>
      <vt:lpstr>Mutator Methods in the List Iterator (3 of 3)</vt:lpstr>
      <vt:lpstr>Design of a List Iterator for a Linked List</vt:lpstr>
      <vt:lpstr>Time and Space Analysis of List Iterator Implementations</vt:lpstr>
      <vt:lpstr>Recursive List Processing</vt:lpstr>
      <vt:lpstr>Basic Operations on a Lisp-Like List (1 of 3)</vt:lpstr>
      <vt:lpstr>Basic Operations on a Lisp-Like List (2 of 3)</vt:lpstr>
      <vt:lpstr>Basic Operations on a Lisp-Like List (3 of 3)</vt:lpstr>
      <vt:lpstr>Recursive Traversals of a Lisp-Like List (1 of 4)</vt:lpstr>
      <vt:lpstr>Recursive Traversals of a Lisp-Like List (2 of 4)</vt:lpstr>
      <vt:lpstr>Recursive Traversals of a Lisp-Like List (3 of 4)</vt:lpstr>
      <vt:lpstr>Recursive Traversals of a Lisp-Like List (4 of 4)</vt:lpstr>
      <vt:lpstr>Building a Lisp-Like List (1 of 5)</vt:lpstr>
      <vt:lpstr>Building a Lisp-Like List (2 of 5)</vt:lpstr>
      <vt:lpstr>Building a Lisp-Like List (3 of 5)</vt:lpstr>
      <vt:lpstr>Building a Lisp-Like List (4 of 5)</vt:lpstr>
      <vt:lpstr>Building a Lisp-Like List (5 of 5)</vt:lpstr>
      <vt:lpstr>The Internal Structure of a Lisp-Like List (1 of 2)</vt:lpstr>
      <vt:lpstr>The Internal Structure of a Lisp-Like List (2 of 2)</vt:lpstr>
      <vt:lpstr>Printing Lisp-Like Lists in IDLE with _repr_ (1 of 2)</vt:lpstr>
      <vt:lpstr>Printing Lisp-Like Lists in IDLE with _repr_ (2 of 2)</vt:lpstr>
      <vt:lpstr>Lists and Functional Programming (1 of 2)</vt:lpstr>
      <vt:lpstr>Lists and Functional Programming (2 of 2)</vt:lpstr>
      <vt:lpstr>Chapter Summary (1 of 2)</vt:lpstr>
      <vt:lpstr>Chapter Summary (2 of 2)</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 to Project Management</dc:title>
  <dc:creator>Stulga, Michele L</dc:creator>
  <cp:lastModifiedBy>Vu Duc Minh</cp:lastModifiedBy>
  <cp:revision>930</cp:revision>
  <dcterms:created xsi:type="dcterms:W3CDTF">2001-07-05T23:10:12Z</dcterms:created>
  <dcterms:modified xsi:type="dcterms:W3CDTF">2024-04-04T02:10:38Z</dcterms:modified>
</cp:coreProperties>
</file>