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3" r:id="rId1"/>
  </p:sldMasterIdLst>
  <p:notesMasterIdLst>
    <p:notesMasterId r:id="rId85"/>
  </p:notesMasterIdLst>
  <p:handoutMasterIdLst>
    <p:handoutMasterId r:id="rId86"/>
  </p:handoutMasterIdLst>
  <p:sldIdLst>
    <p:sldId id="349" r:id="rId2"/>
    <p:sldId id="477" r:id="rId3"/>
    <p:sldId id="257" r:id="rId4"/>
    <p:sldId id="397" r:id="rId5"/>
    <p:sldId id="258" r:id="rId6"/>
    <p:sldId id="398" r:id="rId7"/>
    <p:sldId id="399" r:id="rId8"/>
    <p:sldId id="400" r:id="rId9"/>
    <p:sldId id="401" r:id="rId10"/>
    <p:sldId id="333" r:id="rId11"/>
    <p:sldId id="403" r:id="rId12"/>
    <p:sldId id="385" r:id="rId13"/>
    <p:sldId id="404" r:id="rId14"/>
    <p:sldId id="405" r:id="rId15"/>
    <p:sldId id="407" r:id="rId16"/>
    <p:sldId id="408" r:id="rId17"/>
    <p:sldId id="409" r:id="rId18"/>
    <p:sldId id="410" r:id="rId19"/>
    <p:sldId id="413" r:id="rId20"/>
    <p:sldId id="411" r:id="rId21"/>
    <p:sldId id="414" r:id="rId22"/>
    <p:sldId id="415" r:id="rId23"/>
    <p:sldId id="416" r:id="rId24"/>
    <p:sldId id="417" r:id="rId25"/>
    <p:sldId id="426" r:id="rId26"/>
    <p:sldId id="418" r:id="rId27"/>
    <p:sldId id="419" r:id="rId28"/>
    <p:sldId id="420" r:id="rId29"/>
    <p:sldId id="421" r:id="rId30"/>
    <p:sldId id="422" r:id="rId31"/>
    <p:sldId id="423" r:id="rId32"/>
    <p:sldId id="424" r:id="rId33"/>
    <p:sldId id="425" r:id="rId34"/>
    <p:sldId id="427" r:id="rId35"/>
    <p:sldId id="428" r:id="rId36"/>
    <p:sldId id="429" r:id="rId37"/>
    <p:sldId id="430" r:id="rId38"/>
    <p:sldId id="431" r:id="rId39"/>
    <p:sldId id="432" r:id="rId40"/>
    <p:sldId id="433" r:id="rId41"/>
    <p:sldId id="434" r:id="rId42"/>
    <p:sldId id="435" r:id="rId43"/>
    <p:sldId id="437" r:id="rId44"/>
    <p:sldId id="436" r:id="rId45"/>
    <p:sldId id="438" r:id="rId46"/>
    <p:sldId id="439" r:id="rId47"/>
    <p:sldId id="440" r:id="rId48"/>
    <p:sldId id="441" r:id="rId49"/>
    <p:sldId id="442" r:id="rId50"/>
    <p:sldId id="443" r:id="rId51"/>
    <p:sldId id="444" r:id="rId52"/>
    <p:sldId id="445" r:id="rId53"/>
    <p:sldId id="446" r:id="rId54"/>
    <p:sldId id="447" r:id="rId55"/>
    <p:sldId id="448" r:id="rId56"/>
    <p:sldId id="449" r:id="rId57"/>
    <p:sldId id="450" r:id="rId58"/>
    <p:sldId id="451" r:id="rId59"/>
    <p:sldId id="452" r:id="rId60"/>
    <p:sldId id="463" r:id="rId61"/>
    <p:sldId id="453" r:id="rId62"/>
    <p:sldId id="454" r:id="rId63"/>
    <p:sldId id="455" r:id="rId64"/>
    <p:sldId id="456" r:id="rId65"/>
    <p:sldId id="457" r:id="rId66"/>
    <p:sldId id="458" r:id="rId67"/>
    <p:sldId id="459" r:id="rId68"/>
    <p:sldId id="460" r:id="rId69"/>
    <p:sldId id="461" r:id="rId70"/>
    <p:sldId id="462" r:id="rId71"/>
    <p:sldId id="466" r:id="rId72"/>
    <p:sldId id="465" r:id="rId73"/>
    <p:sldId id="464" r:id="rId74"/>
    <p:sldId id="467" r:id="rId75"/>
    <p:sldId id="468" r:id="rId76"/>
    <p:sldId id="469" r:id="rId77"/>
    <p:sldId id="470" r:id="rId78"/>
    <p:sldId id="471" r:id="rId79"/>
    <p:sldId id="472" r:id="rId80"/>
    <p:sldId id="474" r:id="rId81"/>
    <p:sldId id="475" r:id="rId82"/>
    <p:sldId id="473" r:id="rId83"/>
    <p:sldId id="476" r:id="rId84"/>
  </p:sldIdLst>
  <p:sldSz cx="12192000" cy="6858000"/>
  <p:notesSz cx="7102475" cy="9388475"/>
  <p:defaultTextStyle>
    <a:defPPr>
      <a:defRPr lang="en-US"/>
    </a:defPPr>
    <a:lvl1pPr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6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96D549CF-6DFD-CFDB-4965-58194CF4F2D7}"/>
              </a:ext>
            </a:extLst>
          </p:cNvPr>
          <p:cNvSpPr>
            <a:spLocks noGrp="1" noChangeArrowheads="1"/>
          </p:cNvSpPr>
          <p:nvPr>
            <p:ph type="hdr" sz="quarter"/>
          </p:nvPr>
        </p:nvSpPr>
        <p:spPr bwMode="auto">
          <a:xfrm>
            <a:off x="0" y="0"/>
            <a:ext cx="3078163"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buClrTx/>
              <a:buSzTx/>
              <a:buFontTx/>
              <a:buNone/>
              <a:defRPr sz="1200" dirty="0">
                <a:latin typeface="Arial" charset="0"/>
                <a:ea typeface="+mn-ea"/>
              </a:defRPr>
            </a:lvl1pPr>
          </a:lstStyle>
          <a:p>
            <a:pPr>
              <a:defRPr/>
            </a:pPr>
            <a:endParaRPr lang="en-US"/>
          </a:p>
        </p:txBody>
      </p:sp>
      <p:sp>
        <p:nvSpPr>
          <p:cNvPr id="176131" name="Rectangle 3">
            <a:extLst>
              <a:ext uri="{FF2B5EF4-FFF2-40B4-BE49-F238E27FC236}">
                <a16:creationId xmlns:a16="http://schemas.microsoft.com/office/drawing/2014/main" id="{8E19A229-EAF8-2AAF-E6EC-E0366ADCBC21}"/>
              </a:ext>
            </a:extLst>
          </p:cNvPr>
          <p:cNvSpPr>
            <a:spLocks noGrp="1" noChangeArrowheads="1"/>
          </p:cNvSpPr>
          <p:nvPr>
            <p:ph type="dt" sz="quarter" idx="1"/>
          </p:nvPr>
        </p:nvSpPr>
        <p:spPr bwMode="auto">
          <a:xfrm>
            <a:off x="4022725" y="0"/>
            <a:ext cx="3078163"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buClrTx/>
              <a:buSzTx/>
              <a:buFontTx/>
              <a:buNone/>
              <a:defRPr sz="1200" dirty="0">
                <a:latin typeface="Arial" charset="0"/>
                <a:ea typeface="+mn-ea"/>
              </a:defRPr>
            </a:lvl1pPr>
          </a:lstStyle>
          <a:p>
            <a:pPr>
              <a:defRPr/>
            </a:pPr>
            <a:endParaRPr lang="en-US"/>
          </a:p>
        </p:txBody>
      </p:sp>
      <p:sp>
        <p:nvSpPr>
          <p:cNvPr id="176132" name="Rectangle 4">
            <a:extLst>
              <a:ext uri="{FF2B5EF4-FFF2-40B4-BE49-F238E27FC236}">
                <a16:creationId xmlns:a16="http://schemas.microsoft.com/office/drawing/2014/main" id="{F0195859-3B9C-EA5A-DAC2-F772721978B9}"/>
              </a:ext>
            </a:extLst>
          </p:cNvPr>
          <p:cNvSpPr>
            <a:spLocks noGrp="1" noChangeArrowheads="1"/>
          </p:cNvSpPr>
          <p:nvPr>
            <p:ph type="ftr" sz="quarter" idx="2"/>
          </p:nvPr>
        </p:nvSpPr>
        <p:spPr bwMode="auto">
          <a:xfrm>
            <a:off x="0" y="8916988"/>
            <a:ext cx="3078163"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sz="1200" dirty="0">
                <a:latin typeface="Arial" charset="0"/>
                <a:ea typeface="+mn-ea"/>
              </a:defRPr>
            </a:lvl1pPr>
          </a:lstStyle>
          <a:p>
            <a:pPr>
              <a:defRPr/>
            </a:pPr>
            <a:endParaRPr lang="en-US"/>
          </a:p>
        </p:txBody>
      </p:sp>
      <p:sp>
        <p:nvSpPr>
          <p:cNvPr id="176133" name="Rectangle 5">
            <a:extLst>
              <a:ext uri="{FF2B5EF4-FFF2-40B4-BE49-F238E27FC236}">
                <a16:creationId xmlns:a16="http://schemas.microsoft.com/office/drawing/2014/main" id="{B8E62657-3ACA-464B-2D2E-4F1C967F22F3}"/>
              </a:ext>
            </a:extLst>
          </p:cNvPr>
          <p:cNvSpPr>
            <a:spLocks noGrp="1" noChangeArrowheads="1"/>
          </p:cNvSpPr>
          <p:nvPr>
            <p:ph type="sldNum" sz="quarter" idx="3"/>
          </p:nvPr>
        </p:nvSpPr>
        <p:spPr bwMode="auto">
          <a:xfrm>
            <a:off x="4022725" y="8916988"/>
            <a:ext cx="3078163"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spcBef>
                <a:spcPct val="0"/>
              </a:spcBef>
              <a:buClrTx/>
              <a:buSzTx/>
              <a:buFontTx/>
              <a:buNone/>
              <a:defRPr sz="1200"/>
            </a:lvl1pPr>
          </a:lstStyle>
          <a:p>
            <a:fld id="{1AA94293-E3C3-4E54-B9F5-BDD568EB9DED}"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07B0EA7D-2BA2-8120-5ABC-58CDE72589F4}"/>
              </a:ext>
            </a:extLst>
          </p:cNvPr>
          <p:cNvSpPr>
            <a:spLocks noGrp="1" noChangeArrowheads="1"/>
          </p:cNvSpPr>
          <p:nvPr>
            <p:ph type="hdr" sz="quarter"/>
          </p:nvPr>
        </p:nvSpPr>
        <p:spPr bwMode="auto">
          <a:xfrm>
            <a:off x="0" y="0"/>
            <a:ext cx="3078163" cy="469900"/>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lvl1pPr defTabSz="942975" eaLnBrk="1" hangingPunct="1">
              <a:spcBef>
                <a:spcPct val="0"/>
              </a:spcBef>
              <a:buClrTx/>
              <a:buSzTx/>
              <a:buFontTx/>
              <a:buNone/>
              <a:defRPr sz="1200" dirty="0">
                <a:latin typeface="Arial" charset="0"/>
                <a:ea typeface="+mn-ea"/>
              </a:defRPr>
            </a:lvl1pPr>
          </a:lstStyle>
          <a:p>
            <a:pPr>
              <a:defRPr/>
            </a:pPr>
            <a:endParaRPr lang="en-US"/>
          </a:p>
        </p:txBody>
      </p:sp>
      <p:sp>
        <p:nvSpPr>
          <p:cNvPr id="52227" name="Rectangle 3">
            <a:extLst>
              <a:ext uri="{FF2B5EF4-FFF2-40B4-BE49-F238E27FC236}">
                <a16:creationId xmlns:a16="http://schemas.microsoft.com/office/drawing/2014/main" id="{9C10E525-0B9B-E215-412D-1BFB60849A0F}"/>
              </a:ext>
            </a:extLst>
          </p:cNvPr>
          <p:cNvSpPr>
            <a:spLocks noGrp="1" noChangeArrowheads="1"/>
          </p:cNvSpPr>
          <p:nvPr>
            <p:ph type="dt" idx="1"/>
          </p:nvPr>
        </p:nvSpPr>
        <p:spPr bwMode="auto">
          <a:xfrm>
            <a:off x="4022725" y="0"/>
            <a:ext cx="3078163" cy="469900"/>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lvl1pPr algn="r" defTabSz="942975" eaLnBrk="1" hangingPunct="1">
              <a:spcBef>
                <a:spcPct val="0"/>
              </a:spcBef>
              <a:buClrTx/>
              <a:buSzTx/>
              <a:buFontTx/>
              <a:buNone/>
              <a:defRPr sz="1200" dirty="0">
                <a:latin typeface="Arial" charset="0"/>
                <a:ea typeface="+mn-ea"/>
              </a:defRPr>
            </a:lvl1pPr>
          </a:lstStyle>
          <a:p>
            <a:pPr>
              <a:defRPr/>
            </a:pPr>
            <a:endParaRPr lang="en-US"/>
          </a:p>
        </p:txBody>
      </p:sp>
      <p:sp>
        <p:nvSpPr>
          <p:cNvPr id="53252" name="Rectangle 4">
            <a:extLst>
              <a:ext uri="{FF2B5EF4-FFF2-40B4-BE49-F238E27FC236}">
                <a16:creationId xmlns:a16="http://schemas.microsoft.com/office/drawing/2014/main" id="{D0C47E53-5BA5-1AAE-751E-1F2FCB50DCDC}"/>
              </a:ext>
            </a:extLst>
          </p:cNvPr>
          <p:cNvSpPr>
            <a:spLocks noGrp="1" noRot="1" noChangeAspect="1" noChangeArrowheads="1" noTextEdit="1"/>
          </p:cNvSpPr>
          <p:nvPr>
            <p:ph type="sldImg" idx="2"/>
          </p:nvPr>
        </p:nvSpPr>
        <p:spPr bwMode="auto">
          <a:xfrm>
            <a:off x="423863" y="704850"/>
            <a:ext cx="6254750" cy="35194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9" name="Rectangle 5">
            <a:extLst>
              <a:ext uri="{FF2B5EF4-FFF2-40B4-BE49-F238E27FC236}">
                <a16:creationId xmlns:a16="http://schemas.microsoft.com/office/drawing/2014/main" id="{AC9F7E04-E094-DF99-87DE-5755394A5A32}"/>
              </a:ext>
            </a:extLst>
          </p:cNvPr>
          <p:cNvSpPr>
            <a:spLocks noGrp="1" noChangeArrowheads="1"/>
          </p:cNvSpPr>
          <p:nvPr>
            <p:ph type="body" sz="quarter" idx="3"/>
          </p:nvPr>
        </p:nvSpPr>
        <p:spPr bwMode="auto">
          <a:xfrm>
            <a:off x="709613" y="4459288"/>
            <a:ext cx="5683250" cy="4224337"/>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2230" name="Rectangle 6">
            <a:extLst>
              <a:ext uri="{FF2B5EF4-FFF2-40B4-BE49-F238E27FC236}">
                <a16:creationId xmlns:a16="http://schemas.microsoft.com/office/drawing/2014/main" id="{B63EB7C0-6B53-7D30-2E9B-C6D99EA8D4D6}"/>
              </a:ext>
            </a:extLst>
          </p:cNvPr>
          <p:cNvSpPr>
            <a:spLocks noGrp="1" noChangeArrowheads="1"/>
          </p:cNvSpPr>
          <p:nvPr>
            <p:ph type="ftr" sz="quarter" idx="4"/>
          </p:nvPr>
        </p:nvSpPr>
        <p:spPr bwMode="auto">
          <a:xfrm>
            <a:off x="0" y="8916988"/>
            <a:ext cx="3078163" cy="469900"/>
          </a:xfrm>
          <a:prstGeom prst="rect">
            <a:avLst/>
          </a:prstGeom>
          <a:noFill/>
          <a:ln w="9525">
            <a:noFill/>
            <a:miter lim="800000"/>
            <a:headEnd/>
            <a:tailEnd/>
          </a:ln>
          <a:effectLst/>
        </p:spPr>
        <p:txBody>
          <a:bodyPr vert="horz" wrap="square" lIns="94229" tIns="47114" rIns="94229" bIns="47114" numCol="1" anchor="b" anchorCtr="0" compatLnSpc="1">
            <a:prstTxWarp prst="textNoShape">
              <a:avLst/>
            </a:prstTxWarp>
          </a:bodyPr>
          <a:lstStyle>
            <a:lvl1pPr defTabSz="942975" eaLnBrk="1" hangingPunct="1">
              <a:spcBef>
                <a:spcPct val="0"/>
              </a:spcBef>
              <a:buClrTx/>
              <a:buSzTx/>
              <a:buFontTx/>
              <a:buNone/>
              <a:defRPr sz="1200" dirty="0">
                <a:latin typeface="Arial" charset="0"/>
                <a:ea typeface="+mn-ea"/>
              </a:defRPr>
            </a:lvl1pPr>
          </a:lstStyle>
          <a:p>
            <a:pPr>
              <a:defRPr/>
            </a:pPr>
            <a:endParaRPr lang="en-US"/>
          </a:p>
        </p:txBody>
      </p:sp>
      <p:sp>
        <p:nvSpPr>
          <p:cNvPr id="52231" name="Rectangle 7">
            <a:extLst>
              <a:ext uri="{FF2B5EF4-FFF2-40B4-BE49-F238E27FC236}">
                <a16:creationId xmlns:a16="http://schemas.microsoft.com/office/drawing/2014/main" id="{93E52514-5308-A2CB-4759-555ACCF9884F}"/>
              </a:ext>
            </a:extLst>
          </p:cNvPr>
          <p:cNvSpPr>
            <a:spLocks noGrp="1" noChangeArrowheads="1"/>
          </p:cNvSpPr>
          <p:nvPr>
            <p:ph type="sldNum" sz="quarter" idx="5"/>
          </p:nvPr>
        </p:nvSpPr>
        <p:spPr bwMode="auto">
          <a:xfrm>
            <a:off x="4022725" y="8916988"/>
            <a:ext cx="3078163" cy="469900"/>
          </a:xfrm>
          <a:prstGeom prst="rect">
            <a:avLst/>
          </a:prstGeom>
          <a:noFill/>
          <a:ln w="9525">
            <a:noFill/>
            <a:miter lim="800000"/>
            <a:headEnd/>
            <a:tailEnd/>
          </a:ln>
          <a:effectLst/>
        </p:spPr>
        <p:txBody>
          <a:bodyPr vert="horz" wrap="square" lIns="94229" tIns="47114" rIns="94229" bIns="47114" numCol="1" anchor="b" anchorCtr="0" compatLnSpc="1">
            <a:prstTxWarp prst="textNoShape">
              <a:avLst/>
            </a:prstTxWarp>
          </a:bodyPr>
          <a:lstStyle>
            <a:lvl1pPr algn="r" defTabSz="942975" eaLnBrk="1" hangingPunct="1">
              <a:spcBef>
                <a:spcPct val="0"/>
              </a:spcBef>
              <a:buClrTx/>
              <a:buSzTx/>
              <a:buFontTx/>
              <a:buNone/>
              <a:defRPr sz="1200"/>
            </a:lvl1pPr>
          </a:lstStyle>
          <a:p>
            <a:fld id="{8A144A25-5569-4442-A77C-2A296DF0D21C}"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3BD0B5F7-2B7A-DA2F-7070-6EF7799975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35C4C7B-183C-403B-84D5-321BC85875A1}" type="slidenum">
              <a:rPr lang="en-US" altLang="en-US" sz="1200" smtClean="0">
                <a:latin typeface="Times New Roman" panose="02020603050405020304" pitchFamily="18" charset="0"/>
              </a:rPr>
              <a:pPr/>
              <a:t>1</a:t>
            </a:fld>
            <a:endParaRPr lang="en-US" altLang="en-US" sz="1200">
              <a:latin typeface="Times New Roman" panose="02020603050405020304" pitchFamily="18" charset="0"/>
            </a:endParaRPr>
          </a:p>
        </p:txBody>
      </p:sp>
      <p:sp>
        <p:nvSpPr>
          <p:cNvPr id="16387" name="Rectangle 2">
            <a:extLst>
              <a:ext uri="{FF2B5EF4-FFF2-40B4-BE49-F238E27FC236}">
                <a16:creationId xmlns:a16="http://schemas.microsoft.com/office/drawing/2014/main" id="{DF4AD010-AA0B-CF86-F1F1-8CF3B11AFC63}"/>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BCAB0135-16F3-2242-1C12-4813333113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C"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A4991CFF-1925-B2DC-0C79-EFA4CA20EA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defRPr sz="2800">
                <a:solidFill>
                  <a:schemeClr val="tx1"/>
                </a:solidFill>
                <a:latin typeface="Arial" panose="020B0604020202020204" pitchFamily="34" charset="0"/>
                <a:ea typeface="ＭＳ Ｐゴシック" panose="020B0600070205080204" pitchFamily="34" charset="-128"/>
              </a:defRPr>
            </a:lvl1pPr>
            <a:lvl2pPr marL="742950" indent="-285750" defTabSz="942975">
              <a:defRPr sz="2800">
                <a:solidFill>
                  <a:schemeClr val="tx1"/>
                </a:solidFill>
                <a:latin typeface="Arial" panose="020B0604020202020204" pitchFamily="34" charset="0"/>
                <a:ea typeface="ＭＳ Ｐゴシック" panose="020B0600070205080204" pitchFamily="34" charset="-128"/>
              </a:defRPr>
            </a:lvl2pPr>
            <a:lvl3pPr marL="1143000" indent="-228600" defTabSz="942975">
              <a:defRPr sz="2800">
                <a:solidFill>
                  <a:schemeClr val="tx1"/>
                </a:solidFill>
                <a:latin typeface="Arial" panose="020B0604020202020204" pitchFamily="34" charset="0"/>
                <a:ea typeface="ＭＳ Ｐゴシック" panose="020B0600070205080204" pitchFamily="34" charset="-128"/>
              </a:defRPr>
            </a:lvl3pPr>
            <a:lvl4pPr marL="1600200" indent="-228600" defTabSz="942975">
              <a:defRPr sz="2800">
                <a:solidFill>
                  <a:schemeClr val="tx1"/>
                </a:solidFill>
                <a:latin typeface="Arial" panose="020B0604020202020204" pitchFamily="34" charset="0"/>
                <a:ea typeface="ＭＳ Ｐゴシック" panose="020B0600070205080204" pitchFamily="34" charset="-128"/>
              </a:defRPr>
            </a:lvl4pPr>
            <a:lvl5pPr marL="2057400" indent="-228600" defTabSz="942975">
              <a:defRPr sz="2800">
                <a:solidFill>
                  <a:schemeClr val="tx1"/>
                </a:solidFill>
                <a:latin typeface="Arial" panose="020B0604020202020204" pitchFamily="34" charset="0"/>
                <a:ea typeface="ＭＳ Ｐゴシック" panose="020B0600070205080204" pitchFamily="34" charset="-128"/>
              </a:defRPr>
            </a:lvl5pPr>
            <a:lvl6pPr marL="25146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6pPr>
            <a:lvl7pPr marL="29718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7pPr>
            <a:lvl8pPr marL="34290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8pPr>
            <a:lvl9pPr marL="38862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9pPr>
          </a:lstStyle>
          <a:p>
            <a:fld id="{68FBE478-A0BF-42B8-A0DC-3DB0C1A712F1}" type="slidenum">
              <a:rPr lang="en-US" altLang="en-US" sz="1200"/>
              <a:pPr/>
              <a:t>3</a:t>
            </a:fld>
            <a:endParaRPr lang="en-US" altLang="en-US" sz="1200"/>
          </a:p>
        </p:txBody>
      </p:sp>
      <p:sp>
        <p:nvSpPr>
          <p:cNvPr id="55299" name="Rectangle 2">
            <a:extLst>
              <a:ext uri="{FF2B5EF4-FFF2-40B4-BE49-F238E27FC236}">
                <a16:creationId xmlns:a16="http://schemas.microsoft.com/office/drawing/2014/main" id="{D89EA09E-FDE6-9DE3-FDF9-7CA57728B971}"/>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48AFACFC-483F-60C7-7B04-AE823E11C4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A4991CFF-1925-B2DC-0C79-EFA4CA20EA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defRPr sz="2800">
                <a:solidFill>
                  <a:schemeClr val="tx1"/>
                </a:solidFill>
                <a:latin typeface="Arial" panose="020B0604020202020204" pitchFamily="34" charset="0"/>
                <a:ea typeface="ＭＳ Ｐゴシック" panose="020B0600070205080204" pitchFamily="34" charset="-128"/>
              </a:defRPr>
            </a:lvl1pPr>
            <a:lvl2pPr marL="742950" indent="-285750" defTabSz="942975">
              <a:defRPr sz="2800">
                <a:solidFill>
                  <a:schemeClr val="tx1"/>
                </a:solidFill>
                <a:latin typeface="Arial" panose="020B0604020202020204" pitchFamily="34" charset="0"/>
                <a:ea typeface="ＭＳ Ｐゴシック" panose="020B0600070205080204" pitchFamily="34" charset="-128"/>
              </a:defRPr>
            </a:lvl2pPr>
            <a:lvl3pPr marL="1143000" indent="-228600" defTabSz="942975">
              <a:defRPr sz="2800">
                <a:solidFill>
                  <a:schemeClr val="tx1"/>
                </a:solidFill>
                <a:latin typeface="Arial" panose="020B0604020202020204" pitchFamily="34" charset="0"/>
                <a:ea typeface="ＭＳ Ｐゴシック" panose="020B0600070205080204" pitchFamily="34" charset="-128"/>
              </a:defRPr>
            </a:lvl3pPr>
            <a:lvl4pPr marL="1600200" indent="-228600" defTabSz="942975">
              <a:defRPr sz="2800">
                <a:solidFill>
                  <a:schemeClr val="tx1"/>
                </a:solidFill>
                <a:latin typeface="Arial" panose="020B0604020202020204" pitchFamily="34" charset="0"/>
                <a:ea typeface="ＭＳ Ｐゴシック" panose="020B0600070205080204" pitchFamily="34" charset="-128"/>
              </a:defRPr>
            </a:lvl4pPr>
            <a:lvl5pPr marL="2057400" indent="-228600" defTabSz="942975">
              <a:defRPr sz="2800">
                <a:solidFill>
                  <a:schemeClr val="tx1"/>
                </a:solidFill>
                <a:latin typeface="Arial" panose="020B0604020202020204" pitchFamily="34" charset="0"/>
                <a:ea typeface="ＭＳ Ｐゴシック" panose="020B0600070205080204" pitchFamily="34" charset="-128"/>
              </a:defRPr>
            </a:lvl5pPr>
            <a:lvl6pPr marL="25146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6pPr>
            <a:lvl7pPr marL="29718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7pPr>
            <a:lvl8pPr marL="34290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8pPr>
            <a:lvl9pPr marL="38862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9pPr>
          </a:lstStyle>
          <a:p>
            <a:fld id="{68FBE478-A0BF-42B8-A0DC-3DB0C1A712F1}" type="slidenum">
              <a:rPr lang="en-US" altLang="en-US" sz="1200"/>
              <a:pPr/>
              <a:t>4</a:t>
            </a:fld>
            <a:endParaRPr lang="en-US" altLang="en-US" sz="1200"/>
          </a:p>
        </p:txBody>
      </p:sp>
      <p:sp>
        <p:nvSpPr>
          <p:cNvPr id="55299" name="Rectangle 2">
            <a:extLst>
              <a:ext uri="{FF2B5EF4-FFF2-40B4-BE49-F238E27FC236}">
                <a16:creationId xmlns:a16="http://schemas.microsoft.com/office/drawing/2014/main" id="{D89EA09E-FDE6-9DE3-FDF9-7CA57728B971}"/>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48AFACFC-483F-60C7-7B04-AE823E11C4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02758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96CFCCF8-468E-E278-A466-07F523EF28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defRPr sz="2800">
                <a:solidFill>
                  <a:schemeClr val="tx1"/>
                </a:solidFill>
                <a:latin typeface="Arial" panose="020B0604020202020204" pitchFamily="34" charset="0"/>
                <a:ea typeface="ＭＳ Ｐゴシック" panose="020B0600070205080204" pitchFamily="34" charset="-128"/>
              </a:defRPr>
            </a:lvl1pPr>
            <a:lvl2pPr marL="742950" indent="-285750" defTabSz="942975">
              <a:defRPr sz="2800">
                <a:solidFill>
                  <a:schemeClr val="tx1"/>
                </a:solidFill>
                <a:latin typeface="Arial" panose="020B0604020202020204" pitchFamily="34" charset="0"/>
                <a:ea typeface="ＭＳ Ｐゴシック" panose="020B0600070205080204" pitchFamily="34" charset="-128"/>
              </a:defRPr>
            </a:lvl2pPr>
            <a:lvl3pPr marL="1143000" indent="-228600" defTabSz="942975">
              <a:defRPr sz="2800">
                <a:solidFill>
                  <a:schemeClr val="tx1"/>
                </a:solidFill>
                <a:latin typeface="Arial" panose="020B0604020202020204" pitchFamily="34" charset="0"/>
                <a:ea typeface="ＭＳ Ｐゴシック" panose="020B0600070205080204" pitchFamily="34" charset="-128"/>
              </a:defRPr>
            </a:lvl3pPr>
            <a:lvl4pPr marL="1600200" indent="-228600" defTabSz="942975">
              <a:defRPr sz="2800">
                <a:solidFill>
                  <a:schemeClr val="tx1"/>
                </a:solidFill>
                <a:latin typeface="Arial" panose="020B0604020202020204" pitchFamily="34" charset="0"/>
                <a:ea typeface="ＭＳ Ｐゴシック" panose="020B0600070205080204" pitchFamily="34" charset="-128"/>
              </a:defRPr>
            </a:lvl4pPr>
            <a:lvl5pPr marL="2057400" indent="-228600" defTabSz="942975">
              <a:defRPr sz="2800">
                <a:solidFill>
                  <a:schemeClr val="tx1"/>
                </a:solidFill>
                <a:latin typeface="Arial" panose="020B0604020202020204" pitchFamily="34" charset="0"/>
                <a:ea typeface="ＭＳ Ｐゴシック" panose="020B0600070205080204" pitchFamily="34" charset="-128"/>
              </a:defRPr>
            </a:lvl5pPr>
            <a:lvl6pPr marL="25146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6pPr>
            <a:lvl7pPr marL="29718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7pPr>
            <a:lvl8pPr marL="34290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8pPr>
            <a:lvl9pPr marL="38862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9pPr>
          </a:lstStyle>
          <a:p>
            <a:fld id="{5B3A7C46-9CC5-4602-9CA7-5E11396D6D61}" type="slidenum">
              <a:rPr lang="en-US" altLang="en-US" sz="1200"/>
              <a:pPr/>
              <a:t>5</a:t>
            </a:fld>
            <a:endParaRPr lang="en-US" altLang="en-US" sz="1200"/>
          </a:p>
        </p:txBody>
      </p:sp>
      <p:sp>
        <p:nvSpPr>
          <p:cNvPr id="58371" name="Rectangle 2">
            <a:extLst>
              <a:ext uri="{FF2B5EF4-FFF2-40B4-BE49-F238E27FC236}">
                <a16:creationId xmlns:a16="http://schemas.microsoft.com/office/drawing/2014/main" id="{DFEA2AC8-0FF7-F050-A1AC-17C3E2D98B38}"/>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C8E44485-B32D-7B23-AF52-9281187B25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EEC61FBF-0933-7D91-47A9-586CB9E22C3E}"/>
              </a:ext>
            </a:extLst>
          </p:cNvPr>
          <p:cNvSpPr>
            <a:spLocks noGrp="1" noRot="1" noChangeAspect="1" noTextEdit="1"/>
          </p:cNvSpPr>
          <p:nvPr>
            <p:ph type="sldImg"/>
          </p:nvPr>
        </p:nvSpPr>
        <p:spPr>
          <a:xfrm>
            <a:off x="423863" y="704850"/>
            <a:ext cx="6254750" cy="3519488"/>
          </a:xfrm>
          <a:ln/>
        </p:spPr>
      </p:sp>
      <p:sp>
        <p:nvSpPr>
          <p:cNvPr id="59395" name="Notes Placeholder 2">
            <a:extLst>
              <a:ext uri="{FF2B5EF4-FFF2-40B4-BE49-F238E27FC236}">
                <a16:creationId xmlns:a16="http://schemas.microsoft.com/office/drawing/2014/main" id="{BDC823C3-E812-F173-CD17-714CBBBB97F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59396" name="Slide Number Placeholder 3">
            <a:extLst>
              <a:ext uri="{FF2B5EF4-FFF2-40B4-BE49-F238E27FC236}">
                <a16:creationId xmlns:a16="http://schemas.microsoft.com/office/drawing/2014/main" id="{A8399AD3-5ED3-5A0E-1E28-BA302968E9E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defRPr sz="2800">
                <a:solidFill>
                  <a:schemeClr val="tx1"/>
                </a:solidFill>
                <a:latin typeface="Arial" panose="020B0604020202020204" pitchFamily="34" charset="0"/>
                <a:ea typeface="ＭＳ Ｐゴシック" panose="020B0600070205080204" pitchFamily="34" charset="-128"/>
              </a:defRPr>
            </a:lvl1pPr>
            <a:lvl2pPr marL="742950" indent="-285750" defTabSz="942975">
              <a:defRPr sz="2800">
                <a:solidFill>
                  <a:schemeClr val="tx1"/>
                </a:solidFill>
                <a:latin typeface="Arial" panose="020B0604020202020204" pitchFamily="34" charset="0"/>
                <a:ea typeface="ＭＳ Ｐゴシック" panose="020B0600070205080204" pitchFamily="34" charset="-128"/>
              </a:defRPr>
            </a:lvl2pPr>
            <a:lvl3pPr marL="1143000" indent="-228600" defTabSz="942975">
              <a:defRPr sz="2800">
                <a:solidFill>
                  <a:schemeClr val="tx1"/>
                </a:solidFill>
                <a:latin typeface="Arial" panose="020B0604020202020204" pitchFamily="34" charset="0"/>
                <a:ea typeface="ＭＳ Ｐゴシック" panose="020B0600070205080204" pitchFamily="34" charset="-128"/>
              </a:defRPr>
            </a:lvl3pPr>
            <a:lvl4pPr marL="1600200" indent="-228600" defTabSz="942975">
              <a:defRPr sz="2800">
                <a:solidFill>
                  <a:schemeClr val="tx1"/>
                </a:solidFill>
                <a:latin typeface="Arial" panose="020B0604020202020204" pitchFamily="34" charset="0"/>
                <a:ea typeface="ＭＳ Ｐゴシック" panose="020B0600070205080204" pitchFamily="34" charset="-128"/>
              </a:defRPr>
            </a:lvl4pPr>
            <a:lvl5pPr marL="2057400" indent="-228600" defTabSz="942975">
              <a:defRPr sz="2800">
                <a:solidFill>
                  <a:schemeClr val="tx1"/>
                </a:solidFill>
                <a:latin typeface="Arial" panose="020B0604020202020204" pitchFamily="34" charset="0"/>
                <a:ea typeface="ＭＳ Ｐゴシック" panose="020B0600070205080204" pitchFamily="34" charset="-128"/>
              </a:defRPr>
            </a:lvl5pPr>
            <a:lvl6pPr marL="25146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6pPr>
            <a:lvl7pPr marL="29718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7pPr>
            <a:lvl8pPr marL="34290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8pPr>
            <a:lvl9pPr marL="38862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9pPr>
          </a:lstStyle>
          <a:p>
            <a:fld id="{02DC4FB1-E2DA-4F4E-9D5E-A907F3A2797E}" type="slidenum">
              <a:rPr lang="en-US" altLang="en-US" sz="1200"/>
              <a:pPr/>
              <a:t>10</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964BB1-7357-BCBC-C333-4CA5E7116E2E}"/>
              </a:ext>
            </a:extLst>
          </p:cNvPr>
          <p:cNvSpPr/>
          <p:nvPr userDrawn="1"/>
        </p:nvSpPr>
        <p:spPr>
          <a:xfrm>
            <a:off x="0" y="2"/>
            <a:ext cx="12192000" cy="6486525"/>
          </a:xfrm>
          <a:prstGeom prst="rect">
            <a:avLst/>
          </a:prstGeom>
          <a:solidFill>
            <a:srgbClr val="22377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7" name="Title 6"/>
          <p:cNvSpPr>
            <a:spLocks noGrp="1"/>
          </p:cNvSpPr>
          <p:nvPr>
            <p:ph type="title"/>
          </p:nvPr>
        </p:nvSpPr>
        <p:spPr>
          <a:xfrm>
            <a:off x="741219" y="3243266"/>
            <a:ext cx="10515600" cy="1325563"/>
          </a:xfrm>
          <a:prstGeom prst="rect">
            <a:avLst/>
          </a:prstGeom>
        </p:spPr>
        <p:txBody>
          <a:bodyPr/>
          <a:lstStyle>
            <a:lvl1pPr>
              <a:defRPr>
                <a:solidFill>
                  <a:schemeClr val="bg1"/>
                </a:solidFill>
              </a:defRPr>
            </a:lvl1pPr>
          </a:lstStyle>
          <a:p>
            <a:r>
              <a:rPr lang="en-US"/>
              <a:t>Click to edit Master title style</a:t>
            </a:r>
            <a:endParaRPr lang="en-VN"/>
          </a:p>
        </p:txBody>
      </p:sp>
      <p:sp>
        <p:nvSpPr>
          <p:cNvPr id="3" name="Date Placeholder 7">
            <a:extLst>
              <a:ext uri="{FF2B5EF4-FFF2-40B4-BE49-F238E27FC236}">
                <a16:creationId xmlns:a16="http://schemas.microsoft.com/office/drawing/2014/main" id="{EFE6BCEB-9D04-0A31-13FD-E54A7886E959}"/>
              </a:ext>
            </a:extLst>
          </p:cNvPr>
          <p:cNvSpPr>
            <a:spLocks noGrp="1"/>
          </p:cNvSpPr>
          <p:nvPr>
            <p:ph type="dt" sz="half" idx="10"/>
          </p:nvPr>
        </p:nvSpPr>
        <p:spPr>
          <a:xfrm>
            <a:off x="0" y="6538915"/>
            <a:ext cx="2743200" cy="365125"/>
          </a:xfrm>
        </p:spPr>
        <p:txBody>
          <a:bodyPr/>
          <a:lstStyle>
            <a:lvl1pPr>
              <a:defRPr sz="1000" smtClean="0">
                <a:latin typeface="+mn-lt"/>
              </a:defRPr>
            </a:lvl1pPr>
          </a:lstStyle>
          <a:p>
            <a:pPr>
              <a:buFont typeface="Monotype Sorts" charset="2"/>
              <a:buNone/>
              <a:defRPr/>
            </a:pPr>
            <a:fld id="{0AB240B4-1A2E-4C00-9336-DA12AFA09EBD}" type="datetime1">
              <a:rPr lang="en-US" smtClean="0"/>
              <a:t>12/19/2024</a:t>
            </a:fld>
            <a:endParaRPr lang="en-US" dirty="0"/>
          </a:p>
        </p:txBody>
      </p:sp>
      <p:sp>
        <p:nvSpPr>
          <p:cNvPr id="4" name="Slide Number Placeholder 11">
            <a:extLst>
              <a:ext uri="{FF2B5EF4-FFF2-40B4-BE49-F238E27FC236}">
                <a16:creationId xmlns:a16="http://schemas.microsoft.com/office/drawing/2014/main" id="{21C2B440-578D-B562-B0A6-B54BDB743A02}"/>
              </a:ext>
            </a:extLst>
          </p:cNvPr>
          <p:cNvSpPr>
            <a:spLocks noGrp="1"/>
          </p:cNvSpPr>
          <p:nvPr>
            <p:ph type="sldNum" sz="quarter" idx="11"/>
          </p:nvPr>
        </p:nvSpPr>
        <p:spPr>
          <a:xfrm>
            <a:off x="9448800" y="6538915"/>
            <a:ext cx="2743200" cy="365125"/>
          </a:xfrm>
        </p:spPr>
        <p:txBody>
          <a:bodyPr/>
          <a:lstStyle>
            <a:lvl1pPr>
              <a:defRPr sz="1000">
                <a:solidFill>
                  <a:prstClr val="white"/>
                </a:solidFill>
                <a:latin typeface="+mn-lt"/>
              </a:defRPr>
            </a:lvl1pPr>
          </a:lstStyle>
          <a:p>
            <a:pPr>
              <a:buFont typeface="Monotype Sorts" charset="2"/>
              <a:buNone/>
              <a:defRPr/>
            </a:pPr>
            <a:fld id="{775A0816-9807-4CA3-A3C5-68577B5C9559}" type="slidenum">
              <a:rPr lang="en-US" smtClean="0"/>
              <a:pPr>
                <a:buFont typeface="Monotype Sorts" charset="2"/>
                <a:buNone/>
                <a:defRPr/>
              </a:pPr>
              <a:t>‹#›</a:t>
            </a:fld>
            <a:endParaRPr lang="en-US" dirty="0"/>
          </a:p>
        </p:txBody>
      </p:sp>
      <p:sp>
        <p:nvSpPr>
          <p:cNvPr id="5" name="Rectangle 3">
            <a:extLst>
              <a:ext uri="{FF2B5EF4-FFF2-40B4-BE49-F238E27FC236}">
                <a16:creationId xmlns:a16="http://schemas.microsoft.com/office/drawing/2014/main" id="{AABBDFAC-3ABC-7AF1-C80F-B9A80EC5DAE2}"/>
              </a:ext>
            </a:extLst>
          </p:cNvPr>
          <p:cNvSpPr>
            <a:spLocks noGrp="1" noChangeArrowheads="1"/>
          </p:cNvSpPr>
          <p:nvPr>
            <p:ph type="ftr" sz="quarter" idx="12"/>
          </p:nvPr>
        </p:nvSpPr>
        <p:spPr/>
        <p:txBody>
          <a:bodyPr/>
          <a:lstStyle>
            <a:lvl1pPr>
              <a:defRPr sz="1000">
                <a:latin typeface="+mn-lt"/>
              </a:defRPr>
            </a:lvl1p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4157092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1A55295-5DC2-C569-6312-199AFA24EE07}"/>
              </a:ext>
            </a:extLst>
          </p:cNvPr>
          <p:cNvSpPr/>
          <p:nvPr userDrawn="1"/>
        </p:nvSpPr>
        <p:spPr>
          <a:xfrm>
            <a:off x="392908"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13" name="Title 1"/>
          <p:cNvSpPr>
            <a:spLocks noGrp="1"/>
          </p:cNvSpPr>
          <p:nvPr>
            <p:ph type="title"/>
          </p:nvPr>
        </p:nvSpPr>
        <p:spPr>
          <a:xfrm>
            <a:off x="482252" y="277964"/>
            <a:ext cx="7928429" cy="553289"/>
          </a:xfrm>
          <a:prstGeom prst="rect">
            <a:avLst/>
          </a:prstGeom>
        </p:spPr>
        <p:txBody>
          <a:bodyPr>
            <a:normAutofit/>
          </a:bodyPr>
          <a:lstStyle>
            <a:lvl1pPr>
              <a:defRPr sz="1856" b="1" baseline="0">
                <a:solidFill>
                  <a:srgbClr val="22377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7729624-F3B5-070E-14EF-70CC1B484925}"/>
              </a:ext>
            </a:extLst>
          </p:cNvPr>
          <p:cNvSpPr>
            <a:spLocks noGrp="1"/>
          </p:cNvSpPr>
          <p:nvPr>
            <p:ph type="dt" sz="half" idx="10"/>
          </p:nvPr>
        </p:nvSpPr>
        <p:spPr>
          <a:xfrm>
            <a:off x="0" y="6580188"/>
            <a:ext cx="2743200" cy="277812"/>
          </a:xfrm>
        </p:spPr>
        <p:txBody>
          <a:bodyPr/>
          <a:lstStyle>
            <a:lvl1pPr>
              <a:defRPr smtClean="0"/>
            </a:lvl1pPr>
          </a:lstStyle>
          <a:p>
            <a:pPr>
              <a:buFont typeface="Monotype Sorts" charset="2"/>
              <a:buNone/>
              <a:defRPr/>
            </a:pPr>
            <a:fld id="{C4105860-DA06-4136-8ED8-157A1C8FEBE0}" type="datetime1">
              <a:rPr lang="en-US" smtClean="0"/>
              <a:t>12/19/2024</a:t>
            </a:fld>
            <a:endParaRPr lang="en-US" dirty="0"/>
          </a:p>
        </p:txBody>
      </p:sp>
      <p:sp>
        <p:nvSpPr>
          <p:cNvPr id="5" name="Slide Number Placeholder 5">
            <a:extLst>
              <a:ext uri="{FF2B5EF4-FFF2-40B4-BE49-F238E27FC236}">
                <a16:creationId xmlns:a16="http://schemas.microsoft.com/office/drawing/2014/main" id="{C685519A-3558-75C9-7D9D-2CD34FE8601A}"/>
              </a:ext>
            </a:extLst>
          </p:cNvPr>
          <p:cNvSpPr>
            <a:spLocks noGrp="1"/>
          </p:cNvSpPr>
          <p:nvPr>
            <p:ph type="sldNum" sz="quarter" idx="11"/>
          </p:nvPr>
        </p:nvSpPr>
        <p:spPr>
          <a:xfrm>
            <a:off x="9412288" y="6623050"/>
            <a:ext cx="2743200" cy="234950"/>
          </a:xfrm>
        </p:spPr>
        <p:txBody>
          <a:bodyPr/>
          <a:lstStyle>
            <a:lvl1pPr>
              <a:defRPr/>
            </a:lvl1pPr>
          </a:lstStyle>
          <a:p>
            <a:pPr>
              <a:buFont typeface="Monotype Sorts" charset="2"/>
              <a:buNone/>
              <a:defRPr/>
            </a:pPr>
            <a:fld id="{3668E2E4-C289-40FA-803B-52DC86338CE3}" type="slidenum">
              <a:rPr lang="en-US" smtClean="0"/>
              <a:pPr>
                <a:buFont typeface="Monotype Sorts" charset="2"/>
                <a:buNone/>
                <a:defRPr/>
              </a:pPr>
              <a:t>‹#›</a:t>
            </a:fld>
            <a:endParaRPr lang="en-US" dirty="0"/>
          </a:p>
        </p:txBody>
      </p:sp>
      <p:sp>
        <p:nvSpPr>
          <p:cNvPr id="6" name="Rectangle 3">
            <a:extLst>
              <a:ext uri="{FF2B5EF4-FFF2-40B4-BE49-F238E27FC236}">
                <a16:creationId xmlns:a16="http://schemas.microsoft.com/office/drawing/2014/main" id="{3678CD4D-49EF-4866-C3F2-B2A61D010B34}"/>
              </a:ext>
            </a:extLst>
          </p:cNvPr>
          <p:cNvSpPr>
            <a:spLocks noGrp="1" noChangeArrowheads="1"/>
          </p:cNvSpPr>
          <p:nvPr>
            <p:ph type="ftr" sz="quarter" idx="12"/>
          </p:nvPr>
        </p:nvSpPr>
        <p:spPr/>
        <p:txBody>
          <a:bodyPr/>
          <a:lstStyle>
            <a:lvl1pPr>
              <a:defRPr/>
            </a:lvl1pPr>
          </a:lstStyle>
          <a:p>
            <a:pPr>
              <a:buFont typeface="Monotype Sorts" charset="2"/>
              <a:buNone/>
              <a:defRPr/>
            </a:pPr>
            <a:r>
              <a:rPr lang="en-US" dirty="0"/>
              <a:t>Data Structures and Algorithms in Python</a:t>
            </a:r>
          </a:p>
        </p:txBody>
      </p:sp>
    </p:spTree>
    <p:extLst>
      <p:ext uri="{BB962C8B-B14F-4D97-AF65-F5344CB8AC3E}">
        <p14:creationId xmlns:p14="http://schemas.microsoft.com/office/powerpoint/2010/main" val="2479857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0E98A4D7-51AA-2B15-3D26-501BAE3FD3F8}"/>
              </a:ext>
            </a:extLst>
          </p:cNvPr>
          <p:cNvSpPr/>
          <p:nvPr userDrawn="1"/>
        </p:nvSpPr>
        <p:spPr>
          <a:xfrm>
            <a:off x="392908"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7" name="Title 6"/>
          <p:cNvSpPr>
            <a:spLocks noGrp="1"/>
          </p:cNvSpPr>
          <p:nvPr>
            <p:ph type="title"/>
          </p:nvPr>
        </p:nvSpPr>
        <p:spPr>
          <a:xfrm>
            <a:off x="487476" y="2949388"/>
            <a:ext cx="10515600" cy="1325563"/>
          </a:xfrm>
          <a:prstGeom prst="rect">
            <a:avLst/>
          </a:prstGeom>
        </p:spPr>
        <p:txBody>
          <a:bodyPr/>
          <a:lstStyle>
            <a:lvl1pPr>
              <a:defRPr sz="3375"/>
            </a:lvl1pPr>
          </a:lstStyle>
          <a:p>
            <a:r>
              <a:rPr lang="en-US"/>
              <a:t>Click to edit Master title style</a:t>
            </a:r>
            <a:endParaRPr lang="en-VN"/>
          </a:p>
        </p:txBody>
      </p:sp>
      <p:sp>
        <p:nvSpPr>
          <p:cNvPr id="4" name="Date Placeholder 3">
            <a:extLst>
              <a:ext uri="{FF2B5EF4-FFF2-40B4-BE49-F238E27FC236}">
                <a16:creationId xmlns:a16="http://schemas.microsoft.com/office/drawing/2014/main" id="{AC24508C-232F-8AA0-F1C6-36CFF9ACCA6D}"/>
              </a:ext>
            </a:extLst>
          </p:cNvPr>
          <p:cNvSpPr>
            <a:spLocks noGrp="1"/>
          </p:cNvSpPr>
          <p:nvPr>
            <p:ph type="dt" sz="half" idx="10"/>
          </p:nvPr>
        </p:nvSpPr>
        <p:spPr>
          <a:xfrm>
            <a:off x="0" y="6592890"/>
            <a:ext cx="2743200" cy="268287"/>
          </a:xfrm>
        </p:spPr>
        <p:txBody>
          <a:bodyPr/>
          <a:lstStyle>
            <a:lvl1pPr>
              <a:defRPr smtClean="0"/>
            </a:lvl1pPr>
          </a:lstStyle>
          <a:p>
            <a:pPr>
              <a:buFont typeface="Monotype Sorts" charset="2"/>
              <a:buNone/>
              <a:defRPr/>
            </a:pPr>
            <a:fld id="{C84426FF-70A0-4692-A209-ADABD479B6F8}" type="datetime1">
              <a:rPr lang="en-US" smtClean="0"/>
              <a:t>12/19/2024</a:t>
            </a:fld>
            <a:endParaRPr lang="en-US" dirty="0"/>
          </a:p>
        </p:txBody>
      </p:sp>
      <p:sp>
        <p:nvSpPr>
          <p:cNvPr id="5" name="Slide Number Placeholder 5">
            <a:extLst>
              <a:ext uri="{FF2B5EF4-FFF2-40B4-BE49-F238E27FC236}">
                <a16:creationId xmlns:a16="http://schemas.microsoft.com/office/drawing/2014/main" id="{5E118D7B-5BE4-D162-C63C-02493336AEA7}"/>
              </a:ext>
            </a:extLst>
          </p:cNvPr>
          <p:cNvSpPr>
            <a:spLocks noGrp="1"/>
          </p:cNvSpPr>
          <p:nvPr>
            <p:ph type="sldNum" sz="quarter" idx="11"/>
          </p:nvPr>
        </p:nvSpPr>
        <p:spPr>
          <a:xfrm>
            <a:off x="9366251" y="6589715"/>
            <a:ext cx="2743200" cy="314325"/>
          </a:xfrm>
        </p:spPr>
        <p:txBody>
          <a:bodyPr/>
          <a:lstStyle>
            <a:lvl1pPr>
              <a:defRPr sz="1000"/>
            </a:lvl1pPr>
          </a:lstStyle>
          <a:p>
            <a:pPr>
              <a:buFont typeface="Monotype Sorts" charset="2"/>
              <a:buNone/>
              <a:defRPr/>
            </a:pPr>
            <a:fld id="{F9126DDB-45DE-4D72-94FB-1E2D565E80AF}" type="slidenum">
              <a:rPr lang="en-US" smtClean="0"/>
              <a:pPr>
                <a:buFont typeface="Monotype Sorts" charset="2"/>
                <a:buNone/>
                <a:defRPr/>
              </a:pPr>
              <a:t>‹#›</a:t>
            </a:fld>
            <a:endParaRPr lang="en-US" dirty="0"/>
          </a:p>
        </p:txBody>
      </p:sp>
      <p:sp>
        <p:nvSpPr>
          <p:cNvPr id="6" name="Rectangle 3">
            <a:extLst>
              <a:ext uri="{FF2B5EF4-FFF2-40B4-BE49-F238E27FC236}">
                <a16:creationId xmlns:a16="http://schemas.microsoft.com/office/drawing/2014/main" id="{38007CFB-2610-ACA1-B2EA-E3DDAC766C94}"/>
              </a:ext>
            </a:extLst>
          </p:cNvPr>
          <p:cNvSpPr>
            <a:spLocks noGrp="1" noChangeArrowheads="1"/>
          </p:cNvSpPr>
          <p:nvPr>
            <p:ph type="ftr" sz="quarter" idx="12"/>
          </p:nvPr>
        </p:nvSpPr>
        <p:spPr/>
        <p:txBody>
          <a:bodyPr/>
          <a:lstStyle>
            <a:lvl1pPr>
              <a:defRPr/>
            </a:lvl1p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2858943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858F73B4-3EA4-F35A-3D60-2923D5658ED7}"/>
              </a:ext>
            </a:extLst>
          </p:cNvPr>
          <p:cNvSpPr/>
          <p:nvPr userDrawn="1"/>
        </p:nvSpPr>
        <p:spPr>
          <a:xfrm>
            <a:off x="311261"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12" name="Title 1"/>
          <p:cNvSpPr>
            <a:spLocks noGrp="1"/>
          </p:cNvSpPr>
          <p:nvPr>
            <p:ph type="title"/>
          </p:nvPr>
        </p:nvSpPr>
        <p:spPr>
          <a:xfrm>
            <a:off x="340859" y="243492"/>
            <a:ext cx="8061101" cy="553289"/>
          </a:xfrm>
          <a:prstGeom prst="rect">
            <a:avLst/>
          </a:prstGeom>
        </p:spPr>
        <p:txBody>
          <a:bodyPr>
            <a:normAutofit/>
          </a:bodyPr>
          <a:lstStyle>
            <a:lvl1pPr>
              <a:defRPr sz="1856" b="1" baseline="0">
                <a:solidFill>
                  <a:srgbClr val="223771"/>
                </a:solidFill>
              </a:defRPr>
            </a:lvl1pPr>
          </a:lstStyle>
          <a:p>
            <a:r>
              <a:rPr lang="en-US"/>
              <a:t>Click to edit Master title style</a:t>
            </a:r>
          </a:p>
        </p:txBody>
      </p:sp>
      <p:sp>
        <p:nvSpPr>
          <p:cNvPr id="13" name="Content Placeholder 12"/>
          <p:cNvSpPr>
            <a:spLocks noGrp="1"/>
          </p:cNvSpPr>
          <p:nvPr>
            <p:ph sz="quarter" idx="13"/>
          </p:nvPr>
        </p:nvSpPr>
        <p:spPr>
          <a:xfrm>
            <a:off x="309221" y="1169083"/>
            <a:ext cx="11551617" cy="4954133"/>
          </a:xfrm>
          <a:prstGeom prst="rect">
            <a:avLst/>
          </a:prstGeom>
        </p:spPr>
        <p:txBody>
          <a:bodyPr/>
          <a:lstStyle>
            <a:lvl1pPr>
              <a:defRPr sz="2400"/>
            </a:lvl1pPr>
            <a:lvl2pPr>
              <a:defRPr sz="2800"/>
            </a:lvl2pPr>
            <a:lvl3pPr>
              <a:defRPr sz="18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VN" dirty="0"/>
          </a:p>
        </p:txBody>
      </p:sp>
      <p:sp>
        <p:nvSpPr>
          <p:cNvPr id="4" name="Date Placeholder 3">
            <a:extLst>
              <a:ext uri="{FF2B5EF4-FFF2-40B4-BE49-F238E27FC236}">
                <a16:creationId xmlns:a16="http://schemas.microsoft.com/office/drawing/2014/main" id="{925778A0-1739-29FF-2284-D0326B623CD9}"/>
              </a:ext>
            </a:extLst>
          </p:cNvPr>
          <p:cNvSpPr>
            <a:spLocks noGrp="1"/>
          </p:cNvSpPr>
          <p:nvPr>
            <p:ph type="dt" sz="half" idx="14"/>
          </p:nvPr>
        </p:nvSpPr>
        <p:spPr/>
        <p:txBody>
          <a:bodyPr/>
          <a:lstStyle>
            <a:lvl1pPr>
              <a:defRPr sz="1000" smtClean="0"/>
            </a:lvl1pPr>
          </a:lstStyle>
          <a:p>
            <a:pPr>
              <a:buFont typeface="Monotype Sorts" charset="2"/>
              <a:buNone/>
              <a:defRPr/>
            </a:pPr>
            <a:fld id="{BBEB22E7-5009-4A4A-A166-B272187857D2}" type="datetime1">
              <a:rPr lang="en-US" smtClean="0"/>
              <a:t>12/19/2024</a:t>
            </a:fld>
            <a:endParaRPr lang="en-US" dirty="0"/>
          </a:p>
        </p:txBody>
      </p:sp>
      <p:sp>
        <p:nvSpPr>
          <p:cNvPr id="5" name="Slide Number Placeholder 5">
            <a:extLst>
              <a:ext uri="{FF2B5EF4-FFF2-40B4-BE49-F238E27FC236}">
                <a16:creationId xmlns:a16="http://schemas.microsoft.com/office/drawing/2014/main" id="{BDC1F769-2EA0-3B74-8A9C-9BD515A3FA5A}"/>
              </a:ext>
            </a:extLst>
          </p:cNvPr>
          <p:cNvSpPr>
            <a:spLocks noGrp="1"/>
          </p:cNvSpPr>
          <p:nvPr>
            <p:ph type="sldNum" sz="quarter" idx="15"/>
          </p:nvPr>
        </p:nvSpPr>
        <p:spPr>
          <a:xfrm>
            <a:off x="9421813" y="6600825"/>
            <a:ext cx="2743200" cy="274638"/>
          </a:xfrm>
        </p:spPr>
        <p:txBody>
          <a:bodyPr/>
          <a:lstStyle>
            <a:lvl1pPr>
              <a:defRPr sz="1000"/>
            </a:lvl1pPr>
          </a:lstStyle>
          <a:p>
            <a:pPr>
              <a:buFont typeface="Monotype Sorts" charset="2"/>
              <a:buNone/>
              <a:defRPr/>
            </a:pPr>
            <a:fld id="{BC9EDAA9-37F3-4614-95D5-5B7FFAB71D04}" type="slidenum">
              <a:rPr lang="en-US" smtClean="0"/>
              <a:pPr>
                <a:buFont typeface="Monotype Sorts" charset="2"/>
                <a:buNone/>
                <a:defRPr/>
              </a:pPr>
              <a:t>‹#›</a:t>
            </a:fld>
            <a:endParaRPr lang="en-US" dirty="0"/>
          </a:p>
        </p:txBody>
      </p:sp>
      <p:sp>
        <p:nvSpPr>
          <p:cNvPr id="6" name="Rectangle 3">
            <a:extLst>
              <a:ext uri="{FF2B5EF4-FFF2-40B4-BE49-F238E27FC236}">
                <a16:creationId xmlns:a16="http://schemas.microsoft.com/office/drawing/2014/main" id="{2EB4D491-05E9-53AB-E987-C6383C7B7C83}"/>
              </a:ext>
            </a:extLst>
          </p:cNvPr>
          <p:cNvSpPr>
            <a:spLocks noGrp="1" noChangeArrowheads="1"/>
          </p:cNvSpPr>
          <p:nvPr>
            <p:ph type="ftr" sz="quarter" idx="16"/>
          </p:nvPr>
        </p:nvSpPr>
        <p:spPr/>
        <p:txBody>
          <a:bodyPr/>
          <a:lstStyle>
            <a:lvl1pPr>
              <a:defRPr sz="1000"/>
            </a:lvl1p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3728140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63687" y="2846231"/>
            <a:ext cx="4417452" cy="1460428"/>
          </a:xfrm>
          <a:prstGeom prst="rect">
            <a:avLst/>
          </a:prstGeom>
        </p:spPr>
        <p:txBody>
          <a:bodyPr anchor="b">
            <a:normAutofit/>
          </a:bodyPr>
          <a:lstStyle>
            <a:lvl1pPr algn="r">
              <a:defRPr sz="3150" b="1" baseline="0">
                <a:solidFill>
                  <a:srgbClr val="223771"/>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7263687" y="4429523"/>
            <a:ext cx="4417452" cy="750072"/>
          </a:xfrm>
          <a:prstGeom prst="rect">
            <a:avLst/>
          </a:prstGeom>
        </p:spPr>
        <p:txBody>
          <a:bodyPr/>
          <a:lstStyle>
            <a:lvl1pPr marL="0" indent="0" algn="r">
              <a:buNone/>
              <a:defRPr sz="1350" baseline="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p>
        </p:txBody>
      </p:sp>
      <p:sp>
        <p:nvSpPr>
          <p:cNvPr id="11" name="Content Placeholder 2"/>
          <p:cNvSpPr>
            <a:spLocks noGrp="1"/>
          </p:cNvSpPr>
          <p:nvPr>
            <p:ph idx="13"/>
          </p:nvPr>
        </p:nvSpPr>
        <p:spPr>
          <a:xfrm>
            <a:off x="1" y="862153"/>
            <a:ext cx="7096259" cy="5631943"/>
          </a:xfrm>
          <a:prstGeom prst="rect">
            <a:avLst/>
          </a:prstGeom>
        </p:spPr>
        <p:txBody>
          <a:bodyPr/>
          <a:lstStyle>
            <a:lvl1pPr marL="0" indent="0">
              <a:buNone/>
              <a:defRPr baseline="0"/>
            </a:lvl1pPr>
          </a:lstStyle>
          <a:p>
            <a:pPr lvl="0"/>
            <a:r>
              <a:rPr lang="en-US"/>
              <a:t>Click to edit Master text styles</a:t>
            </a:r>
          </a:p>
        </p:txBody>
      </p:sp>
      <p:sp>
        <p:nvSpPr>
          <p:cNvPr id="5" name="Date Placeholder 3">
            <a:extLst>
              <a:ext uri="{FF2B5EF4-FFF2-40B4-BE49-F238E27FC236}">
                <a16:creationId xmlns:a16="http://schemas.microsoft.com/office/drawing/2014/main" id="{F1888363-DACF-4CD3-2499-6E28B3D6969D}"/>
              </a:ext>
            </a:extLst>
          </p:cNvPr>
          <p:cNvSpPr>
            <a:spLocks noGrp="1"/>
          </p:cNvSpPr>
          <p:nvPr>
            <p:ph type="dt" sz="half" idx="14"/>
          </p:nvPr>
        </p:nvSpPr>
        <p:spPr/>
        <p:txBody>
          <a:bodyPr/>
          <a:lstStyle>
            <a:lvl1pPr>
              <a:defRPr smtClean="0"/>
            </a:lvl1pPr>
          </a:lstStyle>
          <a:p>
            <a:pPr>
              <a:buFont typeface="Monotype Sorts" charset="2"/>
              <a:buNone/>
              <a:defRPr/>
            </a:pPr>
            <a:fld id="{83F9286B-6EB0-415E-9FD7-53754A124BCC}" type="datetime1">
              <a:rPr lang="en-US" smtClean="0"/>
              <a:t>12/19/2024</a:t>
            </a:fld>
            <a:endParaRPr lang="en-US" dirty="0"/>
          </a:p>
        </p:txBody>
      </p:sp>
      <p:sp>
        <p:nvSpPr>
          <p:cNvPr id="6" name="Footer Placeholder 4">
            <a:extLst>
              <a:ext uri="{FF2B5EF4-FFF2-40B4-BE49-F238E27FC236}">
                <a16:creationId xmlns:a16="http://schemas.microsoft.com/office/drawing/2014/main" id="{32A37517-8DD7-EEA6-F2E6-49FC8CC73AB6}"/>
              </a:ext>
            </a:extLst>
          </p:cNvPr>
          <p:cNvSpPr>
            <a:spLocks noGrp="1"/>
          </p:cNvSpPr>
          <p:nvPr>
            <p:ph type="ftr" sz="quarter" idx="15"/>
          </p:nvPr>
        </p:nvSpPr>
        <p:spPr>
          <a:xfrm>
            <a:off x="3871913" y="6604000"/>
            <a:ext cx="4114800" cy="254000"/>
          </a:xfrm>
        </p:spPr>
        <p:txBody>
          <a:bodyPr/>
          <a:lstStyle>
            <a:lvl1pPr defTabSz="257175" eaLnBrk="1" fontAlgn="auto" hangingPunct="1">
              <a:spcBef>
                <a:spcPts val="0"/>
              </a:spcBef>
              <a:spcAft>
                <a:spcPts val="0"/>
              </a:spcAft>
              <a:defRPr>
                <a:solidFill>
                  <a:prstClr val="white"/>
                </a:solidFill>
                <a:latin typeface="Calibri" panose="020F0502020204030204"/>
                <a:ea typeface="+mn-ea"/>
              </a:defRPr>
            </a:lvl1pPr>
          </a:lstStyle>
          <a:p>
            <a:pPr>
              <a:buFont typeface="Monotype Sorts" charset="2"/>
              <a:buNone/>
              <a:defRPr/>
            </a:pPr>
            <a:r>
              <a:rPr lang="en-US" dirty="0"/>
              <a:t>Data Structures and Algorithms in Python</a:t>
            </a:r>
          </a:p>
        </p:txBody>
      </p:sp>
      <p:sp>
        <p:nvSpPr>
          <p:cNvPr id="7" name="Slide Number Placeholder 5">
            <a:extLst>
              <a:ext uri="{FF2B5EF4-FFF2-40B4-BE49-F238E27FC236}">
                <a16:creationId xmlns:a16="http://schemas.microsoft.com/office/drawing/2014/main" id="{9E06BDF5-0E4B-7D5D-4DE0-26F369F0EB12}"/>
              </a:ext>
            </a:extLst>
          </p:cNvPr>
          <p:cNvSpPr>
            <a:spLocks noGrp="1"/>
          </p:cNvSpPr>
          <p:nvPr>
            <p:ph type="sldNum" sz="quarter" idx="16"/>
          </p:nvPr>
        </p:nvSpPr>
        <p:spPr/>
        <p:txBody>
          <a:bodyPr/>
          <a:lstStyle>
            <a:lvl1pPr>
              <a:defRPr/>
            </a:lvl1pPr>
          </a:lstStyle>
          <a:p>
            <a:pPr>
              <a:buFont typeface="Monotype Sorts" charset="2"/>
              <a:buNone/>
              <a:defRPr/>
            </a:pPr>
            <a:fld id="{4FC3DE7D-4EEA-43B2-9617-70FD3CFD639D}" type="slidenum">
              <a:rPr lang="en-US" smtClean="0"/>
              <a:pPr>
                <a:buFont typeface="Monotype Sorts" charset="2"/>
                <a:buNone/>
                <a:defRPr/>
              </a:pPr>
              <a:t>‹#›</a:t>
            </a:fld>
            <a:endParaRPr lang="en-US" dirty="0"/>
          </a:p>
        </p:txBody>
      </p:sp>
    </p:spTree>
    <p:extLst>
      <p:ext uri="{BB962C8B-B14F-4D97-AF65-F5344CB8AC3E}">
        <p14:creationId xmlns:p14="http://schemas.microsoft.com/office/powerpoint/2010/main" val="374280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Freeform 13">
            <a:extLst>
              <a:ext uri="{FF2B5EF4-FFF2-40B4-BE49-F238E27FC236}">
                <a16:creationId xmlns:a16="http://schemas.microsoft.com/office/drawing/2014/main" id="{397F7F79-C88E-7534-6D6C-7E21232DD335}"/>
              </a:ext>
            </a:extLst>
          </p:cNvPr>
          <p:cNvSpPr/>
          <p:nvPr userDrawn="1"/>
        </p:nvSpPr>
        <p:spPr>
          <a:xfrm>
            <a:off x="392908"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2" name="Title 1"/>
          <p:cNvSpPr>
            <a:spLocks noGrp="1"/>
          </p:cNvSpPr>
          <p:nvPr>
            <p:ph type="title"/>
          </p:nvPr>
        </p:nvSpPr>
        <p:spPr>
          <a:xfrm>
            <a:off x="831851" y="1709742"/>
            <a:ext cx="10515600" cy="2852737"/>
          </a:xfrm>
          <a:prstGeom prst="rect">
            <a:avLst/>
          </a:prstGeom>
        </p:spPr>
        <p:txBody>
          <a:bodyPr anchor="b"/>
          <a:lstStyle>
            <a:lvl1pPr>
              <a:defRPr sz="3375"/>
            </a:lvl1pPr>
          </a:lstStyle>
          <a:p>
            <a:r>
              <a:rPr lang="en-US"/>
              <a:t>Click to edit Master title style</a:t>
            </a:r>
          </a:p>
        </p:txBody>
      </p:sp>
      <p:sp>
        <p:nvSpPr>
          <p:cNvPr id="3" name="Text Placeholder 2"/>
          <p:cNvSpPr>
            <a:spLocks noGrp="1"/>
          </p:cNvSpPr>
          <p:nvPr>
            <p:ph type="body" idx="1"/>
          </p:nvPr>
        </p:nvSpPr>
        <p:spPr>
          <a:xfrm>
            <a:off x="831851" y="4589467"/>
            <a:ext cx="10515600" cy="1500187"/>
          </a:xfrm>
          <a:prstGeom prst="rect">
            <a:avLst/>
          </a:prstGeo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en-US"/>
              <a:t>Edit Master text styles</a:t>
            </a:r>
          </a:p>
        </p:txBody>
      </p:sp>
      <p:sp>
        <p:nvSpPr>
          <p:cNvPr id="16" name="Content Placeholder 15"/>
          <p:cNvSpPr>
            <a:spLocks noGrp="1"/>
          </p:cNvSpPr>
          <p:nvPr>
            <p:ph sz="quarter" idx="13"/>
          </p:nvPr>
        </p:nvSpPr>
        <p:spPr>
          <a:xfrm>
            <a:off x="392907" y="278800"/>
            <a:ext cx="5813199" cy="457200"/>
          </a:xfrm>
          <a:prstGeom prst="rect">
            <a:avLst/>
          </a:prstGeom>
        </p:spPr>
        <p:txBody>
          <a:bodyPr/>
          <a:lstStyle>
            <a:lvl1pPr>
              <a:defRPr lang="en-VN" sz="1856" b="1" baseline="0" dirty="0">
                <a:solidFill>
                  <a:srgbClr val="223771"/>
                </a:solidFill>
                <a:ea typeface="+mj-ea"/>
              </a:defRPr>
            </a:lvl1pPr>
          </a:lstStyle>
          <a:p>
            <a:pPr lvl="0"/>
            <a:r>
              <a:rPr lang="en-US"/>
              <a:t>Click to edit Master text styles</a:t>
            </a:r>
          </a:p>
        </p:txBody>
      </p:sp>
      <p:sp>
        <p:nvSpPr>
          <p:cNvPr id="6" name="Date Placeholder 3">
            <a:extLst>
              <a:ext uri="{FF2B5EF4-FFF2-40B4-BE49-F238E27FC236}">
                <a16:creationId xmlns:a16="http://schemas.microsoft.com/office/drawing/2014/main" id="{7E8D8520-2EEF-7DFE-992F-B17199C9D3A9}"/>
              </a:ext>
            </a:extLst>
          </p:cNvPr>
          <p:cNvSpPr>
            <a:spLocks noGrp="1"/>
          </p:cNvSpPr>
          <p:nvPr>
            <p:ph type="dt" sz="half" idx="14"/>
          </p:nvPr>
        </p:nvSpPr>
        <p:spPr/>
        <p:txBody>
          <a:bodyPr/>
          <a:lstStyle>
            <a:lvl1pPr>
              <a:defRPr sz="1000" smtClean="0"/>
            </a:lvl1pPr>
          </a:lstStyle>
          <a:p>
            <a:pPr>
              <a:buFont typeface="Monotype Sorts" charset="2"/>
              <a:buNone/>
              <a:defRPr/>
            </a:pPr>
            <a:fld id="{C1CF96D5-A543-45D5-8992-B94C1177E4C6}" type="datetime1">
              <a:rPr lang="en-US" smtClean="0"/>
              <a:t>12/19/2024</a:t>
            </a:fld>
            <a:endParaRPr lang="en-US" dirty="0"/>
          </a:p>
        </p:txBody>
      </p:sp>
      <p:sp>
        <p:nvSpPr>
          <p:cNvPr id="7" name="Slide Number Placeholder 5">
            <a:extLst>
              <a:ext uri="{FF2B5EF4-FFF2-40B4-BE49-F238E27FC236}">
                <a16:creationId xmlns:a16="http://schemas.microsoft.com/office/drawing/2014/main" id="{B86DAE71-5E4C-AD44-94BB-40E3E9BE3B2A}"/>
              </a:ext>
            </a:extLst>
          </p:cNvPr>
          <p:cNvSpPr>
            <a:spLocks noGrp="1"/>
          </p:cNvSpPr>
          <p:nvPr>
            <p:ph type="sldNum" sz="quarter" idx="15"/>
          </p:nvPr>
        </p:nvSpPr>
        <p:spPr/>
        <p:txBody>
          <a:bodyPr/>
          <a:lstStyle>
            <a:lvl1pPr>
              <a:defRPr sz="1000"/>
            </a:lvl1pPr>
          </a:lstStyle>
          <a:p>
            <a:pPr>
              <a:buFont typeface="Monotype Sorts" charset="2"/>
              <a:buNone/>
              <a:defRPr/>
            </a:pPr>
            <a:fld id="{B9B03C63-2273-46E4-B7DF-3CCA315B6CB6}" type="slidenum">
              <a:rPr lang="en-US" smtClean="0"/>
              <a:pPr>
                <a:buFont typeface="Monotype Sorts" charset="2"/>
                <a:buNone/>
                <a:defRPr/>
              </a:pPr>
              <a:t>‹#›</a:t>
            </a:fld>
            <a:endParaRPr lang="en-US" dirty="0"/>
          </a:p>
        </p:txBody>
      </p:sp>
      <p:sp>
        <p:nvSpPr>
          <p:cNvPr id="8" name="Rectangle 3">
            <a:extLst>
              <a:ext uri="{FF2B5EF4-FFF2-40B4-BE49-F238E27FC236}">
                <a16:creationId xmlns:a16="http://schemas.microsoft.com/office/drawing/2014/main" id="{474D9259-758C-E063-00D3-B9F2238CDAAB}"/>
              </a:ext>
            </a:extLst>
          </p:cNvPr>
          <p:cNvSpPr>
            <a:spLocks noGrp="1" noChangeArrowheads="1"/>
          </p:cNvSpPr>
          <p:nvPr>
            <p:ph type="ftr" sz="quarter" idx="16"/>
          </p:nvPr>
        </p:nvSpPr>
        <p:spPr/>
        <p:txBody>
          <a:bodyPr/>
          <a:lstStyle>
            <a:lvl1pPr>
              <a:defRPr sz="1000"/>
            </a:lvl1pPr>
          </a:lstStyle>
          <a:p>
            <a:pPr>
              <a:buFont typeface="Monotype Sorts" charset="2"/>
              <a:buNone/>
              <a:defRPr/>
            </a:pPr>
            <a:r>
              <a:rPr lang="en-US" dirty="0"/>
              <a:t>Data Structures and Algorithms in Python</a:t>
            </a:r>
          </a:p>
        </p:txBody>
      </p:sp>
    </p:spTree>
    <p:extLst>
      <p:ext uri="{BB962C8B-B14F-4D97-AF65-F5344CB8AC3E}">
        <p14:creationId xmlns:p14="http://schemas.microsoft.com/office/powerpoint/2010/main" val="2586617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reeform 13">
            <a:extLst>
              <a:ext uri="{FF2B5EF4-FFF2-40B4-BE49-F238E27FC236}">
                <a16:creationId xmlns:a16="http://schemas.microsoft.com/office/drawing/2014/main" id="{E54F1EF8-213B-FF64-8429-F8F6501B5178}"/>
              </a:ext>
            </a:extLst>
          </p:cNvPr>
          <p:cNvSpPr/>
          <p:nvPr userDrawn="1"/>
        </p:nvSpPr>
        <p:spPr>
          <a:xfrm>
            <a:off x="701900" y="515148"/>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2" name="Title 1"/>
          <p:cNvSpPr>
            <a:spLocks noGrp="1"/>
          </p:cNvSpPr>
          <p:nvPr>
            <p:ph type="title"/>
          </p:nvPr>
        </p:nvSpPr>
        <p:spPr>
          <a:xfrm>
            <a:off x="701900" y="351789"/>
            <a:ext cx="8061101" cy="922762"/>
          </a:xfrm>
          <a:prstGeom prst="rect">
            <a:avLst/>
          </a:prstGeom>
        </p:spPr>
        <p:txBody>
          <a:bodyPr>
            <a:normAutofit/>
          </a:bodyPr>
          <a:lstStyle>
            <a:lvl1pPr>
              <a:defRPr sz="1688" b="1">
                <a:solidFill>
                  <a:srgbClr val="223771"/>
                </a:solidFill>
              </a:defRPr>
            </a:lvl1pPr>
          </a:lstStyle>
          <a:p>
            <a:r>
              <a:rPr lang="en-US"/>
              <a:t>Click to edit Master title style</a:t>
            </a:r>
          </a:p>
        </p:txBody>
      </p:sp>
      <p:sp>
        <p:nvSpPr>
          <p:cNvPr id="3" name="Content Placeholder 2"/>
          <p:cNvSpPr>
            <a:spLocks noGrp="1"/>
          </p:cNvSpPr>
          <p:nvPr>
            <p:ph sz="half" idx="1"/>
          </p:nvPr>
        </p:nvSpPr>
        <p:spPr>
          <a:xfrm>
            <a:off x="701901" y="1639781"/>
            <a:ext cx="3336703"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1711"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p:cNvSpPr>
            <a:spLocks noGrp="1"/>
          </p:cNvSpPr>
          <p:nvPr>
            <p:ph sz="half" idx="13"/>
          </p:nvPr>
        </p:nvSpPr>
        <p:spPr>
          <a:xfrm>
            <a:off x="8426539"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9E9E4F77-455A-34FF-7394-C19D63B430BC}"/>
              </a:ext>
            </a:extLst>
          </p:cNvPr>
          <p:cNvSpPr>
            <a:spLocks noGrp="1"/>
          </p:cNvSpPr>
          <p:nvPr>
            <p:ph type="dt" sz="half" idx="14"/>
          </p:nvPr>
        </p:nvSpPr>
        <p:spPr/>
        <p:txBody>
          <a:bodyPr/>
          <a:lstStyle>
            <a:lvl1pPr>
              <a:defRPr smtClean="0"/>
            </a:lvl1pPr>
          </a:lstStyle>
          <a:p>
            <a:pPr>
              <a:buFont typeface="Monotype Sorts" charset="2"/>
              <a:buNone/>
              <a:defRPr/>
            </a:pPr>
            <a:fld id="{DF507722-439B-4523-9CE9-B70AFEB2097E}" type="datetime1">
              <a:rPr lang="en-US" smtClean="0"/>
              <a:t>12/19/2024</a:t>
            </a:fld>
            <a:endParaRPr lang="en-US" dirty="0"/>
          </a:p>
        </p:txBody>
      </p:sp>
      <p:sp>
        <p:nvSpPr>
          <p:cNvPr id="8" name="Slide Number Placeholder 6">
            <a:extLst>
              <a:ext uri="{FF2B5EF4-FFF2-40B4-BE49-F238E27FC236}">
                <a16:creationId xmlns:a16="http://schemas.microsoft.com/office/drawing/2014/main" id="{7A7C627D-779A-8D83-E2C4-C40DC84F78DD}"/>
              </a:ext>
            </a:extLst>
          </p:cNvPr>
          <p:cNvSpPr>
            <a:spLocks noGrp="1"/>
          </p:cNvSpPr>
          <p:nvPr>
            <p:ph type="sldNum" sz="quarter" idx="15"/>
          </p:nvPr>
        </p:nvSpPr>
        <p:spPr/>
        <p:txBody>
          <a:bodyPr/>
          <a:lstStyle>
            <a:lvl1pPr>
              <a:defRPr/>
            </a:lvl1pPr>
          </a:lstStyle>
          <a:p>
            <a:pPr>
              <a:buFont typeface="Monotype Sorts" charset="2"/>
              <a:buNone/>
              <a:defRPr/>
            </a:pPr>
            <a:fld id="{FE967A2B-7DC3-460F-82C1-37366D5A5F1B}" type="slidenum">
              <a:rPr lang="en-US" smtClean="0"/>
              <a:pPr>
                <a:buFont typeface="Monotype Sorts" charset="2"/>
                <a:buNone/>
                <a:defRPr/>
              </a:pPr>
              <a:t>‹#›</a:t>
            </a:fld>
            <a:endParaRPr lang="en-US" dirty="0"/>
          </a:p>
        </p:txBody>
      </p:sp>
      <p:sp>
        <p:nvSpPr>
          <p:cNvPr id="10" name="Rectangle 3">
            <a:extLst>
              <a:ext uri="{FF2B5EF4-FFF2-40B4-BE49-F238E27FC236}">
                <a16:creationId xmlns:a16="http://schemas.microsoft.com/office/drawing/2014/main" id="{2E03B860-9F7C-2731-9CAC-7601DE48A514}"/>
              </a:ext>
            </a:extLst>
          </p:cNvPr>
          <p:cNvSpPr>
            <a:spLocks noGrp="1" noChangeArrowheads="1"/>
          </p:cNvSpPr>
          <p:nvPr>
            <p:ph type="ftr" sz="quarter" idx="16"/>
          </p:nvPr>
        </p:nvSpPr>
        <p:spPr/>
        <p:txBody>
          <a:bodyPr/>
          <a:lstStyle>
            <a:lvl1pPr>
              <a:defRPr/>
            </a:lvl1pPr>
          </a:lstStyle>
          <a:p>
            <a:pPr>
              <a:buFont typeface="Monotype Sorts" charset="2"/>
              <a:buNone/>
              <a:defRPr/>
            </a:pPr>
            <a:r>
              <a:rPr lang="en-US" dirty="0"/>
              <a:t>Data Structures and Algorithms in Python</a:t>
            </a:r>
          </a:p>
        </p:txBody>
      </p:sp>
    </p:spTree>
    <p:extLst>
      <p:ext uri="{BB962C8B-B14F-4D97-AF65-F5344CB8AC3E}">
        <p14:creationId xmlns:p14="http://schemas.microsoft.com/office/powerpoint/2010/main" val="3802271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3916733C-FBD8-62DA-599D-9BAE44D832F0}"/>
              </a:ext>
            </a:extLst>
          </p:cNvPr>
          <p:cNvSpPr>
            <a:spLocks noGrp="1"/>
          </p:cNvSpPr>
          <p:nvPr>
            <p:ph type="dt" sz="half" idx="10"/>
          </p:nvPr>
        </p:nvSpPr>
        <p:spPr/>
        <p:txBody>
          <a:bodyPr/>
          <a:lstStyle>
            <a:lvl1pPr>
              <a:defRPr smtClean="0"/>
            </a:lvl1pPr>
          </a:lstStyle>
          <a:p>
            <a:pPr>
              <a:buFont typeface="Monotype Sorts" charset="2"/>
              <a:buNone/>
              <a:defRPr/>
            </a:pPr>
            <a:fld id="{65A71745-A66D-4D2C-AB6B-F5743AD780F4}" type="datetime1">
              <a:rPr lang="en-US" smtClean="0"/>
              <a:t>12/19/2024</a:t>
            </a:fld>
            <a:endParaRPr lang="en-US" dirty="0"/>
          </a:p>
        </p:txBody>
      </p:sp>
      <p:sp>
        <p:nvSpPr>
          <p:cNvPr id="4" name="Slide Number Placeholder 3">
            <a:extLst>
              <a:ext uri="{FF2B5EF4-FFF2-40B4-BE49-F238E27FC236}">
                <a16:creationId xmlns:a16="http://schemas.microsoft.com/office/drawing/2014/main" id="{ADA71387-83EF-1FFD-724E-49A6E970C5CC}"/>
              </a:ext>
            </a:extLst>
          </p:cNvPr>
          <p:cNvSpPr>
            <a:spLocks noGrp="1"/>
          </p:cNvSpPr>
          <p:nvPr>
            <p:ph type="sldNum" sz="quarter" idx="11"/>
          </p:nvPr>
        </p:nvSpPr>
        <p:spPr/>
        <p:txBody>
          <a:bodyPr/>
          <a:lstStyle>
            <a:lvl1pPr>
              <a:defRPr/>
            </a:lvl1pPr>
          </a:lstStyle>
          <a:p>
            <a:pPr>
              <a:buFont typeface="Monotype Sorts" charset="2"/>
              <a:buNone/>
              <a:defRPr/>
            </a:pPr>
            <a:fld id="{D1AD3536-327C-4937-83AF-A64971CFA6D9}" type="slidenum">
              <a:rPr lang="en-US" smtClean="0"/>
              <a:pPr>
                <a:buFont typeface="Monotype Sorts" charset="2"/>
                <a:buNone/>
                <a:defRPr/>
              </a:pPr>
              <a:t>‹#›</a:t>
            </a:fld>
            <a:endParaRPr lang="en-US" dirty="0"/>
          </a:p>
        </p:txBody>
      </p:sp>
      <p:sp>
        <p:nvSpPr>
          <p:cNvPr id="5" name="Rectangle 3">
            <a:extLst>
              <a:ext uri="{FF2B5EF4-FFF2-40B4-BE49-F238E27FC236}">
                <a16:creationId xmlns:a16="http://schemas.microsoft.com/office/drawing/2014/main" id="{82812D8D-EA8D-1B75-F994-BA3986DCE525}"/>
              </a:ext>
            </a:extLst>
          </p:cNvPr>
          <p:cNvSpPr>
            <a:spLocks noGrp="1" noChangeArrowheads="1"/>
          </p:cNvSpPr>
          <p:nvPr>
            <p:ph type="ftr" sz="quarter" idx="12"/>
          </p:nvPr>
        </p:nvSpPr>
        <p:spPr/>
        <p:txBody>
          <a:bodyPr/>
          <a:lstStyle>
            <a:lvl1pPr>
              <a:defRPr/>
            </a:lvl1pPr>
          </a:lstStyle>
          <a:p>
            <a:pPr>
              <a:buFont typeface="Monotype Sorts" charset="2"/>
              <a:buNone/>
              <a:defRPr/>
            </a:pPr>
            <a:r>
              <a:rPr lang="en-US" dirty="0"/>
              <a:t>Data Structures and Algorithms in Python</a:t>
            </a:r>
          </a:p>
        </p:txBody>
      </p:sp>
    </p:spTree>
    <p:extLst>
      <p:ext uri="{BB962C8B-B14F-4D97-AF65-F5344CB8AC3E}">
        <p14:creationId xmlns:p14="http://schemas.microsoft.com/office/powerpoint/2010/main" val="1860737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4" name="Title 1"/>
          <p:cNvSpPr>
            <a:spLocks noGrp="1"/>
          </p:cNvSpPr>
          <p:nvPr>
            <p:ph type="title"/>
          </p:nvPr>
        </p:nvSpPr>
        <p:spPr>
          <a:xfrm>
            <a:off x="741484" y="785430"/>
            <a:ext cx="8061101" cy="553289"/>
          </a:xfrm>
          <a:prstGeom prst="rect">
            <a:avLst/>
          </a:prstGeom>
        </p:spPr>
        <p:txBody>
          <a:bodyPr>
            <a:normAutofit/>
          </a:bodyPr>
          <a:lstStyle>
            <a:lvl1pPr>
              <a:defRPr sz="1406" b="1" baseline="0">
                <a:solidFill>
                  <a:srgbClr val="223771"/>
                </a:solidFill>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95DDBC1F-BF9C-7B51-59FB-F19B6984EB64}"/>
              </a:ext>
            </a:extLst>
          </p:cNvPr>
          <p:cNvSpPr>
            <a:spLocks noGrp="1"/>
          </p:cNvSpPr>
          <p:nvPr>
            <p:ph type="dt" sz="half" idx="10"/>
          </p:nvPr>
        </p:nvSpPr>
        <p:spPr/>
        <p:txBody>
          <a:bodyPr/>
          <a:lstStyle>
            <a:lvl1pPr>
              <a:defRPr smtClean="0"/>
            </a:lvl1pPr>
          </a:lstStyle>
          <a:p>
            <a:pPr>
              <a:buFont typeface="Monotype Sorts" charset="2"/>
              <a:buNone/>
              <a:defRPr/>
            </a:pPr>
            <a:fld id="{239B916D-9C2D-42AB-AE14-E538FDD0069B}" type="datetime1">
              <a:rPr lang="en-US" smtClean="0"/>
              <a:t>12/19/2024</a:t>
            </a:fld>
            <a:endParaRPr lang="en-US" dirty="0"/>
          </a:p>
        </p:txBody>
      </p:sp>
      <p:sp>
        <p:nvSpPr>
          <p:cNvPr id="4" name="Slide Number Placeholder 5">
            <a:extLst>
              <a:ext uri="{FF2B5EF4-FFF2-40B4-BE49-F238E27FC236}">
                <a16:creationId xmlns:a16="http://schemas.microsoft.com/office/drawing/2014/main" id="{F3C17964-6658-65D0-C4E0-286261C6CE64}"/>
              </a:ext>
            </a:extLst>
          </p:cNvPr>
          <p:cNvSpPr>
            <a:spLocks noGrp="1"/>
          </p:cNvSpPr>
          <p:nvPr>
            <p:ph type="sldNum" sz="quarter" idx="11"/>
          </p:nvPr>
        </p:nvSpPr>
        <p:spPr/>
        <p:txBody>
          <a:bodyPr/>
          <a:lstStyle>
            <a:lvl1pPr>
              <a:defRPr/>
            </a:lvl1pPr>
          </a:lstStyle>
          <a:p>
            <a:pPr>
              <a:buFont typeface="Monotype Sorts" charset="2"/>
              <a:buNone/>
              <a:defRPr/>
            </a:pPr>
            <a:fld id="{2BE77ECF-F060-4D46-A3D9-128B9B0DFB4A}" type="slidenum">
              <a:rPr lang="en-US" smtClean="0"/>
              <a:pPr>
                <a:buFont typeface="Monotype Sorts" charset="2"/>
                <a:buNone/>
                <a:defRPr/>
              </a:pPr>
              <a:t>‹#›</a:t>
            </a:fld>
            <a:endParaRPr lang="en-US" dirty="0"/>
          </a:p>
        </p:txBody>
      </p:sp>
      <p:sp>
        <p:nvSpPr>
          <p:cNvPr id="5" name="Rectangle 3">
            <a:extLst>
              <a:ext uri="{FF2B5EF4-FFF2-40B4-BE49-F238E27FC236}">
                <a16:creationId xmlns:a16="http://schemas.microsoft.com/office/drawing/2014/main" id="{C83511F7-1E66-04C0-64CE-2CA8940B2D71}"/>
              </a:ext>
            </a:extLst>
          </p:cNvPr>
          <p:cNvSpPr>
            <a:spLocks noGrp="1" noChangeArrowheads="1"/>
          </p:cNvSpPr>
          <p:nvPr>
            <p:ph type="ftr" sz="quarter" idx="12"/>
          </p:nvPr>
        </p:nvSpPr>
        <p:spPr/>
        <p:txBody>
          <a:bodyPr/>
          <a:lstStyle>
            <a:lvl1pPr>
              <a:defRPr/>
            </a:lvl1pPr>
          </a:lstStyle>
          <a:p>
            <a:pPr>
              <a:buFont typeface="Monotype Sorts" charset="2"/>
              <a:buNone/>
              <a:defRPr/>
            </a:pPr>
            <a:r>
              <a:rPr lang="en-US" dirty="0"/>
              <a:t>Data Structures and Algorithms in Python</a:t>
            </a:r>
          </a:p>
        </p:txBody>
      </p:sp>
    </p:spTree>
    <p:extLst>
      <p:ext uri="{BB962C8B-B14F-4D97-AF65-F5344CB8AC3E}">
        <p14:creationId xmlns:p14="http://schemas.microsoft.com/office/powerpoint/2010/main" val="1313785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5" name="Freeform 13">
            <a:extLst>
              <a:ext uri="{FF2B5EF4-FFF2-40B4-BE49-F238E27FC236}">
                <a16:creationId xmlns:a16="http://schemas.microsoft.com/office/drawing/2014/main" id="{AB79923C-0D24-F53B-D9C9-FA068E03CBFF}"/>
              </a:ext>
            </a:extLst>
          </p:cNvPr>
          <p:cNvSpPr/>
          <p:nvPr userDrawn="1"/>
        </p:nvSpPr>
        <p:spPr>
          <a:xfrm>
            <a:off x="851141" y="711200"/>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Content Placeholder 2"/>
          <p:cNvSpPr>
            <a:spLocks noGrp="1"/>
          </p:cNvSpPr>
          <p:nvPr>
            <p:ph idx="1"/>
          </p:nvPr>
        </p:nvSpPr>
        <p:spPr/>
        <p:txBody>
          <a:bodyPr/>
          <a:lstStyle>
            <a:lvl1pPr marL="128588" indent="-128588">
              <a:lnSpc>
                <a:spcPct val="150000"/>
              </a:lnSpc>
              <a:buClr>
                <a:schemeClr val="accent2"/>
              </a:buClr>
              <a:buFont typeface="Wingdings" panose="05000000000000000000" pitchFamily="2" charset="2"/>
              <a:buChar char="q"/>
              <a:defRPr sz="2400"/>
            </a:lvl1pPr>
            <a:lvl2pPr marL="385763" indent="-128588">
              <a:lnSpc>
                <a:spcPct val="150000"/>
              </a:lnSpc>
              <a:buClr>
                <a:schemeClr val="accent2"/>
              </a:buClr>
              <a:buFont typeface="Wingdings" panose="05000000000000000000" pitchFamily="2" charset="2"/>
              <a:buChar char="Ø"/>
              <a:defRPr sz="2000"/>
            </a:lvl2pPr>
            <a:lvl3pPr marL="642938" indent="-128588">
              <a:lnSpc>
                <a:spcPct val="150000"/>
              </a:lnSpc>
              <a:buClr>
                <a:schemeClr val="accent2"/>
              </a:buClr>
              <a:buFont typeface="Wingdings" panose="05000000000000000000" pitchFamily="2" charset="2"/>
              <a:buChar char="ü"/>
              <a:defRPr sz="2000"/>
            </a:lvl3pPr>
            <a:lvl4pPr marL="900113" indent="-128588">
              <a:lnSpc>
                <a:spcPct val="150000"/>
              </a:lnSpc>
              <a:buClr>
                <a:schemeClr val="accent2"/>
              </a:buClr>
              <a:buFont typeface="Courier New" panose="02070309020205020404" pitchFamily="49" charset="0"/>
              <a:buChar char="o"/>
              <a:defRPr sz="1600"/>
            </a:lvl4pPr>
            <a:lvl5pPr marL="1157288" indent="-128588">
              <a:lnSpc>
                <a:spcPct val="150000"/>
              </a:lnSpc>
              <a:buClr>
                <a:schemeClr val="accent2"/>
              </a:buClr>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8">
            <a:extLst>
              <a:ext uri="{FF2B5EF4-FFF2-40B4-BE49-F238E27FC236}">
                <a16:creationId xmlns:a16="http://schemas.microsoft.com/office/drawing/2014/main" id="{6123AFBE-2234-186F-5F0C-22D156916CE5}"/>
              </a:ext>
            </a:extLst>
          </p:cNvPr>
          <p:cNvSpPr>
            <a:spLocks noGrp="1" noChangeArrowheads="1"/>
          </p:cNvSpPr>
          <p:nvPr>
            <p:ph type="sldNum" sz="quarter" idx="10"/>
          </p:nvPr>
        </p:nvSpPr>
        <p:spPr/>
        <p:txBody>
          <a:bodyPr/>
          <a:lstStyle>
            <a:lvl1pPr defTabSz="685800" eaLnBrk="0" fontAlgn="base" hangingPunct="0">
              <a:spcBef>
                <a:spcPct val="0"/>
              </a:spcBef>
              <a:spcAft>
                <a:spcPct val="0"/>
              </a:spcAft>
              <a:defRPr>
                <a:solidFill>
                  <a:schemeClr val="bg1"/>
                </a:solidFill>
                <a:latin typeface="Arial" panose="020B0604020202020204" pitchFamily="34" charset="0"/>
                <a:ea typeface="ＭＳ Ｐゴシック" panose="020B0600070205080204" pitchFamily="34" charset="-128"/>
              </a:defRPr>
            </a:lvl1pPr>
          </a:lstStyle>
          <a:p>
            <a:pPr>
              <a:buFont typeface="Monotype Sorts" charset="2"/>
              <a:buNone/>
              <a:defRPr/>
            </a:pPr>
            <a:fld id="{34A84676-C444-4AC5-8B4E-405A7C81C0FB}" type="slidenum">
              <a:rPr lang="en-US" altLang="en-US" smtClean="0"/>
              <a:pPr>
                <a:buFont typeface="Monotype Sorts" charset="2"/>
                <a:buNone/>
                <a:defRPr/>
              </a:pPr>
              <a:t>‹#›</a:t>
            </a:fld>
            <a:endParaRPr lang="en-US" altLang="en-US" dirty="0"/>
          </a:p>
        </p:txBody>
      </p:sp>
      <p:sp>
        <p:nvSpPr>
          <p:cNvPr id="7" name="Rectangle 3">
            <a:extLst>
              <a:ext uri="{FF2B5EF4-FFF2-40B4-BE49-F238E27FC236}">
                <a16:creationId xmlns:a16="http://schemas.microsoft.com/office/drawing/2014/main" id="{2964D1F0-47D7-5B21-B6DA-1122FAFAABBE}"/>
              </a:ext>
            </a:extLst>
          </p:cNvPr>
          <p:cNvSpPr>
            <a:spLocks noGrp="1" noChangeArrowheads="1"/>
          </p:cNvSpPr>
          <p:nvPr>
            <p:ph type="ftr" sz="quarter" idx="11"/>
          </p:nvPr>
        </p:nvSpPr>
        <p:spPr/>
        <p:txBody>
          <a:bodyPr/>
          <a:lstStyle>
            <a:lvl1pPr>
              <a:defRPr/>
            </a:lvl1pPr>
          </a:lstStyle>
          <a:p>
            <a:pPr>
              <a:buFont typeface="Monotype Sorts" charset="2"/>
              <a:buNone/>
              <a:defRPr/>
            </a:pPr>
            <a:r>
              <a:rPr lang="en-US" dirty="0"/>
              <a:t>Data Structures and Algorithms in Python</a:t>
            </a:r>
          </a:p>
        </p:txBody>
      </p:sp>
      <p:sp>
        <p:nvSpPr>
          <p:cNvPr id="8" name="Date Placeholder 1">
            <a:extLst>
              <a:ext uri="{FF2B5EF4-FFF2-40B4-BE49-F238E27FC236}">
                <a16:creationId xmlns:a16="http://schemas.microsoft.com/office/drawing/2014/main" id="{AD08CD51-62C0-58FD-6E1D-88EF84F0130D}"/>
              </a:ext>
            </a:extLst>
          </p:cNvPr>
          <p:cNvSpPr>
            <a:spLocks noGrp="1"/>
          </p:cNvSpPr>
          <p:nvPr>
            <p:ph type="dt" sz="half" idx="12"/>
          </p:nvPr>
        </p:nvSpPr>
        <p:spPr/>
        <p:txBody>
          <a:bodyPr/>
          <a:lstStyle>
            <a:lvl1pPr>
              <a:defRPr smtClean="0"/>
            </a:lvl1p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1530708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Rectangle 8">
            <a:extLst>
              <a:ext uri="{FF2B5EF4-FFF2-40B4-BE49-F238E27FC236}">
                <a16:creationId xmlns:a16="http://schemas.microsoft.com/office/drawing/2014/main" id="{661F23F4-6AD8-94D5-2C85-4CB1F4DB441C}"/>
              </a:ext>
            </a:extLst>
          </p:cNvPr>
          <p:cNvSpPr>
            <a:spLocks noGrp="1" noChangeArrowheads="1"/>
          </p:cNvSpPr>
          <p:nvPr>
            <p:ph type="sldNum" sz="quarter" idx="10"/>
          </p:nvPr>
        </p:nvSpPr>
        <p:spPr/>
        <p:txBody>
          <a:bodyPr/>
          <a:lstStyle>
            <a:lvl1pPr defTabSz="685800" eaLnBrk="0" fontAlgn="base" hangingPunct="0">
              <a:spcBef>
                <a:spcPct val="0"/>
              </a:spcBef>
              <a:spcAft>
                <a:spcPct val="0"/>
              </a:spcAft>
              <a:defRPr>
                <a:solidFill>
                  <a:schemeClr val="bg1"/>
                </a:solidFill>
                <a:latin typeface="Arial" panose="020B0604020202020204" pitchFamily="34" charset="0"/>
                <a:ea typeface="ＭＳ Ｐゴシック" panose="020B0600070205080204" pitchFamily="34" charset="-128"/>
              </a:defRPr>
            </a:lvl1pPr>
          </a:lstStyle>
          <a:p>
            <a:pPr>
              <a:buFont typeface="Monotype Sorts" charset="2"/>
              <a:buNone/>
              <a:defRPr/>
            </a:pPr>
            <a:fld id="{B0510DBD-B54C-4BB2-9910-15204BA8081C}" type="slidenum">
              <a:rPr lang="en-US" altLang="en-US" smtClean="0"/>
              <a:pPr>
                <a:buFont typeface="Monotype Sorts" charset="2"/>
                <a:buNone/>
                <a:defRPr/>
              </a:pPr>
              <a:t>‹#›</a:t>
            </a:fld>
            <a:endParaRPr lang="en-US" altLang="en-US" dirty="0"/>
          </a:p>
        </p:txBody>
      </p:sp>
      <p:sp>
        <p:nvSpPr>
          <p:cNvPr id="5" name="Footer Placeholder 11">
            <a:extLst>
              <a:ext uri="{FF2B5EF4-FFF2-40B4-BE49-F238E27FC236}">
                <a16:creationId xmlns:a16="http://schemas.microsoft.com/office/drawing/2014/main" id="{928E7F04-0F8E-0741-CB89-B9A5C1DC84CD}"/>
              </a:ext>
            </a:extLst>
          </p:cNvPr>
          <p:cNvSpPr>
            <a:spLocks noGrp="1" noChangeArrowheads="1"/>
          </p:cNvSpPr>
          <p:nvPr>
            <p:ph type="ftr" sz="quarter" idx="11"/>
          </p:nvPr>
        </p:nvSpPr>
        <p:spPr/>
        <p:txBody>
          <a:bodyPr/>
          <a:lstStyle>
            <a:lvl1pPr>
              <a:defRPr/>
            </a:lvl1pPr>
          </a:lstStyle>
          <a:p>
            <a:pPr>
              <a:buFont typeface="Monotype Sorts" charset="2"/>
              <a:buNone/>
              <a:defRPr/>
            </a:pPr>
            <a:r>
              <a:rPr lang="en-US" dirty="0"/>
              <a:t>Data Structures and Algorithms in Python</a:t>
            </a:r>
          </a:p>
        </p:txBody>
      </p:sp>
      <p:sp>
        <p:nvSpPr>
          <p:cNvPr id="6" name="Date Placeholder 1">
            <a:extLst>
              <a:ext uri="{FF2B5EF4-FFF2-40B4-BE49-F238E27FC236}">
                <a16:creationId xmlns:a16="http://schemas.microsoft.com/office/drawing/2014/main" id="{8F00BDC9-ED95-ECCB-3AA2-7C715A291A58}"/>
              </a:ext>
            </a:extLst>
          </p:cNvPr>
          <p:cNvSpPr>
            <a:spLocks noGrp="1"/>
          </p:cNvSpPr>
          <p:nvPr>
            <p:ph type="dt" sz="half" idx="12"/>
          </p:nvPr>
        </p:nvSpPr>
        <p:spPr/>
        <p:txBody>
          <a:bodyPr/>
          <a:lstStyle>
            <a:lvl1pPr>
              <a:defRPr smtClean="0"/>
            </a:lvl1pPr>
          </a:lstStyle>
          <a:p>
            <a:pPr>
              <a:buFont typeface="Monotype Sorts" charset="2"/>
              <a:buNone/>
              <a:defRPr/>
            </a:pPr>
            <a:fld id="{3F34B5DD-F4AF-4694-A8F2-2077CF152765}" type="datetime1">
              <a:rPr lang="en-US" smtClean="0"/>
              <a:t>12/19/2024</a:t>
            </a:fld>
            <a:endParaRPr lang="en-US" dirty="0"/>
          </a:p>
        </p:txBody>
      </p:sp>
    </p:spTree>
    <p:extLst>
      <p:ext uri="{BB962C8B-B14F-4D97-AF65-F5344CB8AC3E}">
        <p14:creationId xmlns:p14="http://schemas.microsoft.com/office/powerpoint/2010/main" val="1563508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6">
            <a:extLst>
              <a:ext uri="{FF2B5EF4-FFF2-40B4-BE49-F238E27FC236}">
                <a16:creationId xmlns:a16="http://schemas.microsoft.com/office/drawing/2014/main" id="{95787B45-CCD1-2665-35CA-26FF8EFF88D7}"/>
              </a:ext>
            </a:extLst>
          </p:cNvPr>
          <p:cNvGrpSpPr>
            <a:grpSpLocks/>
          </p:cNvGrpSpPr>
          <p:nvPr/>
        </p:nvGrpSpPr>
        <p:grpSpPr bwMode="auto">
          <a:xfrm>
            <a:off x="0" y="6494463"/>
            <a:ext cx="12192000" cy="373062"/>
            <a:chOff x="0" y="1661375"/>
            <a:chExt cx="12192000" cy="373091"/>
          </a:xfrm>
        </p:grpSpPr>
        <p:sp>
          <p:nvSpPr>
            <p:cNvPr id="8" name="Rectangle 7">
              <a:extLst>
                <a:ext uri="{FF2B5EF4-FFF2-40B4-BE49-F238E27FC236}">
                  <a16:creationId xmlns:a16="http://schemas.microsoft.com/office/drawing/2014/main" id="{E0A8C841-F6D0-23B2-733A-1CD90B3F4DAD}"/>
                </a:ext>
              </a:extLst>
            </p:cNvPr>
            <p:cNvSpPr/>
            <p:nvPr/>
          </p:nvSpPr>
          <p:spPr>
            <a:xfrm>
              <a:off x="0" y="1661375"/>
              <a:ext cx="12192000" cy="109546"/>
            </a:xfrm>
            <a:prstGeom prst="rect">
              <a:avLst/>
            </a:prstGeom>
            <a:solidFill>
              <a:srgbClr val="F265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00">
                <a:solidFill>
                  <a:prstClr val="white"/>
                </a:solidFill>
              </a:endParaRPr>
            </a:p>
          </p:txBody>
        </p:sp>
        <p:sp>
          <p:nvSpPr>
            <p:cNvPr id="9" name="Rectangle 8">
              <a:extLst>
                <a:ext uri="{FF2B5EF4-FFF2-40B4-BE49-F238E27FC236}">
                  <a16:creationId xmlns:a16="http://schemas.microsoft.com/office/drawing/2014/main" id="{3F0B988D-9418-5175-B8F1-38CA646ADBA2}"/>
                </a:ext>
              </a:extLst>
            </p:cNvPr>
            <p:cNvSpPr/>
            <p:nvPr/>
          </p:nvSpPr>
          <p:spPr>
            <a:xfrm>
              <a:off x="0" y="1759808"/>
              <a:ext cx="12192000" cy="274658"/>
            </a:xfrm>
            <a:prstGeom prst="rect">
              <a:avLst/>
            </a:prstGeom>
            <a:solidFill>
              <a:srgbClr val="2237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00" dirty="0">
                <a:solidFill>
                  <a:prstClr val="white"/>
                </a:solidFill>
              </a:endParaRPr>
            </a:p>
          </p:txBody>
        </p:sp>
      </p:grpSp>
      <p:sp>
        <p:nvSpPr>
          <p:cNvPr id="6" name="Slide Number Placeholder 5">
            <a:extLst>
              <a:ext uri="{FF2B5EF4-FFF2-40B4-BE49-F238E27FC236}">
                <a16:creationId xmlns:a16="http://schemas.microsoft.com/office/drawing/2014/main" id="{9B3B3991-06E6-1D64-C030-E5657676DBBE}"/>
              </a:ext>
            </a:extLst>
          </p:cNvPr>
          <p:cNvSpPr>
            <a:spLocks noGrp="1"/>
          </p:cNvSpPr>
          <p:nvPr>
            <p:ph type="sldNum" sz="quarter" idx="4"/>
          </p:nvPr>
        </p:nvSpPr>
        <p:spPr>
          <a:xfrm>
            <a:off x="9448800" y="6600825"/>
            <a:ext cx="2743200" cy="274638"/>
          </a:xfrm>
          <a:prstGeom prst="rect">
            <a:avLst/>
          </a:prstGeom>
        </p:spPr>
        <p:txBody>
          <a:bodyPr vert="horz" lIns="91440" tIns="45720" rIns="91440" bIns="45720" rtlCol="0" anchor="ctr"/>
          <a:lstStyle>
            <a:lvl1pPr algn="r" defTabSz="257175" eaLnBrk="1" fontAlgn="auto" hangingPunct="1">
              <a:spcBef>
                <a:spcPts val="0"/>
              </a:spcBef>
              <a:spcAft>
                <a:spcPts val="0"/>
              </a:spcAft>
              <a:defRPr sz="1000">
                <a:solidFill>
                  <a:prstClr val="white"/>
                </a:solidFill>
                <a:latin typeface="Calibri" panose="020F0502020204030204"/>
                <a:ea typeface="+mn-ea"/>
              </a:defRPr>
            </a:lvl1pPr>
          </a:lstStyle>
          <a:p>
            <a:pPr>
              <a:buFont typeface="Monotype Sorts" charset="2"/>
              <a:buNone/>
              <a:defRPr/>
            </a:pPr>
            <a:fld id="{B77A7909-E221-4E66-A5EF-13497EA60DDF}" type="slidenum">
              <a:rPr lang="en-US" smtClean="0"/>
              <a:pPr>
                <a:buFont typeface="Monotype Sorts" charset="2"/>
                <a:buNone/>
                <a:defRPr/>
              </a:pPr>
              <a:t>‹#›</a:t>
            </a:fld>
            <a:endParaRPr lang="en-US" dirty="0"/>
          </a:p>
        </p:txBody>
      </p:sp>
      <p:sp>
        <p:nvSpPr>
          <p:cNvPr id="4" name="Date Placeholder 3">
            <a:extLst>
              <a:ext uri="{FF2B5EF4-FFF2-40B4-BE49-F238E27FC236}">
                <a16:creationId xmlns:a16="http://schemas.microsoft.com/office/drawing/2014/main" id="{0DB57D17-CBC3-C51E-EB1C-7963F0F1D19C}"/>
              </a:ext>
            </a:extLst>
          </p:cNvPr>
          <p:cNvSpPr>
            <a:spLocks noGrp="1"/>
          </p:cNvSpPr>
          <p:nvPr>
            <p:ph type="dt" sz="half" idx="2"/>
          </p:nvPr>
        </p:nvSpPr>
        <p:spPr>
          <a:xfrm>
            <a:off x="0" y="6600827"/>
            <a:ext cx="2743200" cy="257175"/>
          </a:xfrm>
          <a:prstGeom prst="rect">
            <a:avLst/>
          </a:prstGeom>
        </p:spPr>
        <p:txBody>
          <a:bodyPr vert="horz" lIns="91440" tIns="45720" rIns="91440" bIns="45720" rtlCol="0" anchor="ctr"/>
          <a:lstStyle>
            <a:lvl1pPr algn="l" defTabSz="257175" eaLnBrk="1" fontAlgn="auto" hangingPunct="1">
              <a:spcBef>
                <a:spcPts val="0"/>
              </a:spcBef>
              <a:spcAft>
                <a:spcPts val="0"/>
              </a:spcAft>
              <a:defRPr sz="1000" smtClean="0">
                <a:solidFill>
                  <a:prstClr val="white"/>
                </a:solidFill>
                <a:latin typeface="Calibri" panose="020F0502020204030204"/>
                <a:ea typeface="+mn-ea"/>
              </a:defRPr>
            </a:lvl1pPr>
          </a:lstStyle>
          <a:p>
            <a:pPr>
              <a:buFont typeface="Monotype Sorts" charset="2"/>
              <a:buNone/>
              <a:defRPr/>
            </a:pPr>
            <a:fld id="{D956F7ED-D063-4ECE-9B57-E455597CA494}" type="datetime1">
              <a:rPr lang="en-US" smtClean="0"/>
              <a:t>12/19/2024</a:t>
            </a:fld>
            <a:endParaRPr lang="en-US" dirty="0"/>
          </a:p>
        </p:txBody>
      </p:sp>
      <p:sp>
        <p:nvSpPr>
          <p:cNvPr id="1029" name="Title Placeholder 1">
            <a:extLst>
              <a:ext uri="{FF2B5EF4-FFF2-40B4-BE49-F238E27FC236}">
                <a16:creationId xmlns:a16="http://schemas.microsoft.com/office/drawing/2014/main" id="{B3DE4959-DECB-5DE9-5280-05B3FE6EB057}"/>
              </a:ext>
            </a:extLst>
          </p:cNvPr>
          <p:cNvSpPr>
            <a:spLocks noGrp="1" noChangeArrowheads="1"/>
          </p:cNvSpPr>
          <p:nvPr>
            <p:ph type="title"/>
          </p:nvPr>
        </p:nvSpPr>
        <p:spPr bwMode="auto">
          <a:xfrm>
            <a:off x="838200" y="365127"/>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Text Placeholder 2">
            <a:extLst>
              <a:ext uri="{FF2B5EF4-FFF2-40B4-BE49-F238E27FC236}">
                <a16:creationId xmlns:a16="http://schemas.microsoft.com/office/drawing/2014/main" id="{810CF440-6E0B-2021-0C2C-5CE6B0FDCE52}"/>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Rectangle 3">
            <a:extLst>
              <a:ext uri="{FF2B5EF4-FFF2-40B4-BE49-F238E27FC236}">
                <a16:creationId xmlns:a16="http://schemas.microsoft.com/office/drawing/2014/main" id="{CCD044D3-EBD5-9CF6-2CD8-89513494DC68}"/>
              </a:ext>
            </a:extLst>
          </p:cNvPr>
          <p:cNvSpPr>
            <a:spLocks noGrp="1" noChangeArrowheads="1"/>
          </p:cNvSpPr>
          <p:nvPr>
            <p:ph type="ftr" sz="quarter" idx="3"/>
          </p:nvPr>
        </p:nvSpPr>
        <p:spPr>
          <a:xfrm>
            <a:off x="3871914" y="6604000"/>
            <a:ext cx="4967287" cy="254000"/>
          </a:xfrm>
          <a:prstGeom prst="rect">
            <a:avLst/>
          </a:prstGeom>
          <a:ln/>
        </p:spPr>
        <p:txBody>
          <a:bodyPr/>
          <a:lstStyle>
            <a:lvl1pPr>
              <a:defRPr sz="1000">
                <a:solidFill>
                  <a:schemeClr val="bg1"/>
                </a:solidFill>
              </a:defRPr>
            </a:lvl1p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19132012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hdr="0"/>
  <p:txStyles>
    <p:titleStyle>
      <a:lvl1pPr algn="l" defTabSz="514350" rtl="0" eaLnBrk="0" fontAlgn="base" hangingPunct="0">
        <a:lnSpc>
          <a:spcPct val="90000"/>
        </a:lnSpc>
        <a:spcBef>
          <a:spcPct val="0"/>
        </a:spcBef>
        <a:spcAft>
          <a:spcPct val="0"/>
        </a:spcAft>
        <a:defRPr sz="2475" kern="1200">
          <a:solidFill>
            <a:schemeClr val="tx1"/>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5pPr>
      <a:lvl6pPr marL="3429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6pPr>
      <a:lvl7pPr marL="6858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7pPr>
      <a:lvl8pPr marL="10287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8pPr>
      <a:lvl9pPr marL="13716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9pPr>
    </p:titleStyle>
    <p:bodyStyle>
      <a:lvl1pPr marL="128588" indent="-128588" algn="l" defTabSz="514350" rtl="0" eaLnBrk="0" fontAlgn="base" hangingPunct="0">
        <a:lnSpc>
          <a:spcPct val="90000"/>
        </a:lnSpc>
        <a:spcBef>
          <a:spcPts val="563"/>
        </a:spcBef>
        <a:spcAft>
          <a:spcPct val="0"/>
        </a:spcAft>
        <a:buFont typeface="Arial" panose="020B0604020202020204" pitchFamily="34" charset="0"/>
        <a:buChar char="•"/>
        <a:defRPr sz="1575" kern="1200">
          <a:solidFill>
            <a:schemeClr val="tx1"/>
          </a:solidFill>
          <a:latin typeface="Arial" panose="020B0604020202020204" pitchFamily="34" charset="0"/>
          <a:ea typeface="+mn-ea"/>
          <a:cs typeface="Arial" panose="020B0604020202020204" pitchFamily="34" charset="0"/>
        </a:defRPr>
      </a:lvl1pPr>
      <a:lvl2pPr marL="385763" indent="-128588" algn="l" defTabSz="514350" rtl="0" eaLnBrk="0" fontAlgn="base" hangingPunct="0">
        <a:lnSpc>
          <a:spcPct val="90000"/>
        </a:lnSpc>
        <a:spcBef>
          <a:spcPts val="281"/>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642938" indent="-128588" algn="l" defTabSz="514350" rtl="0" eaLnBrk="0" fontAlgn="base" hangingPunct="0">
        <a:lnSpc>
          <a:spcPct val="90000"/>
        </a:lnSpc>
        <a:spcBef>
          <a:spcPts val="281"/>
        </a:spcBef>
        <a:spcAft>
          <a:spcPct val="0"/>
        </a:spcAft>
        <a:buFont typeface="Arial" panose="020B0604020202020204" pitchFamily="34" charset="0"/>
        <a:buChar char="•"/>
        <a:defRPr sz="1125" kern="1200">
          <a:solidFill>
            <a:schemeClr val="tx1"/>
          </a:solidFill>
          <a:latin typeface="Arial" panose="020B0604020202020204" pitchFamily="34" charset="0"/>
          <a:ea typeface="+mn-ea"/>
          <a:cs typeface="Arial" panose="020B0604020202020204" pitchFamily="34" charset="0"/>
        </a:defRPr>
      </a:lvl3pPr>
      <a:lvl4pPr marL="900113" indent="-128588" algn="l" defTabSz="514350" rtl="0" eaLnBrk="0" fontAlgn="base" hangingPunct="0">
        <a:lnSpc>
          <a:spcPct val="90000"/>
        </a:lnSpc>
        <a:spcBef>
          <a:spcPts val="281"/>
        </a:spcBef>
        <a:spcAft>
          <a:spcPct val="0"/>
        </a:spcAft>
        <a:buFont typeface="Arial" panose="020B0604020202020204" pitchFamily="34" charset="0"/>
        <a:buChar char="•"/>
        <a:defRPr sz="975" kern="1200">
          <a:solidFill>
            <a:schemeClr val="tx1"/>
          </a:solidFill>
          <a:latin typeface="Arial" panose="020B0604020202020204" pitchFamily="34" charset="0"/>
          <a:ea typeface="+mn-ea"/>
          <a:cs typeface="Arial" panose="020B0604020202020204" pitchFamily="34" charset="0"/>
        </a:defRPr>
      </a:lvl4pPr>
      <a:lvl5pPr marL="1157288" indent="-128588" algn="l" defTabSz="514350" rtl="0" eaLnBrk="0" fontAlgn="base" hangingPunct="0">
        <a:lnSpc>
          <a:spcPct val="90000"/>
        </a:lnSpc>
        <a:spcBef>
          <a:spcPts val="281"/>
        </a:spcBef>
        <a:spcAft>
          <a:spcPct val="0"/>
        </a:spcAft>
        <a:buFont typeface="Arial" panose="020B0604020202020204" pitchFamily="34" charset="0"/>
        <a:buChar char="•"/>
        <a:defRPr sz="975" kern="1200">
          <a:solidFill>
            <a:schemeClr val="tx1"/>
          </a:solidFill>
          <a:latin typeface="Arial" panose="020B0604020202020204" pitchFamily="34" charset="0"/>
          <a:ea typeface="+mn-ea"/>
          <a:cs typeface="Arial" panose="020B0604020202020204" pitchFamily="34" charset="0"/>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hyperlink" Target="https://www.geeksforgeeks.org/quick-sort/" TargetMode="Externa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hyperlink" Target="https://www.geeksforgeeks.org/implement-various-types-of-partitions-in-quick-sort-in-java/?ref=lbp" TargetMode="Externa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3" Type="http://schemas.openxmlformats.org/officeDocument/2006/relationships/hyperlink" Target="https://www.geeksforgeeks.org/time-and-space-complexity-analysis-of-quick-sort/?ref=next_article" TargetMode="External"/><Relationship Id="rId2" Type="http://schemas.openxmlformats.org/officeDocument/2006/relationships/image" Target="../media/image57.png"/><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2" Type="http://schemas.openxmlformats.org/officeDocument/2006/relationships/hyperlink" Target="https://www.geeksforgeeks.org/merge-sort/?ref=shm" TargetMode="Externa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3" Type="http://schemas.openxmlformats.org/officeDocument/2006/relationships/hyperlink" Target="https://www.geeksforgeeks.org/top-mcqs-on-quicksort-algorithm-with-answers/" TargetMode="External"/><Relationship Id="rId2" Type="http://schemas.openxmlformats.org/officeDocument/2006/relationships/hyperlink" Target="https://www.geeksforgeeks.org/top-mcqs-on-mergesort-algorithm-with-answers/" TargetMode="External"/><Relationship Id="rId1" Type="http://schemas.openxmlformats.org/officeDocument/2006/relationships/slideLayout" Target="../slideLayouts/slideLayout10.xml"/><Relationship Id="rId4" Type="http://schemas.openxmlformats.org/officeDocument/2006/relationships/hyperlink" Target="https://www.geeksforgeeks.org/explore?page=1&amp;category=Sorting&amp;sortBy=submissions&amp;itm_source=geeksforgeeks&amp;itm_medium=main_header&amp;itm_campaign=practice_head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26">
            <a:extLst>
              <a:ext uri="{FF2B5EF4-FFF2-40B4-BE49-F238E27FC236}">
                <a16:creationId xmlns:a16="http://schemas.microsoft.com/office/drawing/2014/main" id="{92E5D540-A172-47D4-6805-9B492CBB4B8E}"/>
              </a:ext>
            </a:extLst>
          </p:cNvPr>
          <p:cNvSpPr>
            <a:spLocks noGrp="1" noChangeArrowheads="1"/>
          </p:cNvSpPr>
          <p:nvPr>
            <p:ph type="ctrTitle" idx="4294967295"/>
          </p:nvPr>
        </p:nvSpPr>
        <p:spPr>
          <a:xfrm>
            <a:off x="2667000" y="1447800"/>
            <a:ext cx="8001000" cy="2209800"/>
          </a:xfrm>
        </p:spPr>
        <p:txBody>
          <a:bodyPr/>
          <a:lstStyle/>
          <a:p>
            <a:pPr eaLnBrk="1" hangingPunct="1"/>
            <a:r>
              <a:rPr lang="en-US" altLang="en-US" sz="4000" b="1"/>
              <a:t>Database Systems: </a:t>
            </a:r>
            <a:br>
              <a:rPr lang="en-US" altLang="en-US" sz="4000" b="1"/>
            </a:br>
            <a:r>
              <a:rPr lang="en-US" altLang="en-US" sz="4000" b="1"/>
              <a:t>Design, Implementation, and Management</a:t>
            </a:r>
            <a:br>
              <a:rPr lang="en-US" altLang="en-US" sz="4000" b="1"/>
            </a:br>
            <a:r>
              <a:rPr lang="en-US" altLang="en-US" sz="4000" b="1"/>
              <a:t>14</a:t>
            </a:r>
            <a:r>
              <a:rPr lang="en-US" altLang="en-US" sz="2800" b="1"/>
              <a:t>th Edition</a:t>
            </a:r>
          </a:p>
        </p:txBody>
      </p:sp>
      <p:sp>
        <p:nvSpPr>
          <p:cNvPr id="15363" name="Rectangle 1027">
            <a:extLst>
              <a:ext uri="{FF2B5EF4-FFF2-40B4-BE49-F238E27FC236}">
                <a16:creationId xmlns:a16="http://schemas.microsoft.com/office/drawing/2014/main" id="{248535E3-6B0B-E1D8-9717-427E36E84EA0}"/>
              </a:ext>
            </a:extLst>
          </p:cNvPr>
          <p:cNvSpPr>
            <a:spLocks noGrp="1" noChangeArrowheads="1"/>
          </p:cNvSpPr>
          <p:nvPr>
            <p:ph type="subTitle" idx="4294967295"/>
          </p:nvPr>
        </p:nvSpPr>
        <p:spPr>
          <a:xfrm>
            <a:off x="2740025" y="4524375"/>
            <a:ext cx="7927975" cy="1462088"/>
          </a:xfrm>
        </p:spPr>
        <p:txBody>
          <a:bodyPr/>
          <a:lstStyle/>
          <a:p>
            <a:pPr marL="0" indent="0" algn="ctr" eaLnBrk="1" hangingPunct="1">
              <a:buFont typeface="Arial" panose="020B0604020202020204" pitchFamily="34" charset="0"/>
              <a:buNone/>
            </a:pPr>
            <a:r>
              <a:rPr lang="en-US" altLang="en-US" sz="3400" i="1"/>
              <a:t>Chapter 1</a:t>
            </a:r>
          </a:p>
          <a:p>
            <a:pPr marL="0" indent="0" algn="ctr" eaLnBrk="1" hangingPunct="1">
              <a:buFont typeface="Arial" panose="020B0604020202020204" pitchFamily="34" charset="0"/>
              <a:buNone/>
            </a:pPr>
            <a:r>
              <a:rPr lang="en-US" altLang="en-US" sz="3400" i="1"/>
              <a:t>Database Systems</a:t>
            </a:r>
          </a:p>
        </p:txBody>
      </p:sp>
      <p:sp>
        <p:nvSpPr>
          <p:cNvPr id="4" name="Date Placeholder 3">
            <a:extLst>
              <a:ext uri="{FF2B5EF4-FFF2-40B4-BE49-F238E27FC236}">
                <a16:creationId xmlns:a16="http://schemas.microsoft.com/office/drawing/2014/main" id="{9A548246-CEB8-0971-5EF9-56854AD4362F}"/>
              </a:ext>
            </a:extLst>
          </p:cNvPr>
          <p:cNvSpPr>
            <a:spLocks noGrp="1"/>
          </p:cNvSpPr>
          <p:nvPr>
            <p:ph type="dt" sz="quarter" idx="10"/>
          </p:nvPr>
        </p:nvSpPr>
        <p:spPr/>
        <p:txBody>
          <a:bodyPr/>
          <a:lstStyle/>
          <a:p>
            <a:pPr>
              <a:defRPr/>
            </a:pPr>
            <a:fld id="{4863D60C-B233-4073-9E4F-853A6F50270F}" type="datetime1">
              <a:rPr lang="en-US" smtClean="0"/>
              <a:t>12/19/2024</a:t>
            </a:fld>
            <a:endParaRPr lang="en-US" dirty="0"/>
          </a:p>
        </p:txBody>
      </p:sp>
      <p:sp>
        <p:nvSpPr>
          <p:cNvPr id="15365" name="Footer Placeholder 5">
            <a:extLst>
              <a:ext uri="{FF2B5EF4-FFF2-40B4-BE49-F238E27FC236}">
                <a16:creationId xmlns:a16="http://schemas.microsoft.com/office/drawing/2014/main" id="{AAF4E8F2-2222-1382-2DBB-5EDCE12E239C}"/>
              </a:ext>
            </a:extLst>
          </p:cNvPr>
          <p:cNvSpPr>
            <a:spLocks noGrp="1" noChangeArrowheads="1"/>
          </p:cNvSpPr>
          <p:nvPr>
            <p:ph type="ftr"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Data Structures and Algorithms in Python</a:t>
            </a:r>
            <a:endParaRPr lang="en-US" altLang="en-US" sz="1000" dirty="0">
              <a:solidFill>
                <a:schemeClr val="bg1"/>
              </a:solidFill>
            </a:endParaRPr>
          </a:p>
        </p:txBody>
      </p:sp>
      <p:sp>
        <p:nvSpPr>
          <p:cNvPr id="7" name="Slide Number Placeholder 6">
            <a:extLst>
              <a:ext uri="{FF2B5EF4-FFF2-40B4-BE49-F238E27FC236}">
                <a16:creationId xmlns:a16="http://schemas.microsoft.com/office/drawing/2014/main" id="{D8A4F77A-56CD-A304-C081-F43792560CE5}"/>
              </a:ext>
            </a:extLst>
          </p:cNvPr>
          <p:cNvSpPr>
            <a:spLocks noGrp="1"/>
          </p:cNvSpPr>
          <p:nvPr>
            <p:ph type="sldNum" sz="quarter" idx="11"/>
          </p:nvPr>
        </p:nvSpPr>
        <p:spPr/>
        <p:txBody>
          <a:bodyPr/>
          <a:lstStyle/>
          <a:p>
            <a:pPr>
              <a:defRPr/>
            </a:pPr>
            <a:endParaRPr lang="en-US" dirty="0"/>
          </a:p>
        </p:txBody>
      </p:sp>
      <p:pic>
        <p:nvPicPr>
          <p:cNvPr id="9" name="Picture 8">
            <a:extLst>
              <a:ext uri="{FF2B5EF4-FFF2-40B4-BE49-F238E27FC236}">
                <a16:creationId xmlns:a16="http://schemas.microsoft.com/office/drawing/2014/main" id="{774FF61F-2683-08B0-9745-3DDA87C764B4}"/>
              </a:ext>
            </a:extLst>
          </p:cNvPr>
          <p:cNvPicPr>
            <a:picLocks noChangeAspect="1"/>
          </p:cNvPicPr>
          <p:nvPr/>
        </p:nvPicPr>
        <p:blipFill>
          <a:blip r:embed="rId3"/>
          <a:stretch>
            <a:fillRect/>
          </a:stretch>
        </p:blipFill>
        <p:spPr>
          <a:xfrm>
            <a:off x="0" y="101995"/>
            <a:ext cx="12192000" cy="66540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20FFC1CF-C6D1-C190-5CBD-BA8BD4CDF186}"/>
              </a:ext>
            </a:extLst>
          </p:cNvPr>
          <p:cNvSpPr>
            <a:spLocks noGrp="1" noChangeArrowheads="1"/>
          </p:cNvSpPr>
          <p:nvPr>
            <p:ph type="title"/>
          </p:nvPr>
        </p:nvSpPr>
        <p:spPr>
          <a:xfrm>
            <a:off x="838200" y="304800"/>
            <a:ext cx="10515600" cy="1325563"/>
          </a:xfrm>
        </p:spPr>
        <p:txBody>
          <a:bodyPr/>
          <a:lstStyle/>
          <a:p>
            <a:pPr algn="ctr" eaLnBrk="1" hangingPunct="1"/>
            <a:r>
              <a:rPr lang="en-US" altLang="en-US" sz="3200" dirty="0"/>
              <a:t>National Economics University</a:t>
            </a:r>
            <a:br>
              <a:rPr lang="en-US" altLang="en-US" sz="3200" dirty="0"/>
            </a:br>
            <a:r>
              <a:rPr lang="en-US" altLang="en-US" sz="3200" dirty="0"/>
              <a:t>Faculty of Data Science &amp; Artificial Intelligence</a:t>
            </a:r>
          </a:p>
        </p:txBody>
      </p:sp>
      <p:sp>
        <p:nvSpPr>
          <p:cNvPr id="3" name="Title 1">
            <a:extLst>
              <a:ext uri="{FF2B5EF4-FFF2-40B4-BE49-F238E27FC236}">
                <a16:creationId xmlns:a16="http://schemas.microsoft.com/office/drawing/2014/main" id="{650F7E22-523E-06DC-63AF-3DDDA301838E}"/>
              </a:ext>
            </a:extLst>
          </p:cNvPr>
          <p:cNvSpPr txBox="1">
            <a:spLocks/>
          </p:cNvSpPr>
          <p:nvPr/>
        </p:nvSpPr>
        <p:spPr bwMode="auto">
          <a:xfrm>
            <a:off x="838200" y="1828800"/>
            <a:ext cx="10515600" cy="3657600"/>
          </a:xfrm>
          <a:prstGeom prst="rect">
            <a:avLst/>
          </a:prstGeom>
          <a:noFill/>
          <a:ln>
            <a:noFill/>
          </a:ln>
        </p:spPr>
        <p:txBody>
          <a:bodyPr anchor="ctr"/>
          <a:lstStyle>
            <a:lvl1pPr algn="l" defTabSz="685800" rtl="0" fontAlgn="base">
              <a:lnSpc>
                <a:spcPct val="90000"/>
              </a:lnSpc>
              <a:spcBef>
                <a:spcPct val="0"/>
              </a:spcBef>
              <a:spcAft>
                <a:spcPct val="0"/>
              </a:spcAft>
              <a:defRPr sz="3300" kern="1200">
                <a:solidFill>
                  <a:schemeClr val="bg1"/>
                </a:solidFill>
                <a:latin typeface="Arial" panose="020B0604020202020204" pitchFamily="34" charset="0"/>
                <a:ea typeface="+mj-ea"/>
                <a:cs typeface="Arial" panose="020B0604020202020204" pitchFamily="34" charset="0"/>
              </a:defRPr>
            </a:lvl1pPr>
            <a:lvl2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2pPr>
            <a:lvl3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3pPr>
            <a:lvl4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4pPr>
            <a:lvl5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5pPr>
            <a:lvl6pPr marL="4572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6pPr>
            <a:lvl7pPr marL="9144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7pPr>
            <a:lvl8pPr marL="13716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8pPr>
            <a:lvl9pPr marL="18288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9pPr>
          </a:lstStyle>
          <a:p>
            <a:pPr marL="457200" indent="-457200" eaLnBrk="1" hangingPunct="1">
              <a:buFont typeface="Wingdings" panose="05000000000000000000" pitchFamily="2" charset="2"/>
              <a:buChar char="q"/>
              <a:defRPr/>
            </a:pPr>
            <a:r>
              <a:rPr lang="en-US" dirty="0"/>
              <a:t>Fundamentals of Python: Data Structures  – Algorithm Analysis</a:t>
            </a:r>
          </a:p>
          <a:p>
            <a:pPr eaLnBrk="1" hangingPunct="1">
              <a:defRPr/>
            </a:pPr>
            <a:endParaRPr lang="en-US" dirty="0"/>
          </a:p>
          <a:p>
            <a:pPr marL="457200" indent="-457200" eaLnBrk="1" hangingPunct="1">
              <a:buFont typeface="Wingdings" panose="05000000000000000000" pitchFamily="2" charset="2"/>
              <a:buChar char="q"/>
              <a:defRPr/>
            </a:pPr>
            <a:r>
              <a:rPr lang="en-US" dirty="0"/>
              <a:t>Instructor: Duc Minh Vu (FDA – SLSCM Lab)</a:t>
            </a:r>
          </a:p>
          <a:p>
            <a:pPr marL="457200" indent="-457200" eaLnBrk="1" hangingPunct="1">
              <a:buFont typeface="Wingdings" panose="05000000000000000000" pitchFamily="2" charset="2"/>
              <a:buChar char="q"/>
              <a:defRPr/>
            </a:pPr>
            <a:r>
              <a:rPr lang="en-US" dirty="0"/>
              <a:t>Email: </a:t>
            </a:r>
            <a:r>
              <a:rPr lang="en-US" dirty="0" err="1"/>
              <a:t>minhvd</a:t>
            </a:r>
            <a:r>
              <a:rPr lang="en-US" dirty="0"/>
              <a:t> [at] neu.edu.vn</a:t>
            </a:r>
            <a:br>
              <a:rPr lang="en-US" dirty="0"/>
            </a:br>
            <a:endParaRPr lang="en-US" dirty="0"/>
          </a:p>
        </p:txBody>
      </p:sp>
      <p:pic>
        <p:nvPicPr>
          <p:cNvPr id="2" name="Picture 2">
            <a:extLst>
              <a:ext uri="{FF2B5EF4-FFF2-40B4-BE49-F238E27FC236}">
                <a16:creationId xmlns:a16="http://schemas.microsoft.com/office/drawing/2014/main" id="{276F99BE-16D2-D698-B84F-294467AC8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44034" y="204634"/>
            <a:ext cx="1243166" cy="1243166"/>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1">
            <a:extLst>
              <a:ext uri="{FF2B5EF4-FFF2-40B4-BE49-F238E27FC236}">
                <a16:creationId xmlns:a16="http://schemas.microsoft.com/office/drawing/2014/main" id="{19BFC2BE-16EA-CF2A-0193-BCC3544BE7F1}"/>
              </a:ext>
            </a:extLst>
          </p:cNvPr>
          <p:cNvSpPr txBox="1">
            <a:spLocks/>
          </p:cNvSpPr>
          <p:nvPr/>
        </p:nvSpPr>
        <p:spPr>
          <a:xfrm>
            <a:off x="0" y="6600825"/>
            <a:ext cx="2743200" cy="257175"/>
          </a:xfrm>
          <a:prstGeom prst="rect">
            <a:avLst/>
          </a:prstGeom>
          <a:ln/>
        </p:spPr>
        <p:txBody>
          <a:bodyPr/>
          <a:lstStyle>
            <a:defPPr>
              <a:defRPr lang="en-US"/>
            </a:defPPr>
            <a:lvl1pPr algn="l" rtl="0" eaLnBrk="0" fontAlgn="base" hangingPunct="0">
              <a:spcBef>
                <a:spcPct val="0"/>
              </a:spcBef>
              <a:spcAft>
                <a:spcPct val="0"/>
              </a:spcAft>
              <a:defRPr sz="1000"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9pPr>
          </a:lstStyle>
          <a:p>
            <a:pPr>
              <a:defRPr/>
            </a:pPr>
            <a:fld id="{70935733-0070-4FC4-AA67-45D4DA740129}" type="datetime1">
              <a:rPr lang="en-US" smtClean="0"/>
              <a:pPr>
                <a:defRPr/>
              </a:pPr>
              <a:t>12/19/2024</a:t>
            </a:fld>
            <a:endParaRPr lang="en-US" dirty="0"/>
          </a:p>
        </p:txBody>
      </p:sp>
      <p:sp>
        <p:nvSpPr>
          <p:cNvPr id="6" name="Footer Placeholder 5">
            <a:extLst>
              <a:ext uri="{FF2B5EF4-FFF2-40B4-BE49-F238E27FC236}">
                <a16:creationId xmlns:a16="http://schemas.microsoft.com/office/drawing/2014/main" id="{13836BB0-D354-C3A9-B5A0-5D1CD2961152}"/>
              </a:ext>
            </a:extLst>
          </p:cNvPr>
          <p:cNvSpPr txBox="1">
            <a:spLocks noChangeArrowheads="1"/>
          </p:cNvSpPr>
          <p:nvPr/>
        </p:nvSpPr>
        <p:spPr bwMode="auto">
          <a:xfrm>
            <a:off x="3871913" y="6604000"/>
            <a:ext cx="4967287" cy="254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bodyPr>
          <a:lstStyle>
            <a:defPPr>
              <a:defRPr lang="en-US"/>
            </a:defPPr>
            <a:lvl1pPr algn="r" defTabSz="342900" rtl="0" eaLnBrk="1" fontAlgn="auto" hangingPunct="1">
              <a:spcBef>
                <a:spcPts val="0"/>
              </a:spcBef>
              <a:spcAft>
                <a:spcPts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9pPr>
          </a:lstStyle>
          <a:p>
            <a:pPr algn="ctr"/>
            <a:r>
              <a:rPr lang="en-US" altLang="en-US" sz="1000" dirty="0">
                <a:solidFill>
                  <a:schemeClr val="bg1"/>
                </a:solidFill>
              </a:rPr>
              <a:t>Database System Design, Implementation And Management </a:t>
            </a:r>
          </a:p>
        </p:txBody>
      </p:sp>
      <p:sp>
        <p:nvSpPr>
          <p:cNvPr id="7" name="Slide Number Placeholder 6">
            <a:extLst>
              <a:ext uri="{FF2B5EF4-FFF2-40B4-BE49-F238E27FC236}">
                <a16:creationId xmlns:a16="http://schemas.microsoft.com/office/drawing/2014/main" id="{E59EEC19-2A29-080D-84C0-C504A808E7DA}"/>
              </a:ext>
            </a:extLst>
          </p:cNvPr>
          <p:cNvSpPr txBox="1">
            <a:spLocks noChangeArrowheads="1"/>
          </p:cNvSpPr>
          <p:nvPr/>
        </p:nvSpPr>
        <p:spPr bwMode="auto">
          <a:xfrm>
            <a:off x="9448800" y="6600825"/>
            <a:ext cx="2743200" cy="2746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en-US"/>
            </a:defPPr>
            <a:lvl1pPr algn="l" defTabSz="342900" rtl="0" eaLnBrk="1" fontAlgn="auto" hangingPunct="1">
              <a:spcBef>
                <a:spcPts val="0"/>
              </a:spcBef>
              <a:spcAft>
                <a:spcPts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9pPr>
          </a:lstStyle>
          <a:p>
            <a:pPr algn="r"/>
            <a:fld id="{25E4E02F-8D0B-4F73-B3DD-858F1DB63CB0}" type="slidenum">
              <a:rPr lang="en-US" altLang="en-US" sz="900" smtClean="0">
                <a:solidFill>
                  <a:schemeClr val="bg1"/>
                </a:solidFill>
              </a:rPr>
              <a:pPr algn="r"/>
              <a:t>2</a:t>
            </a:fld>
            <a:endParaRPr lang="en-US" altLang="en-US" sz="900" dirty="0">
              <a:solidFill>
                <a:schemeClr val="bg1"/>
              </a:solidFill>
            </a:endParaRPr>
          </a:p>
        </p:txBody>
      </p:sp>
      <p:pic>
        <p:nvPicPr>
          <p:cNvPr id="1026" name="Picture 2" descr="No photo description available.">
            <a:extLst>
              <a:ext uri="{FF2B5EF4-FFF2-40B4-BE49-F238E27FC236}">
                <a16:creationId xmlns:a16="http://schemas.microsoft.com/office/drawing/2014/main" id="{11910D4C-A8E1-69FA-9253-D7771B263A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50" y="209550"/>
            <a:ext cx="1162050" cy="1162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a:extLst>
              <a:ext uri="{FF2B5EF4-FFF2-40B4-BE49-F238E27FC236}">
                <a16:creationId xmlns:a16="http://schemas.microsoft.com/office/drawing/2014/main" id="{FB2FAE43-6016-F4A1-0F7F-F81955AA55B0}"/>
              </a:ext>
            </a:extLst>
          </p:cNvPr>
          <p:cNvSpPr>
            <a:spLocks noGrp="1" noChangeArrowheads="1"/>
          </p:cNvSpPr>
          <p:nvPr>
            <p:ph type="title"/>
          </p:nvPr>
        </p:nvSpPr>
        <p:spPr/>
        <p:txBody>
          <a:bodyPr/>
          <a:lstStyle/>
          <a:p>
            <a:r>
              <a:rPr lang="en-US" altLang="en-US" dirty="0">
                <a:ea typeface="ＭＳ Ｐゴシック" panose="020B0600070205080204" pitchFamily="34" charset="-128"/>
              </a:rPr>
              <a:t>Learning Objectives</a:t>
            </a:r>
          </a:p>
        </p:txBody>
      </p:sp>
      <p:sp>
        <p:nvSpPr>
          <p:cNvPr id="3075" name="Rectangle 5">
            <a:extLst>
              <a:ext uri="{FF2B5EF4-FFF2-40B4-BE49-F238E27FC236}">
                <a16:creationId xmlns:a16="http://schemas.microsoft.com/office/drawing/2014/main" id="{D864084F-6DEF-3D43-730D-5A6F7F703797}"/>
              </a:ext>
            </a:extLst>
          </p:cNvPr>
          <p:cNvSpPr>
            <a:spLocks noGrp="1" noChangeArrowheads="1"/>
          </p:cNvSpPr>
          <p:nvPr>
            <p:ph idx="1"/>
          </p:nvPr>
        </p:nvSpPr>
        <p:spPr/>
        <p:txBody>
          <a:bodyPr/>
          <a:lstStyle/>
          <a:p>
            <a:pPr marL="0" indent="0">
              <a:buNone/>
            </a:pPr>
            <a:r>
              <a:rPr lang="en-US" sz="1800" b="0" i="0" dirty="0">
                <a:solidFill>
                  <a:srgbClr val="242021"/>
                </a:solidFill>
                <a:effectLst/>
                <a:latin typeface="JansonText-Roman"/>
              </a:rPr>
              <a:t>After completing this chapter, you will be able to:</a:t>
            </a:r>
          </a:p>
          <a:p>
            <a:pPr marL="457200" indent="-457200">
              <a:buFont typeface="+mj-lt"/>
              <a:buAutoNum type="arabicPeriod"/>
            </a:pPr>
            <a:r>
              <a:rPr lang="en-US" dirty="0"/>
              <a:t>Measure the performance of an algorithm by obtaining running times and instruction counts with different data sets</a:t>
            </a:r>
          </a:p>
          <a:p>
            <a:pPr marL="457200" indent="-457200">
              <a:buFont typeface="+mj-lt"/>
              <a:buAutoNum type="arabicPeriod"/>
            </a:pPr>
            <a:r>
              <a:rPr lang="en-US" dirty="0"/>
              <a:t>Analyze an algorithm’s performance by determining its order of complexity, using big-O notation</a:t>
            </a:r>
          </a:p>
          <a:p>
            <a:pPr marL="457200" indent="-457200">
              <a:buFont typeface="+mj-lt"/>
              <a:buAutoNum type="arabicPeriod"/>
            </a:pPr>
            <a:r>
              <a:rPr lang="en-US" dirty="0"/>
              <a:t>Distinguish the common orders of complexity and the algorithmic patterns that exhibit them</a:t>
            </a:r>
          </a:p>
          <a:p>
            <a:pPr marL="0" indent="0">
              <a:buNone/>
            </a:pPr>
            <a:endParaRPr lang="en-US" altLang="en-US" dirty="0">
              <a:ea typeface="ＭＳ Ｐゴシック" panose="020B0600070205080204" pitchFamily="34" charset="-128"/>
            </a:endParaRPr>
          </a:p>
        </p:txBody>
      </p:sp>
      <p:sp>
        <p:nvSpPr>
          <p:cNvPr id="2" name="Date Placeholder 1">
            <a:extLst>
              <a:ext uri="{FF2B5EF4-FFF2-40B4-BE49-F238E27FC236}">
                <a16:creationId xmlns:a16="http://schemas.microsoft.com/office/drawing/2014/main" id="{DF67C4DE-CC03-B7D4-1ECF-F374CDF3F524}"/>
              </a:ext>
            </a:extLst>
          </p:cNvPr>
          <p:cNvSpPr>
            <a:spLocks noGrp="1"/>
          </p:cNvSpPr>
          <p:nvPr>
            <p:ph type="dt" sz="half" idx="12"/>
          </p:nvPr>
        </p:nvSpPr>
        <p:spPr/>
        <p:txBody>
          <a:bodyPr/>
          <a:lstStyle/>
          <a:p>
            <a:pPr>
              <a:defRPr/>
            </a:pPr>
            <a:fld id="{AABE9123-2607-4938-9511-9CCBFBB1BFEF}" type="datetime1">
              <a:rPr lang="en-US" smtClean="0"/>
              <a:t>12/19/2024</a:t>
            </a:fld>
            <a:endParaRPr lang="en-US"/>
          </a:p>
        </p:txBody>
      </p:sp>
      <p:sp>
        <p:nvSpPr>
          <p:cNvPr id="4" name="Footer Placeholder 3">
            <a:extLst>
              <a:ext uri="{FF2B5EF4-FFF2-40B4-BE49-F238E27FC236}">
                <a16:creationId xmlns:a16="http://schemas.microsoft.com/office/drawing/2014/main" id="{33B50547-D408-5F4B-F3A4-A9C3C269A94C}"/>
              </a:ext>
            </a:extLst>
          </p:cNvPr>
          <p:cNvSpPr>
            <a:spLocks noGrp="1"/>
          </p:cNvSpPr>
          <p:nvPr>
            <p:ph type="ftr" sz="quarter" idx="11"/>
          </p:nvPr>
        </p:nvSpPr>
        <p:spPr/>
        <p:txBody>
          <a:bodyPr/>
          <a:lstStyle/>
          <a:p>
            <a:pPr>
              <a:defRPr/>
            </a:pPr>
            <a:r>
              <a:rPr lang="en-US"/>
              <a:t>Data Structures and Algorithms in Python</a:t>
            </a:r>
            <a:endParaRPr lang="en-US" dirty="0"/>
          </a:p>
        </p:txBody>
      </p:sp>
      <p:sp>
        <p:nvSpPr>
          <p:cNvPr id="5" name="Slide Number Placeholder 4">
            <a:extLst>
              <a:ext uri="{FF2B5EF4-FFF2-40B4-BE49-F238E27FC236}">
                <a16:creationId xmlns:a16="http://schemas.microsoft.com/office/drawing/2014/main" id="{129ED99F-0129-AEE9-074F-E711FBCBBAE5}"/>
              </a:ext>
            </a:extLst>
          </p:cNvPr>
          <p:cNvSpPr>
            <a:spLocks noGrp="1"/>
          </p:cNvSpPr>
          <p:nvPr>
            <p:ph type="sldNum" sz="quarter" idx="10"/>
          </p:nvPr>
        </p:nvSpPr>
        <p:spPr/>
        <p:txBody>
          <a:bodyPr/>
          <a:lstStyle/>
          <a:p>
            <a:pPr>
              <a:defRPr/>
            </a:pPr>
            <a:fld id="{34A84676-C444-4AC5-8B4E-405A7C81C0FB}" type="slidenum">
              <a:rPr lang="en-US" altLang="en-US" smtClean="0"/>
              <a:pPr>
                <a:defRPr/>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a:extLst>
              <a:ext uri="{FF2B5EF4-FFF2-40B4-BE49-F238E27FC236}">
                <a16:creationId xmlns:a16="http://schemas.microsoft.com/office/drawing/2014/main" id="{FB2FAE43-6016-F4A1-0F7F-F81955AA55B0}"/>
              </a:ext>
            </a:extLst>
          </p:cNvPr>
          <p:cNvSpPr>
            <a:spLocks noGrp="1" noChangeArrowheads="1"/>
          </p:cNvSpPr>
          <p:nvPr>
            <p:ph type="title"/>
          </p:nvPr>
        </p:nvSpPr>
        <p:spPr/>
        <p:txBody>
          <a:bodyPr/>
          <a:lstStyle/>
          <a:p>
            <a:r>
              <a:rPr lang="en-US" altLang="en-US" dirty="0">
                <a:ea typeface="ＭＳ Ｐゴシック" panose="020B0600070205080204" pitchFamily="34" charset="-128"/>
              </a:rPr>
              <a:t>Learning Objectives</a:t>
            </a:r>
          </a:p>
        </p:txBody>
      </p:sp>
      <p:sp>
        <p:nvSpPr>
          <p:cNvPr id="3075" name="Rectangle 5">
            <a:extLst>
              <a:ext uri="{FF2B5EF4-FFF2-40B4-BE49-F238E27FC236}">
                <a16:creationId xmlns:a16="http://schemas.microsoft.com/office/drawing/2014/main" id="{D864084F-6DEF-3D43-730D-5A6F7F703797}"/>
              </a:ext>
            </a:extLst>
          </p:cNvPr>
          <p:cNvSpPr>
            <a:spLocks noGrp="1" noChangeArrowheads="1"/>
          </p:cNvSpPr>
          <p:nvPr>
            <p:ph idx="1"/>
          </p:nvPr>
        </p:nvSpPr>
        <p:spPr/>
        <p:txBody>
          <a:bodyPr/>
          <a:lstStyle/>
          <a:p>
            <a:pPr marL="0" indent="0">
              <a:buNone/>
            </a:pPr>
            <a:r>
              <a:rPr lang="en-US" sz="1800" b="0" i="0" dirty="0">
                <a:solidFill>
                  <a:srgbClr val="242021"/>
                </a:solidFill>
                <a:effectLst/>
                <a:latin typeface="JansonText-Roman"/>
              </a:rPr>
              <a:t>After completing this chapter, you will be able to:</a:t>
            </a:r>
          </a:p>
          <a:p>
            <a:pPr marL="457200" indent="-457200">
              <a:buFont typeface="+mj-lt"/>
              <a:buAutoNum type="arabicPeriod"/>
            </a:pPr>
            <a:r>
              <a:rPr lang="en-US" dirty="0"/>
              <a:t>Distinguish between the improvements obtained by tweaking an algorithm and reducing its order of complexity</a:t>
            </a:r>
          </a:p>
          <a:p>
            <a:pPr marL="457200" indent="-457200">
              <a:buFont typeface="+mj-lt"/>
              <a:buAutoNum type="arabicPeriod"/>
            </a:pPr>
            <a:r>
              <a:rPr lang="en-US" dirty="0"/>
              <a:t>Write a simple linear search algorithm and a simple sort algorithm</a:t>
            </a:r>
            <a:br>
              <a:rPr lang="en-US" dirty="0"/>
            </a:br>
            <a:endParaRPr lang="en-US" altLang="en-US" dirty="0">
              <a:ea typeface="ＭＳ Ｐゴシック" panose="020B0600070205080204" pitchFamily="34" charset="-128"/>
            </a:endParaRPr>
          </a:p>
        </p:txBody>
      </p:sp>
      <p:sp>
        <p:nvSpPr>
          <p:cNvPr id="2" name="Date Placeholder 1">
            <a:extLst>
              <a:ext uri="{FF2B5EF4-FFF2-40B4-BE49-F238E27FC236}">
                <a16:creationId xmlns:a16="http://schemas.microsoft.com/office/drawing/2014/main" id="{DF67C4DE-CC03-B7D4-1ECF-F374CDF3F524}"/>
              </a:ext>
            </a:extLst>
          </p:cNvPr>
          <p:cNvSpPr>
            <a:spLocks noGrp="1"/>
          </p:cNvSpPr>
          <p:nvPr>
            <p:ph type="dt" sz="half" idx="12"/>
          </p:nvPr>
        </p:nvSpPr>
        <p:spPr/>
        <p:txBody>
          <a:bodyPr/>
          <a:lstStyle/>
          <a:p>
            <a:pPr>
              <a:defRPr/>
            </a:pPr>
            <a:fld id="{0626C0FD-A160-4472-9DD2-CE2BB46AE65D}" type="datetime1">
              <a:rPr lang="en-US" smtClean="0"/>
              <a:t>12/19/2024</a:t>
            </a:fld>
            <a:endParaRPr lang="en-US"/>
          </a:p>
        </p:txBody>
      </p:sp>
      <p:sp>
        <p:nvSpPr>
          <p:cNvPr id="4" name="Footer Placeholder 3">
            <a:extLst>
              <a:ext uri="{FF2B5EF4-FFF2-40B4-BE49-F238E27FC236}">
                <a16:creationId xmlns:a16="http://schemas.microsoft.com/office/drawing/2014/main" id="{33B50547-D408-5F4B-F3A4-A9C3C269A94C}"/>
              </a:ext>
            </a:extLst>
          </p:cNvPr>
          <p:cNvSpPr>
            <a:spLocks noGrp="1"/>
          </p:cNvSpPr>
          <p:nvPr>
            <p:ph type="ftr" sz="quarter" idx="11"/>
          </p:nvPr>
        </p:nvSpPr>
        <p:spPr/>
        <p:txBody>
          <a:bodyPr/>
          <a:lstStyle/>
          <a:p>
            <a:pPr>
              <a:defRPr/>
            </a:pPr>
            <a:r>
              <a:rPr lang="en-US"/>
              <a:t>Data Structures and Algorithms in Python</a:t>
            </a:r>
            <a:endParaRPr lang="en-US" dirty="0"/>
          </a:p>
        </p:txBody>
      </p:sp>
      <p:sp>
        <p:nvSpPr>
          <p:cNvPr id="5" name="Slide Number Placeholder 4">
            <a:extLst>
              <a:ext uri="{FF2B5EF4-FFF2-40B4-BE49-F238E27FC236}">
                <a16:creationId xmlns:a16="http://schemas.microsoft.com/office/drawing/2014/main" id="{129ED99F-0129-AEE9-074F-E711FBCBBAE5}"/>
              </a:ext>
            </a:extLst>
          </p:cNvPr>
          <p:cNvSpPr>
            <a:spLocks noGrp="1"/>
          </p:cNvSpPr>
          <p:nvPr>
            <p:ph type="sldNum" sz="quarter" idx="10"/>
          </p:nvPr>
        </p:nvSpPr>
        <p:spPr/>
        <p:txBody>
          <a:bodyPr/>
          <a:lstStyle/>
          <a:p>
            <a:pPr>
              <a:defRPr/>
            </a:pPr>
            <a:fld id="{34A84676-C444-4AC5-8B4E-405A7C81C0FB}" type="slidenum">
              <a:rPr lang="en-US" altLang="en-US" smtClean="0"/>
              <a:pPr>
                <a:defRPr/>
              </a:pPr>
              <a:t>4</a:t>
            </a:fld>
            <a:endParaRPr lang="en-US" altLang="en-US"/>
          </a:p>
        </p:txBody>
      </p:sp>
    </p:spTree>
    <p:extLst>
      <p:ext uri="{BB962C8B-B14F-4D97-AF65-F5344CB8AC3E}">
        <p14:creationId xmlns:p14="http://schemas.microsoft.com/office/powerpoint/2010/main" val="1787707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a:extLst>
              <a:ext uri="{FF2B5EF4-FFF2-40B4-BE49-F238E27FC236}">
                <a16:creationId xmlns:a16="http://schemas.microsoft.com/office/drawing/2014/main" id="{F9687196-A9B6-DB65-2E70-CE1FF2A92469}"/>
              </a:ext>
            </a:extLst>
          </p:cNvPr>
          <p:cNvSpPr>
            <a:spLocks noGrp="1" noChangeArrowheads="1"/>
          </p:cNvSpPr>
          <p:nvPr>
            <p:ph type="title"/>
          </p:nvPr>
        </p:nvSpPr>
        <p:spPr/>
        <p:txBody>
          <a:bodyPr/>
          <a:lstStyle/>
          <a:p>
            <a:r>
              <a:rPr lang="en-US" altLang="en-US" dirty="0">
                <a:ea typeface="ＭＳ Ｐゴシック" panose="020B0600070205080204" pitchFamily="34" charset="-128"/>
              </a:rPr>
              <a:t>11.1 Measuring the Efficiency of Algorithms</a:t>
            </a:r>
          </a:p>
        </p:txBody>
      </p:sp>
      <p:sp>
        <p:nvSpPr>
          <p:cNvPr id="6147" name="Rectangle 5">
            <a:extLst>
              <a:ext uri="{FF2B5EF4-FFF2-40B4-BE49-F238E27FC236}">
                <a16:creationId xmlns:a16="http://schemas.microsoft.com/office/drawing/2014/main" id="{B39EA72A-8692-F1B7-A3BB-27F59D2F2A76}"/>
              </a:ext>
            </a:extLst>
          </p:cNvPr>
          <p:cNvSpPr>
            <a:spLocks noGrp="1" noChangeArrowheads="1"/>
          </p:cNvSpPr>
          <p:nvPr>
            <p:ph idx="1"/>
          </p:nvPr>
        </p:nvSpPr>
        <p:spPr>
          <a:xfrm>
            <a:off x="838200" y="1825625"/>
            <a:ext cx="7772400" cy="4351338"/>
          </a:xfrm>
        </p:spPr>
        <p:txBody>
          <a:bodyPr/>
          <a:lstStyle/>
          <a:p>
            <a:r>
              <a:rPr lang="en-US" altLang="en-US" dirty="0">
                <a:ea typeface="ＭＳ Ｐゴシック" panose="020B0600070205080204" pitchFamily="34" charset="-128"/>
              </a:rPr>
              <a:t>Measuring the Run Time of an Algorithm</a:t>
            </a:r>
          </a:p>
          <a:p>
            <a:pPr lvl="1"/>
            <a:r>
              <a:rPr lang="en-US" altLang="en-US" dirty="0">
                <a:ea typeface="ＭＳ Ｐゴシック" panose="020B0600070205080204" pitchFamily="34" charset="-128"/>
              </a:rPr>
              <a:t> use the computer’s clock to obtain an actual run time</a:t>
            </a:r>
          </a:p>
          <a:p>
            <a:pPr lvl="1"/>
            <a:r>
              <a:rPr lang="en-US" altLang="en-US" dirty="0">
                <a:ea typeface="ＭＳ Ｐゴシック" panose="020B0600070205080204" pitchFamily="34" charset="-128"/>
              </a:rPr>
              <a:t> benchmarking or profiling</a:t>
            </a:r>
          </a:p>
        </p:txBody>
      </p:sp>
      <p:sp>
        <p:nvSpPr>
          <p:cNvPr id="2" name="Date Placeholder 1">
            <a:extLst>
              <a:ext uri="{FF2B5EF4-FFF2-40B4-BE49-F238E27FC236}">
                <a16:creationId xmlns:a16="http://schemas.microsoft.com/office/drawing/2014/main" id="{8417CC45-A848-B924-9C76-815E9251E35A}"/>
              </a:ext>
            </a:extLst>
          </p:cNvPr>
          <p:cNvSpPr>
            <a:spLocks noGrp="1"/>
          </p:cNvSpPr>
          <p:nvPr>
            <p:ph type="dt" sz="half" idx="12"/>
          </p:nvPr>
        </p:nvSpPr>
        <p:spPr/>
        <p:txBody>
          <a:bodyPr/>
          <a:lstStyle/>
          <a:p>
            <a:pPr>
              <a:defRPr/>
            </a:pPr>
            <a:fld id="{0EAE9E48-0330-4E69-A53F-D278E80A277C}" type="datetime1">
              <a:rPr lang="en-US" smtClean="0"/>
              <a:t>12/19/2024</a:t>
            </a:fld>
            <a:endParaRPr lang="en-US"/>
          </a:p>
        </p:txBody>
      </p:sp>
      <p:sp>
        <p:nvSpPr>
          <p:cNvPr id="4" name="Footer Placeholder 3">
            <a:extLst>
              <a:ext uri="{FF2B5EF4-FFF2-40B4-BE49-F238E27FC236}">
                <a16:creationId xmlns:a16="http://schemas.microsoft.com/office/drawing/2014/main" id="{1DABA186-6D96-BADE-DC23-00E3E82ACDCE}"/>
              </a:ext>
            </a:extLst>
          </p:cNvPr>
          <p:cNvSpPr>
            <a:spLocks noGrp="1"/>
          </p:cNvSpPr>
          <p:nvPr>
            <p:ph type="ftr" sz="quarter" idx="11"/>
          </p:nvPr>
        </p:nvSpPr>
        <p:spPr/>
        <p:txBody>
          <a:bodyPr/>
          <a:lstStyle/>
          <a:p>
            <a:pPr>
              <a:buNone/>
              <a:defRPr/>
            </a:pPr>
            <a:r>
              <a:rPr lang="en-US" dirty="0"/>
              <a:t>Data Structures and Algorithms in Python</a:t>
            </a:r>
          </a:p>
        </p:txBody>
      </p:sp>
      <p:sp>
        <p:nvSpPr>
          <p:cNvPr id="5" name="Slide Number Placeholder 4">
            <a:extLst>
              <a:ext uri="{FF2B5EF4-FFF2-40B4-BE49-F238E27FC236}">
                <a16:creationId xmlns:a16="http://schemas.microsoft.com/office/drawing/2014/main" id="{EB532E27-DD70-5339-5643-96E58AD9C722}"/>
              </a:ext>
            </a:extLst>
          </p:cNvPr>
          <p:cNvSpPr>
            <a:spLocks noGrp="1"/>
          </p:cNvSpPr>
          <p:nvPr>
            <p:ph type="sldNum" sz="quarter" idx="10"/>
          </p:nvPr>
        </p:nvSpPr>
        <p:spPr/>
        <p:txBody>
          <a:bodyPr/>
          <a:lstStyle/>
          <a:p>
            <a:pPr>
              <a:defRPr/>
            </a:pPr>
            <a:fld id="{34A84676-C444-4AC5-8B4E-405A7C81C0FB}" type="slidenum">
              <a:rPr lang="en-US" altLang="en-US" smtClean="0"/>
              <a:pPr>
                <a:defRPr/>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7C4371-B5D5-95C5-FC18-3D598B1D20C6}"/>
              </a:ext>
            </a:extLst>
          </p:cNvPr>
          <p:cNvSpPr>
            <a:spLocks noGrp="1"/>
          </p:cNvSpPr>
          <p:nvPr>
            <p:ph type="dt" sz="half" idx="10"/>
          </p:nvPr>
        </p:nvSpPr>
        <p:spPr/>
        <p:txBody>
          <a:bodyPr/>
          <a:lstStyle/>
          <a:p>
            <a:pPr>
              <a:buFont typeface="Monotype Sorts" charset="2"/>
              <a:buNone/>
              <a:defRPr/>
            </a:pPr>
            <a:fld id="{B8A8DC3B-4BDE-49F7-985B-0BCC6A17781A}" type="datetime1">
              <a:rPr lang="en-US" smtClean="0"/>
              <a:t>12/19/2024</a:t>
            </a:fld>
            <a:endParaRPr lang="en-US" dirty="0"/>
          </a:p>
        </p:txBody>
      </p:sp>
      <p:sp>
        <p:nvSpPr>
          <p:cNvPr id="3" name="Slide Number Placeholder 2">
            <a:extLst>
              <a:ext uri="{FF2B5EF4-FFF2-40B4-BE49-F238E27FC236}">
                <a16:creationId xmlns:a16="http://schemas.microsoft.com/office/drawing/2014/main" id="{A962AE2A-7216-A0EF-2CA6-39BF78BB3001}"/>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a:t>
            </a:fld>
            <a:endParaRPr lang="en-US" dirty="0"/>
          </a:p>
        </p:txBody>
      </p:sp>
      <p:sp>
        <p:nvSpPr>
          <p:cNvPr id="4" name="Footer Placeholder 3">
            <a:extLst>
              <a:ext uri="{FF2B5EF4-FFF2-40B4-BE49-F238E27FC236}">
                <a16:creationId xmlns:a16="http://schemas.microsoft.com/office/drawing/2014/main" id="{DBBC019C-3B8C-61A4-05CB-81C164514E8A}"/>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BBECCABF-E4F2-0307-288C-A1D9DABEE78D}"/>
              </a:ext>
            </a:extLst>
          </p:cNvPr>
          <p:cNvPicPr>
            <a:picLocks noChangeAspect="1"/>
          </p:cNvPicPr>
          <p:nvPr/>
        </p:nvPicPr>
        <p:blipFill>
          <a:blip r:embed="rId2"/>
          <a:stretch>
            <a:fillRect/>
          </a:stretch>
        </p:blipFill>
        <p:spPr>
          <a:xfrm>
            <a:off x="57698" y="0"/>
            <a:ext cx="12076603" cy="6858000"/>
          </a:xfrm>
          <a:prstGeom prst="rect">
            <a:avLst/>
          </a:prstGeom>
        </p:spPr>
      </p:pic>
    </p:spTree>
    <p:extLst>
      <p:ext uri="{BB962C8B-B14F-4D97-AF65-F5344CB8AC3E}">
        <p14:creationId xmlns:p14="http://schemas.microsoft.com/office/powerpoint/2010/main" val="1135157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0DFB84-16C5-44B6-E589-07D36EC3B7CC}"/>
              </a:ext>
            </a:extLst>
          </p:cNvPr>
          <p:cNvSpPr>
            <a:spLocks noGrp="1"/>
          </p:cNvSpPr>
          <p:nvPr>
            <p:ph type="dt" sz="half" idx="10"/>
          </p:nvPr>
        </p:nvSpPr>
        <p:spPr/>
        <p:txBody>
          <a:bodyPr/>
          <a:lstStyle/>
          <a:p>
            <a:pPr>
              <a:buFont typeface="Monotype Sorts" charset="2"/>
              <a:buNone/>
              <a:defRPr/>
            </a:pPr>
            <a:fld id="{A6939BFE-592A-4964-AC48-9E90D8F71277}" type="datetime1">
              <a:rPr lang="en-US" smtClean="0"/>
              <a:t>12/19/2024</a:t>
            </a:fld>
            <a:endParaRPr lang="en-US" dirty="0"/>
          </a:p>
        </p:txBody>
      </p:sp>
      <p:sp>
        <p:nvSpPr>
          <p:cNvPr id="3" name="Slide Number Placeholder 2">
            <a:extLst>
              <a:ext uri="{FF2B5EF4-FFF2-40B4-BE49-F238E27FC236}">
                <a16:creationId xmlns:a16="http://schemas.microsoft.com/office/drawing/2014/main" id="{621EF429-5199-5B35-256D-8A47670E3360}"/>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a:t>
            </a:fld>
            <a:endParaRPr lang="en-US" dirty="0"/>
          </a:p>
        </p:txBody>
      </p:sp>
      <p:sp>
        <p:nvSpPr>
          <p:cNvPr id="4" name="Footer Placeholder 3">
            <a:extLst>
              <a:ext uri="{FF2B5EF4-FFF2-40B4-BE49-F238E27FC236}">
                <a16:creationId xmlns:a16="http://schemas.microsoft.com/office/drawing/2014/main" id="{2726ABFF-B9E0-80FE-45EF-1FF284D7DF93}"/>
              </a:ext>
            </a:extLst>
          </p:cNvPr>
          <p:cNvSpPr>
            <a:spLocks noGrp="1"/>
          </p:cNvSpPr>
          <p:nvPr>
            <p:ph type="ftr" sz="quarter" idx="12"/>
          </p:nvPr>
        </p:nvSpPr>
        <p:spPr/>
        <p:txBody>
          <a:bodyPr/>
          <a:lstStyle/>
          <a:p>
            <a:pPr>
              <a:buFont typeface="Monotype Sorts" charset="2"/>
              <a:buNone/>
              <a:defRPr/>
            </a:pPr>
            <a:r>
              <a:rPr lang="en-US" dirty="0"/>
              <a:t>Data Structures and Algorithms in Python</a:t>
            </a:r>
          </a:p>
        </p:txBody>
      </p:sp>
      <p:pic>
        <p:nvPicPr>
          <p:cNvPr id="6" name="Picture 5">
            <a:extLst>
              <a:ext uri="{FF2B5EF4-FFF2-40B4-BE49-F238E27FC236}">
                <a16:creationId xmlns:a16="http://schemas.microsoft.com/office/drawing/2014/main" id="{F157D3DD-F4F7-0042-B07B-62BE729E954E}"/>
              </a:ext>
            </a:extLst>
          </p:cNvPr>
          <p:cNvPicPr>
            <a:picLocks noChangeAspect="1"/>
          </p:cNvPicPr>
          <p:nvPr/>
        </p:nvPicPr>
        <p:blipFill>
          <a:blip r:embed="rId2"/>
          <a:stretch>
            <a:fillRect/>
          </a:stretch>
        </p:blipFill>
        <p:spPr>
          <a:xfrm>
            <a:off x="447675" y="1323975"/>
            <a:ext cx="11296650" cy="4210050"/>
          </a:xfrm>
          <a:prstGeom prst="rect">
            <a:avLst/>
          </a:prstGeom>
        </p:spPr>
      </p:pic>
    </p:spTree>
    <p:extLst>
      <p:ext uri="{BB962C8B-B14F-4D97-AF65-F5344CB8AC3E}">
        <p14:creationId xmlns:p14="http://schemas.microsoft.com/office/powerpoint/2010/main" val="1600065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56302D-0589-3564-385E-606E3E40A245}"/>
              </a:ext>
            </a:extLst>
          </p:cNvPr>
          <p:cNvSpPr>
            <a:spLocks noGrp="1"/>
          </p:cNvSpPr>
          <p:nvPr>
            <p:ph type="dt" sz="half" idx="10"/>
          </p:nvPr>
        </p:nvSpPr>
        <p:spPr/>
        <p:txBody>
          <a:bodyPr/>
          <a:lstStyle/>
          <a:p>
            <a:pPr>
              <a:buFont typeface="Monotype Sorts" charset="2"/>
              <a:buNone/>
              <a:defRPr/>
            </a:pPr>
            <a:fld id="{A43FFE41-6AC9-403C-8521-7DD22BDD1F13}" type="datetime1">
              <a:rPr lang="en-US" smtClean="0"/>
              <a:t>12/19/2024</a:t>
            </a:fld>
            <a:endParaRPr lang="en-US" dirty="0"/>
          </a:p>
        </p:txBody>
      </p:sp>
      <p:sp>
        <p:nvSpPr>
          <p:cNvPr id="3" name="Slide Number Placeholder 2">
            <a:extLst>
              <a:ext uri="{FF2B5EF4-FFF2-40B4-BE49-F238E27FC236}">
                <a16:creationId xmlns:a16="http://schemas.microsoft.com/office/drawing/2014/main" id="{FFEFCF09-0928-41EB-53BE-CE8744DB6CB3}"/>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8</a:t>
            </a:fld>
            <a:endParaRPr lang="en-US" dirty="0"/>
          </a:p>
        </p:txBody>
      </p:sp>
      <p:sp>
        <p:nvSpPr>
          <p:cNvPr id="4" name="Footer Placeholder 3">
            <a:extLst>
              <a:ext uri="{FF2B5EF4-FFF2-40B4-BE49-F238E27FC236}">
                <a16:creationId xmlns:a16="http://schemas.microsoft.com/office/drawing/2014/main" id="{D7C18F04-714C-D0E9-AFFC-813D34997C37}"/>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112E56CB-5801-5E82-F877-5A88D846C22A}"/>
              </a:ext>
            </a:extLst>
          </p:cNvPr>
          <p:cNvPicPr>
            <a:picLocks noChangeAspect="1"/>
          </p:cNvPicPr>
          <p:nvPr/>
        </p:nvPicPr>
        <p:blipFill>
          <a:blip r:embed="rId2"/>
          <a:stretch>
            <a:fillRect/>
          </a:stretch>
        </p:blipFill>
        <p:spPr>
          <a:xfrm>
            <a:off x="0" y="2633685"/>
            <a:ext cx="12192000" cy="1590629"/>
          </a:xfrm>
          <a:prstGeom prst="rect">
            <a:avLst/>
          </a:prstGeom>
        </p:spPr>
      </p:pic>
    </p:spTree>
    <p:extLst>
      <p:ext uri="{BB962C8B-B14F-4D97-AF65-F5344CB8AC3E}">
        <p14:creationId xmlns:p14="http://schemas.microsoft.com/office/powerpoint/2010/main" val="349942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56302D-0589-3564-385E-606E3E40A245}"/>
              </a:ext>
            </a:extLst>
          </p:cNvPr>
          <p:cNvSpPr>
            <a:spLocks noGrp="1"/>
          </p:cNvSpPr>
          <p:nvPr>
            <p:ph type="dt" sz="half" idx="10"/>
          </p:nvPr>
        </p:nvSpPr>
        <p:spPr/>
        <p:txBody>
          <a:bodyPr/>
          <a:lstStyle/>
          <a:p>
            <a:pPr>
              <a:buFont typeface="Monotype Sorts" charset="2"/>
              <a:buNone/>
              <a:defRPr/>
            </a:pPr>
            <a:fld id="{08733E8A-9291-4512-92A2-B6C1703D84B9}" type="datetime1">
              <a:rPr lang="en-US" smtClean="0"/>
              <a:t>12/19/2024</a:t>
            </a:fld>
            <a:endParaRPr lang="en-US" dirty="0"/>
          </a:p>
        </p:txBody>
      </p:sp>
      <p:sp>
        <p:nvSpPr>
          <p:cNvPr id="3" name="Slide Number Placeholder 2">
            <a:extLst>
              <a:ext uri="{FF2B5EF4-FFF2-40B4-BE49-F238E27FC236}">
                <a16:creationId xmlns:a16="http://schemas.microsoft.com/office/drawing/2014/main" id="{FFEFCF09-0928-41EB-53BE-CE8744DB6CB3}"/>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9</a:t>
            </a:fld>
            <a:endParaRPr lang="en-US" dirty="0"/>
          </a:p>
        </p:txBody>
      </p:sp>
      <p:sp>
        <p:nvSpPr>
          <p:cNvPr id="4" name="Footer Placeholder 3">
            <a:extLst>
              <a:ext uri="{FF2B5EF4-FFF2-40B4-BE49-F238E27FC236}">
                <a16:creationId xmlns:a16="http://schemas.microsoft.com/office/drawing/2014/main" id="{D7C18F04-714C-D0E9-AFFC-813D34997C37}"/>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8" name="Picture 7">
            <a:extLst>
              <a:ext uri="{FF2B5EF4-FFF2-40B4-BE49-F238E27FC236}">
                <a16:creationId xmlns:a16="http://schemas.microsoft.com/office/drawing/2014/main" id="{D6B1F5A1-0E97-5F0D-F9B9-3B67E07AEA12}"/>
              </a:ext>
            </a:extLst>
          </p:cNvPr>
          <p:cNvPicPr>
            <a:picLocks noChangeAspect="1"/>
          </p:cNvPicPr>
          <p:nvPr/>
        </p:nvPicPr>
        <p:blipFill>
          <a:blip r:embed="rId2"/>
          <a:stretch>
            <a:fillRect/>
          </a:stretch>
        </p:blipFill>
        <p:spPr>
          <a:xfrm>
            <a:off x="1219200" y="668002"/>
            <a:ext cx="9401175" cy="3807871"/>
          </a:xfrm>
          <a:prstGeom prst="rect">
            <a:avLst/>
          </a:prstGeom>
        </p:spPr>
      </p:pic>
      <p:pic>
        <p:nvPicPr>
          <p:cNvPr id="10" name="Picture 9">
            <a:extLst>
              <a:ext uri="{FF2B5EF4-FFF2-40B4-BE49-F238E27FC236}">
                <a16:creationId xmlns:a16="http://schemas.microsoft.com/office/drawing/2014/main" id="{4D8A2BA9-2401-5610-DC7A-D5623EB8A7A7}"/>
              </a:ext>
            </a:extLst>
          </p:cNvPr>
          <p:cNvPicPr>
            <a:picLocks noChangeAspect="1"/>
          </p:cNvPicPr>
          <p:nvPr/>
        </p:nvPicPr>
        <p:blipFill>
          <a:blip r:embed="rId3"/>
          <a:stretch>
            <a:fillRect/>
          </a:stretch>
        </p:blipFill>
        <p:spPr>
          <a:xfrm>
            <a:off x="314325" y="4942223"/>
            <a:ext cx="11563350" cy="1247775"/>
          </a:xfrm>
          <a:prstGeom prst="rect">
            <a:avLst/>
          </a:prstGeom>
        </p:spPr>
      </p:pic>
    </p:spTree>
    <p:extLst>
      <p:ext uri="{BB962C8B-B14F-4D97-AF65-F5344CB8AC3E}">
        <p14:creationId xmlns:p14="http://schemas.microsoft.com/office/powerpoint/2010/main" val="81166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9A53E50-56D9-6968-EC2E-24731088529D}"/>
              </a:ext>
            </a:extLst>
          </p:cNvPr>
          <p:cNvSpPr>
            <a:spLocks noGrp="1" noChangeArrowheads="1"/>
          </p:cNvSpPr>
          <p:nvPr>
            <p:ph type="title"/>
          </p:nvPr>
        </p:nvSpPr>
        <p:spPr/>
        <p:txBody>
          <a:bodyPr/>
          <a:lstStyle/>
          <a:p>
            <a:r>
              <a:rPr lang="en-US" altLang="en-US" dirty="0">
                <a:ea typeface="ＭＳ Ｐゴシック" panose="020B0600070205080204" pitchFamily="34" charset="-128"/>
              </a:rPr>
              <a:t>11.1.2 Counting Instructions</a:t>
            </a:r>
          </a:p>
        </p:txBody>
      </p:sp>
      <p:sp>
        <p:nvSpPr>
          <p:cNvPr id="7171" name="Rectangle 3">
            <a:extLst>
              <a:ext uri="{FF2B5EF4-FFF2-40B4-BE49-F238E27FC236}">
                <a16:creationId xmlns:a16="http://schemas.microsoft.com/office/drawing/2014/main" id="{ECEEFADF-5C2E-C06F-E0BE-BBA83574C312}"/>
              </a:ext>
            </a:extLst>
          </p:cNvPr>
          <p:cNvSpPr>
            <a:spLocks noGrp="1" noChangeArrowheads="1"/>
          </p:cNvSpPr>
          <p:nvPr>
            <p:ph idx="1"/>
          </p:nvPr>
        </p:nvSpPr>
        <p:spPr/>
        <p:txBody>
          <a:bodyPr/>
          <a:lstStyle/>
          <a:p>
            <a:r>
              <a:rPr lang="en-US" altLang="en-US" dirty="0">
                <a:ea typeface="ＭＳ Ｐゴシック" panose="020B0600070205080204" pitchFamily="34" charset="-128"/>
              </a:rPr>
              <a:t>Count the instructions executed with different problem sizes.</a:t>
            </a:r>
          </a:p>
          <a:p>
            <a:r>
              <a:rPr lang="en-US" altLang="en-US" dirty="0">
                <a:ea typeface="ＭＳ Ｐゴシック" panose="020B0600070205080204" pitchFamily="34" charset="-128"/>
              </a:rPr>
              <a:t>Count the instructions in the high-level code in which the algorithm is written, not instructions in the executable machine language program.</a:t>
            </a:r>
          </a:p>
          <a:p>
            <a:r>
              <a:rPr lang="en-US" altLang="en-US" dirty="0">
                <a:ea typeface="ＭＳ Ｐゴシック" panose="020B0600070205080204" pitchFamily="34" charset="-128"/>
              </a:rPr>
              <a:t>Distinguish between two classes of instructions:</a:t>
            </a:r>
          </a:p>
          <a:p>
            <a:pPr lvl="1"/>
            <a:r>
              <a:rPr lang="en-US" altLang="en-US" dirty="0">
                <a:ea typeface="ＭＳ Ｐゴシック" panose="020B0600070205080204" pitchFamily="34" charset="-128"/>
              </a:rPr>
              <a:t>Instructions that execute the same number of times regardless of the problem size</a:t>
            </a:r>
          </a:p>
          <a:p>
            <a:pPr lvl="1"/>
            <a:r>
              <a:rPr lang="en-US" altLang="en-US" dirty="0">
                <a:ea typeface="ＭＳ Ｐゴシック" panose="020B0600070205080204" pitchFamily="34" charset="-128"/>
              </a:rPr>
              <a:t>Instructions whose execution count varies with the problem size</a:t>
            </a:r>
          </a:p>
          <a:p>
            <a:pPr lvl="1"/>
            <a:endParaRPr lang="en-US" altLang="en-US" dirty="0">
              <a:ea typeface="ＭＳ Ｐゴシック" panose="020B0600070205080204" pitchFamily="34" charset="-128"/>
            </a:endParaRPr>
          </a:p>
        </p:txBody>
      </p:sp>
      <p:sp>
        <p:nvSpPr>
          <p:cNvPr id="2" name="Date Placeholder 1">
            <a:extLst>
              <a:ext uri="{FF2B5EF4-FFF2-40B4-BE49-F238E27FC236}">
                <a16:creationId xmlns:a16="http://schemas.microsoft.com/office/drawing/2014/main" id="{1877C58E-5B50-F8A5-E3DC-F0D68869F83E}"/>
              </a:ext>
            </a:extLst>
          </p:cNvPr>
          <p:cNvSpPr>
            <a:spLocks noGrp="1"/>
          </p:cNvSpPr>
          <p:nvPr>
            <p:ph type="dt" sz="half" idx="12"/>
          </p:nvPr>
        </p:nvSpPr>
        <p:spPr/>
        <p:txBody>
          <a:bodyPr/>
          <a:lstStyle/>
          <a:p>
            <a:pPr>
              <a:defRPr/>
            </a:pPr>
            <a:fld id="{3610B10A-3B98-48B6-8992-8D69A04268AD}" type="datetime1">
              <a:rPr lang="en-US" smtClean="0"/>
              <a:t>12/19/2024</a:t>
            </a:fld>
            <a:endParaRPr lang="en-US"/>
          </a:p>
        </p:txBody>
      </p:sp>
      <p:sp>
        <p:nvSpPr>
          <p:cNvPr id="4" name="Footer Placeholder 3">
            <a:extLst>
              <a:ext uri="{FF2B5EF4-FFF2-40B4-BE49-F238E27FC236}">
                <a16:creationId xmlns:a16="http://schemas.microsoft.com/office/drawing/2014/main" id="{B0C8AE94-7BD4-01FC-6269-EDB9E53A4111}"/>
              </a:ext>
            </a:extLst>
          </p:cNvPr>
          <p:cNvSpPr>
            <a:spLocks noGrp="1"/>
          </p:cNvSpPr>
          <p:nvPr>
            <p:ph type="ftr" sz="quarter" idx="11"/>
          </p:nvPr>
        </p:nvSpPr>
        <p:spPr/>
        <p:txBody>
          <a:bodyPr/>
          <a:lstStyle/>
          <a:p>
            <a:pPr>
              <a:defRPr/>
            </a:pPr>
            <a:r>
              <a:rPr lang="en-US"/>
              <a:t>Data Structures and Algorithms in Python</a:t>
            </a:r>
            <a:endParaRPr lang="en-US" dirty="0"/>
          </a:p>
        </p:txBody>
      </p:sp>
      <p:sp>
        <p:nvSpPr>
          <p:cNvPr id="5" name="Slide Number Placeholder 4">
            <a:extLst>
              <a:ext uri="{FF2B5EF4-FFF2-40B4-BE49-F238E27FC236}">
                <a16:creationId xmlns:a16="http://schemas.microsoft.com/office/drawing/2014/main" id="{4F54ADD1-7244-4E9E-E256-503613A0D2FA}"/>
              </a:ext>
            </a:extLst>
          </p:cNvPr>
          <p:cNvSpPr>
            <a:spLocks noGrp="1"/>
          </p:cNvSpPr>
          <p:nvPr>
            <p:ph type="sldNum" sz="quarter" idx="10"/>
          </p:nvPr>
        </p:nvSpPr>
        <p:spPr/>
        <p:txBody>
          <a:bodyPr/>
          <a:lstStyle/>
          <a:p>
            <a:pPr>
              <a:defRPr/>
            </a:pPr>
            <a:fld id="{34A84676-C444-4AC5-8B4E-405A7C81C0FB}" type="slidenum">
              <a:rPr lang="en-US" altLang="en-US" smtClean="0"/>
              <a:pPr>
                <a:defRPr/>
              </a:pPr>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0DFB84-16C5-44B6-E589-07D36EC3B7CC}"/>
              </a:ext>
            </a:extLst>
          </p:cNvPr>
          <p:cNvSpPr>
            <a:spLocks noGrp="1"/>
          </p:cNvSpPr>
          <p:nvPr>
            <p:ph type="dt" sz="half" idx="10"/>
          </p:nvPr>
        </p:nvSpPr>
        <p:spPr/>
        <p:txBody>
          <a:bodyPr/>
          <a:lstStyle/>
          <a:p>
            <a:pPr>
              <a:buFont typeface="Monotype Sorts" charset="2"/>
              <a:buNone/>
              <a:defRPr/>
            </a:pPr>
            <a:fld id="{27576FB3-5FC2-4E13-BE6D-D09B4FF95064}" type="datetime1">
              <a:rPr lang="en-US" smtClean="0"/>
              <a:t>12/19/2024</a:t>
            </a:fld>
            <a:endParaRPr lang="en-US" dirty="0"/>
          </a:p>
        </p:txBody>
      </p:sp>
      <p:sp>
        <p:nvSpPr>
          <p:cNvPr id="3" name="Slide Number Placeholder 2">
            <a:extLst>
              <a:ext uri="{FF2B5EF4-FFF2-40B4-BE49-F238E27FC236}">
                <a16:creationId xmlns:a16="http://schemas.microsoft.com/office/drawing/2014/main" id="{621EF429-5199-5B35-256D-8A47670E3360}"/>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11</a:t>
            </a:fld>
            <a:endParaRPr lang="en-US" dirty="0"/>
          </a:p>
        </p:txBody>
      </p:sp>
      <p:sp>
        <p:nvSpPr>
          <p:cNvPr id="4" name="Footer Placeholder 3">
            <a:extLst>
              <a:ext uri="{FF2B5EF4-FFF2-40B4-BE49-F238E27FC236}">
                <a16:creationId xmlns:a16="http://schemas.microsoft.com/office/drawing/2014/main" id="{2726ABFF-B9E0-80FE-45EF-1FF284D7DF93}"/>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7" name="Picture 6">
            <a:extLst>
              <a:ext uri="{FF2B5EF4-FFF2-40B4-BE49-F238E27FC236}">
                <a16:creationId xmlns:a16="http://schemas.microsoft.com/office/drawing/2014/main" id="{2E5EE0E9-AD94-A73B-B782-6D4DEA7FE460}"/>
              </a:ext>
            </a:extLst>
          </p:cNvPr>
          <p:cNvPicPr>
            <a:picLocks noChangeAspect="1"/>
          </p:cNvPicPr>
          <p:nvPr/>
        </p:nvPicPr>
        <p:blipFill>
          <a:blip r:embed="rId2"/>
          <a:stretch>
            <a:fillRect/>
          </a:stretch>
        </p:blipFill>
        <p:spPr>
          <a:xfrm>
            <a:off x="0" y="68661"/>
            <a:ext cx="12192000" cy="6720678"/>
          </a:xfrm>
          <a:prstGeom prst="rect">
            <a:avLst/>
          </a:prstGeom>
        </p:spPr>
      </p:pic>
    </p:spTree>
    <p:extLst>
      <p:ext uri="{BB962C8B-B14F-4D97-AF65-F5344CB8AC3E}">
        <p14:creationId xmlns:p14="http://schemas.microsoft.com/office/powerpoint/2010/main" val="693840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45E99-904A-5FAD-7FE9-056E799E8A95}"/>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E0BEECFE-62F8-6468-F992-EB1A46FBEF77}"/>
              </a:ext>
            </a:extLst>
          </p:cNvPr>
          <p:cNvSpPr>
            <a:spLocks noGrp="1"/>
          </p:cNvSpPr>
          <p:nvPr>
            <p:ph type="sldNum" sz="quarter" idx="10"/>
          </p:nvPr>
        </p:nvSpPr>
        <p:spPr/>
        <p:txBody>
          <a:bodyPr/>
          <a:lstStyle/>
          <a:p>
            <a:pPr>
              <a:defRPr/>
            </a:pPr>
            <a:fld id="{B0510DBD-B54C-4BB2-9910-15204BA8081C}" type="slidenum">
              <a:rPr lang="en-US" altLang="en-US" smtClean="0"/>
              <a:pPr>
                <a:defRPr/>
              </a:pPr>
              <a:t>12</a:t>
            </a:fld>
            <a:endParaRPr lang="en-US" altLang="en-US"/>
          </a:p>
        </p:txBody>
      </p:sp>
      <p:sp>
        <p:nvSpPr>
          <p:cNvPr id="4" name="Footer Placeholder 3">
            <a:extLst>
              <a:ext uri="{FF2B5EF4-FFF2-40B4-BE49-F238E27FC236}">
                <a16:creationId xmlns:a16="http://schemas.microsoft.com/office/drawing/2014/main" id="{A708ACC7-1B28-181D-1ED6-3FC47B16F58B}"/>
              </a:ext>
            </a:extLst>
          </p:cNvPr>
          <p:cNvSpPr>
            <a:spLocks noGrp="1"/>
          </p:cNvSpPr>
          <p:nvPr>
            <p:ph type="ftr" sz="quarter" idx="11"/>
          </p:nvPr>
        </p:nvSpPr>
        <p:spPr/>
        <p:txBody>
          <a:bodyPr/>
          <a:lstStyle/>
          <a:p>
            <a:pPr>
              <a:defRPr/>
            </a:pPr>
            <a:r>
              <a:rPr lang="en-US"/>
              <a:t>Data Structures and Algorithms in Python</a:t>
            </a:r>
          </a:p>
        </p:txBody>
      </p:sp>
      <p:sp>
        <p:nvSpPr>
          <p:cNvPr id="5" name="Date Placeholder 4">
            <a:extLst>
              <a:ext uri="{FF2B5EF4-FFF2-40B4-BE49-F238E27FC236}">
                <a16:creationId xmlns:a16="http://schemas.microsoft.com/office/drawing/2014/main" id="{5EA1F0A3-D837-561C-82E8-B5D119A1306C}"/>
              </a:ext>
            </a:extLst>
          </p:cNvPr>
          <p:cNvSpPr>
            <a:spLocks noGrp="1"/>
          </p:cNvSpPr>
          <p:nvPr>
            <p:ph type="dt" sz="half" idx="12"/>
          </p:nvPr>
        </p:nvSpPr>
        <p:spPr/>
        <p:txBody>
          <a:bodyPr/>
          <a:lstStyle/>
          <a:p>
            <a:pPr>
              <a:defRPr/>
            </a:pPr>
            <a:fld id="{19393CC6-D9B7-43E9-B2E6-964971D5A155}" type="datetime1">
              <a:rPr lang="en-US" smtClean="0"/>
              <a:t>12/19/2024</a:t>
            </a:fld>
            <a:endParaRPr lang="en-US"/>
          </a:p>
        </p:txBody>
      </p:sp>
      <p:pic>
        <p:nvPicPr>
          <p:cNvPr id="8" name="Picture 7">
            <a:extLst>
              <a:ext uri="{FF2B5EF4-FFF2-40B4-BE49-F238E27FC236}">
                <a16:creationId xmlns:a16="http://schemas.microsoft.com/office/drawing/2014/main" id="{6B3F814D-66D2-2E7B-05C9-E53FE51F449C}"/>
              </a:ext>
            </a:extLst>
          </p:cNvPr>
          <p:cNvPicPr>
            <a:picLocks noChangeAspect="1"/>
          </p:cNvPicPr>
          <p:nvPr/>
        </p:nvPicPr>
        <p:blipFill>
          <a:blip r:embed="rId2"/>
          <a:stretch>
            <a:fillRect/>
          </a:stretch>
        </p:blipFill>
        <p:spPr>
          <a:xfrm>
            <a:off x="495300" y="1428750"/>
            <a:ext cx="11201400" cy="4000500"/>
          </a:xfrm>
          <a:prstGeom prst="rect">
            <a:avLst/>
          </a:prstGeom>
        </p:spPr>
      </p:pic>
    </p:spTree>
    <p:extLst>
      <p:ext uri="{BB962C8B-B14F-4D97-AF65-F5344CB8AC3E}">
        <p14:creationId xmlns:p14="http://schemas.microsoft.com/office/powerpoint/2010/main" val="4056528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0DFB84-16C5-44B6-E589-07D36EC3B7CC}"/>
              </a:ext>
            </a:extLst>
          </p:cNvPr>
          <p:cNvSpPr>
            <a:spLocks noGrp="1"/>
          </p:cNvSpPr>
          <p:nvPr>
            <p:ph type="dt" sz="half" idx="10"/>
          </p:nvPr>
        </p:nvSpPr>
        <p:spPr/>
        <p:txBody>
          <a:bodyPr/>
          <a:lstStyle/>
          <a:p>
            <a:pPr>
              <a:buFont typeface="Monotype Sorts" charset="2"/>
              <a:buNone/>
              <a:defRPr/>
            </a:pPr>
            <a:fld id="{1E12B372-CCEB-4192-97EB-AA6549294212}" type="datetime1">
              <a:rPr lang="en-US" smtClean="0"/>
              <a:t>12/19/2024</a:t>
            </a:fld>
            <a:endParaRPr lang="en-US" dirty="0"/>
          </a:p>
        </p:txBody>
      </p:sp>
      <p:sp>
        <p:nvSpPr>
          <p:cNvPr id="3" name="Slide Number Placeholder 2">
            <a:extLst>
              <a:ext uri="{FF2B5EF4-FFF2-40B4-BE49-F238E27FC236}">
                <a16:creationId xmlns:a16="http://schemas.microsoft.com/office/drawing/2014/main" id="{621EF429-5199-5B35-256D-8A47670E3360}"/>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13</a:t>
            </a:fld>
            <a:endParaRPr lang="en-US" dirty="0"/>
          </a:p>
        </p:txBody>
      </p:sp>
      <p:sp>
        <p:nvSpPr>
          <p:cNvPr id="4" name="Footer Placeholder 3">
            <a:extLst>
              <a:ext uri="{FF2B5EF4-FFF2-40B4-BE49-F238E27FC236}">
                <a16:creationId xmlns:a16="http://schemas.microsoft.com/office/drawing/2014/main" id="{2726ABFF-B9E0-80FE-45EF-1FF284D7DF93}"/>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03AEF247-EC88-C7E9-FCD4-CC29ADB887C5}"/>
              </a:ext>
            </a:extLst>
          </p:cNvPr>
          <p:cNvPicPr>
            <a:picLocks noChangeAspect="1"/>
          </p:cNvPicPr>
          <p:nvPr/>
        </p:nvPicPr>
        <p:blipFill>
          <a:blip r:embed="rId2"/>
          <a:stretch>
            <a:fillRect/>
          </a:stretch>
        </p:blipFill>
        <p:spPr>
          <a:xfrm>
            <a:off x="2406964" y="0"/>
            <a:ext cx="7378071" cy="6858000"/>
          </a:xfrm>
          <a:prstGeom prst="rect">
            <a:avLst/>
          </a:prstGeom>
        </p:spPr>
      </p:pic>
    </p:spTree>
    <p:extLst>
      <p:ext uri="{BB962C8B-B14F-4D97-AF65-F5344CB8AC3E}">
        <p14:creationId xmlns:p14="http://schemas.microsoft.com/office/powerpoint/2010/main" val="2210894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4F069C-0FD7-0B45-941C-BAF066238F5D}"/>
              </a:ext>
            </a:extLst>
          </p:cNvPr>
          <p:cNvSpPr>
            <a:spLocks noGrp="1"/>
          </p:cNvSpPr>
          <p:nvPr>
            <p:ph type="dt" sz="half" idx="10"/>
          </p:nvPr>
        </p:nvSpPr>
        <p:spPr/>
        <p:txBody>
          <a:bodyPr/>
          <a:lstStyle/>
          <a:p>
            <a:pPr>
              <a:buFont typeface="Monotype Sorts" charset="2"/>
              <a:buNone/>
              <a:defRPr/>
            </a:pPr>
            <a:fld id="{DC73CA94-696A-478B-BAF5-4188F2DF4AE3}" type="datetime1">
              <a:rPr lang="en-US" smtClean="0"/>
              <a:t>12/19/2024</a:t>
            </a:fld>
            <a:endParaRPr lang="en-US" dirty="0"/>
          </a:p>
        </p:txBody>
      </p:sp>
      <p:sp>
        <p:nvSpPr>
          <p:cNvPr id="3" name="Slide Number Placeholder 2">
            <a:extLst>
              <a:ext uri="{FF2B5EF4-FFF2-40B4-BE49-F238E27FC236}">
                <a16:creationId xmlns:a16="http://schemas.microsoft.com/office/drawing/2014/main" id="{8E106BF5-A834-549C-5767-9E2D183B2654}"/>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14</a:t>
            </a:fld>
            <a:endParaRPr lang="en-US" dirty="0"/>
          </a:p>
        </p:txBody>
      </p:sp>
      <p:sp>
        <p:nvSpPr>
          <p:cNvPr id="4" name="Footer Placeholder 3">
            <a:extLst>
              <a:ext uri="{FF2B5EF4-FFF2-40B4-BE49-F238E27FC236}">
                <a16:creationId xmlns:a16="http://schemas.microsoft.com/office/drawing/2014/main" id="{A7F2587F-5193-6FB1-E810-4FBCDE3F5DC3}"/>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3E0D0AF2-7C9A-FB00-BBD7-93C95352F5BE}"/>
              </a:ext>
            </a:extLst>
          </p:cNvPr>
          <p:cNvPicPr>
            <a:picLocks noChangeAspect="1"/>
          </p:cNvPicPr>
          <p:nvPr/>
        </p:nvPicPr>
        <p:blipFill>
          <a:blip r:embed="rId2"/>
          <a:stretch>
            <a:fillRect/>
          </a:stretch>
        </p:blipFill>
        <p:spPr>
          <a:xfrm>
            <a:off x="1885950" y="1719262"/>
            <a:ext cx="8420100" cy="3419475"/>
          </a:xfrm>
          <a:prstGeom prst="rect">
            <a:avLst/>
          </a:prstGeom>
        </p:spPr>
      </p:pic>
    </p:spTree>
    <p:extLst>
      <p:ext uri="{BB962C8B-B14F-4D97-AF65-F5344CB8AC3E}">
        <p14:creationId xmlns:p14="http://schemas.microsoft.com/office/powerpoint/2010/main" val="3951459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5A7A86-21B4-E22C-0F1E-28553558FA90}"/>
              </a:ext>
            </a:extLst>
          </p:cNvPr>
          <p:cNvSpPr>
            <a:spLocks noGrp="1"/>
          </p:cNvSpPr>
          <p:nvPr>
            <p:ph type="dt" sz="half" idx="10"/>
          </p:nvPr>
        </p:nvSpPr>
        <p:spPr/>
        <p:txBody>
          <a:bodyPr/>
          <a:lstStyle/>
          <a:p>
            <a:pPr>
              <a:buFont typeface="Monotype Sorts" charset="2"/>
              <a:buNone/>
              <a:defRPr/>
            </a:pPr>
            <a:fld id="{1F460B14-BC5E-40C7-BF0C-C7482B707E21}" type="datetime1">
              <a:rPr lang="en-US" smtClean="0"/>
              <a:t>12/19/2024</a:t>
            </a:fld>
            <a:endParaRPr lang="en-US" dirty="0"/>
          </a:p>
        </p:txBody>
      </p:sp>
      <p:sp>
        <p:nvSpPr>
          <p:cNvPr id="3" name="Slide Number Placeholder 2">
            <a:extLst>
              <a:ext uri="{FF2B5EF4-FFF2-40B4-BE49-F238E27FC236}">
                <a16:creationId xmlns:a16="http://schemas.microsoft.com/office/drawing/2014/main" id="{4D4C0E32-B354-4013-60CA-53BB0E321851}"/>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15</a:t>
            </a:fld>
            <a:endParaRPr lang="en-US" dirty="0"/>
          </a:p>
        </p:txBody>
      </p:sp>
      <p:sp>
        <p:nvSpPr>
          <p:cNvPr id="4" name="Footer Placeholder 3">
            <a:extLst>
              <a:ext uri="{FF2B5EF4-FFF2-40B4-BE49-F238E27FC236}">
                <a16:creationId xmlns:a16="http://schemas.microsoft.com/office/drawing/2014/main" id="{9D85BCA4-9F3C-6CD7-6DEF-EC2CCEA2588E}"/>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76A90E18-07F0-AF6F-BF53-7CB7FFEE5AE0}"/>
              </a:ext>
            </a:extLst>
          </p:cNvPr>
          <p:cNvPicPr>
            <a:picLocks noChangeAspect="1"/>
          </p:cNvPicPr>
          <p:nvPr/>
        </p:nvPicPr>
        <p:blipFill>
          <a:blip r:embed="rId2"/>
          <a:stretch>
            <a:fillRect/>
          </a:stretch>
        </p:blipFill>
        <p:spPr>
          <a:xfrm>
            <a:off x="1047750" y="790575"/>
            <a:ext cx="10096500" cy="5276850"/>
          </a:xfrm>
          <a:prstGeom prst="rect">
            <a:avLst/>
          </a:prstGeom>
        </p:spPr>
      </p:pic>
    </p:spTree>
    <p:extLst>
      <p:ext uri="{BB962C8B-B14F-4D97-AF65-F5344CB8AC3E}">
        <p14:creationId xmlns:p14="http://schemas.microsoft.com/office/powerpoint/2010/main" val="2280457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67E06-ECA9-ED58-FD58-86C6FB551B97}"/>
              </a:ext>
            </a:extLst>
          </p:cNvPr>
          <p:cNvSpPr>
            <a:spLocks noGrp="1"/>
          </p:cNvSpPr>
          <p:nvPr>
            <p:ph type="title"/>
          </p:nvPr>
        </p:nvSpPr>
        <p:spPr>
          <a:xfrm>
            <a:off x="381000" y="1600200"/>
            <a:ext cx="10515600" cy="1325563"/>
          </a:xfrm>
        </p:spPr>
        <p:txBody>
          <a:bodyPr/>
          <a:lstStyle/>
          <a:p>
            <a:r>
              <a:rPr lang="en-US" dirty="0"/>
              <a:t>11.2 Complexity Analysis</a:t>
            </a:r>
          </a:p>
        </p:txBody>
      </p:sp>
      <p:sp>
        <p:nvSpPr>
          <p:cNvPr id="3" name="Date Placeholder 2">
            <a:extLst>
              <a:ext uri="{FF2B5EF4-FFF2-40B4-BE49-F238E27FC236}">
                <a16:creationId xmlns:a16="http://schemas.microsoft.com/office/drawing/2014/main" id="{71012E05-1B10-7FDB-EEB7-C174508D0F91}"/>
              </a:ext>
            </a:extLst>
          </p:cNvPr>
          <p:cNvSpPr>
            <a:spLocks noGrp="1"/>
          </p:cNvSpPr>
          <p:nvPr>
            <p:ph type="dt" sz="half" idx="10"/>
          </p:nvPr>
        </p:nvSpPr>
        <p:spPr/>
        <p:txBody>
          <a:bodyPr/>
          <a:lstStyle/>
          <a:p>
            <a:pPr>
              <a:buFont typeface="Monotype Sorts" charset="2"/>
              <a:buNone/>
              <a:defRPr/>
            </a:pPr>
            <a:fld id="{80947AF8-4D60-4631-8008-5DFEF81F1E14}" type="datetime1">
              <a:rPr lang="en-US" smtClean="0"/>
              <a:t>12/19/2024</a:t>
            </a:fld>
            <a:endParaRPr lang="en-US" dirty="0"/>
          </a:p>
        </p:txBody>
      </p:sp>
      <p:sp>
        <p:nvSpPr>
          <p:cNvPr id="4" name="Slide Number Placeholder 3">
            <a:extLst>
              <a:ext uri="{FF2B5EF4-FFF2-40B4-BE49-F238E27FC236}">
                <a16:creationId xmlns:a16="http://schemas.microsoft.com/office/drawing/2014/main" id="{CEBFF3F7-C8D9-820F-7D00-B20C24C9DA81}"/>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16</a:t>
            </a:fld>
            <a:endParaRPr lang="en-US" dirty="0"/>
          </a:p>
        </p:txBody>
      </p:sp>
      <p:sp>
        <p:nvSpPr>
          <p:cNvPr id="5" name="Footer Placeholder 4">
            <a:extLst>
              <a:ext uri="{FF2B5EF4-FFF2-40B4-BE49-F238E27FC236}">
                <a16:creationId xmlns:a16="http://schemas.microsoft.com/office/drawing/2014/main" id="{493807CC-4C3D-BB75-6BFE-2B2271C8C74C}"/>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sp>
        <p:nvSpPr>
          <p:cNvPr id="7" name="TextBox 6">
            <a:extLst>
              <a:ext uri="{FF2B5EF4-FFF2-40B4-BE49-F238E27FC236}">
                <a16:creationId xmlns:a16="http://schemas.microsoft.com/office/drawing/2014/main" id="{C24742F2-AF06-CBEC-7837-08043F5B91FC}"/>
              </a:ext>
            </a:extLst>
          </p:cNvPr>
          <p:cNvSpPr txBox="1"/>
          <p:nvPr/>
        </p:nvSpPr>
        <p:spPr>
          <a:xfrm>
            <a:off x="2971800" y="2507232"/>
            <a:ext cx="8153400" cy="2850011"/>
          </a:xfrm>
          <a:prstGeom prst="rect">
            <a:avLst/>
          </a:prstGeom>
          <a:noFill/>
        </p:spPr>
        <p:txBody>
          <a:bodyPr wrap="square">
            <a:spAutoFit/>
          </a:bodyPr>
          <a:lstStyle/>
          <a:p>
            <a:endParaRPr lang="en-US" sz="2800" b="0" i="0" dirty="0">
              <a:solidFill>
                <a:srgbClr val="242021"/>
              </a:solidFill>
              <a:effectLst/>
              <a:latin typeface="JansonText-Roman"/>
            </a:endParaRPr>
          </a:p>
          <a:p>
            <a:pPr marL="457200" indent="-457200">
              <a:buFont typeface="Wingdings" panose="05000000000000000000" pitchFamily="2" charset="2"/>
              <a:buChar char="q"/>
            </a:pPr>
            <a:r>
              <a:rPr lang="en-US" dirty="0">
                <a:solidFill>
                  <a:srgbClr val="242021"/>
                </a:solidFill>
                <a:latin typeface="JansonText-Roman"/>
              </a:rPr>
              <a:t>A</a:t>
            </a:r>
            <a:r>
              <a:rPr lang="en-US" sz="2800" b="0" i="0" dirty="0">
                <a:solidFill>
                  <a:srgbClr val="242021"/>
                </a:solidFill>
                <a:effectLst/>
                <a:latin typeface="JansonText-Roman"/>
              </a:rPr>
              <a:t> method of determining the efficiency of algorithms </a:t>
            </a:r>
          </a:p>
          <a:p>
            <a:pPr marL="457200" indent="-457200">
              <a:buFont typeface="Wingdings" panose="05000000000000000000" pitchFamily="2" charset="2"/>
              <a:buChar char="q"/>
            </a:pPr>
            <a:r>
              <a:rPr lang="en-US" sz="2800" b="0" i="0" dirty="0">
                <a:solidFill>
                  <a:srgbClr val="242021"/>
                </a:solidFill>
                <a:effectLst/>
                <a:latin typeface="JansonText-Roman"/>
              </a:rPr>
              <a:t>Allows to rate algorithms independently of platform-dependent timings or impractical instruction counts. </a:t>
            </a:r>
          </a:p>
        </p:txBody>
      </p:sp>
    </p:spTree>
    <p:extLst>
      <p:ext uri="{BB962C8B-B14F-4D97-AF65-F5344CB8AC3E}">
        <p14:creationId xmlns:p14="http://schemas.microsoft.com/office/powerpoint/2010/main" val="654688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ABA6A-4E6E-1598-900D-5F7C0F0A0473}"/>
              </a:ext>
            </a:extLst>
          </p:cNvPr>
          <p:cNvSpPr>
            <a:spLocks noGrp="1"/>
          </p:cNvSpPr>
          <p:nvPr>
            <p:ph type="title"/>
          </p:nvPr>
        </p:nvSpPr>
        <p:spPr/>
        <p:txBody>
          <a:bodyPr/>
          <a:lstStyle/>
          <a:p>
            <a:r>
              <a:rPr lang="en-US" dirty="0"/>
              <a:t>11.2.1 Orders of Complexity</a:t>
            </a:r>
          </a:p>
        </p:txBody>
      </p:sp>
      <p:sp>
        <p:nvSpPr>
          <p:cNvPr id="3" name="Content Placeholder 2">
            <a:extLst>
              <a:ext uri="{FF2B5EF4-FFF2-40B4-BE49-F238E27FC236}">
                <a16:creationId xmlns:a16="http://schemas.microsoft.com/office/drawing/2014/main" id="{77AD593C-33F4-5E3C-5942-D5F91AF7A2A6}"/>
              </a:ext>
            </a:extLst>
          </p:cNvPr>
          <p:cNvSpPr>
            <a:spLocks noGrp="1"/>
          </p:cNvSpPr>
          <p:nvPr>
            <p:ph idx="1"/>
          </p:nvPr>
        </p:nvSpPr>
        <p:spPr/>
        <p:txBody>
          <a:bodyPr/>
          <a:lstStyle/>
          <a:p>
            <a:r>
              <a:rPr lang="en-US" dirty="0"/>
              <a:t>Level of increasing when the size of the input increases</a:t>
            </a:r>
          </a:p>
        </p:txBody>
      </p:sp>
      <p:sp>
        <p:nvSpPr>
          <p:cNvPr id="4" name="Slide Number Placeholder 3">
            <a:extLst>
              <a:ext uri="{FF2B5EF4-FFF2-40B4-BE49-F238E27FC236}">
                <a16:creationId xmlns:a16="http://schemas.microsoft.com/office/drawing/2014/main" id="{FC020E2D-FAD3-7C59-BAE9-5D190DF4D2BE}"/>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17</a:t>
            </a:fld>
            <a:endParaRPr lang="en-US" altLang="en-US" dirty="0"/>
          </a:p>
        </p:txBody>
      </p:sp>
      <p:sp>
        <p:nvSpPr>
          <p:cNvPr id="5" name="Footer Placeholder 4">
            <a:extLst>
              <a:ext uri="{FF2B5EF4-FFF2-40B4-BE49-F238E27FC236}">
                <a16:creationId xmlns:a16="http://schemas.microsoft.com/office/drawing/2014/main" id="{6E03C2F8-37A3-5F1A-E7A0-317CA9D080EB}"/>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214DC99E-C164-C48B-3C84-E9B4107DA134}"/>
              </a:ext>
            </a:extLst>
          </p:cNvPr>
          <p:cNvSpPr>
            <a:spLocks noGrp="1"/>
          </p:cNvSpPr>
          <p:nvPr>
            <p:ph type="dt" sz="half" idx="12"/>
          </p:nvPr>
        </p:nvSpPr>
        <p:spPr/>
        <p:txBody>
          <a:bodyPr/>
          <a:lstStyle/>
          <a:p>
            <a:pPr>
              <a:buFont typeface="Monotype Sorts" charset="2"/>
              <a:buNone/>
              <a:defRPr/>
            </a:pPr>
            <a:fld id="{E324FFB1-3296-4AC1-8412-E2FB917F3817}" type="datetime1">
              <a:rPr lang="en-US" smtClean="0"/>
              <a:t>12/19/2024</a:t>
            </a:fld>
            <a:endParaRPr lang="en-US" dirty="0"/>
          </a:p>
        </p:txBody>
      </p:sp>
      <p:pic>
        <p:nvPicPr>
          <p:cNvPr id="8" name="Picture 7">
            <a:extLst>
              <a:ext uri="{FF2B5EF4-FFF2-40B4-BE49-F238E27FC236}">
                <a16:creationId xmlns:a16="http://schemas.microsoft.com/office/drawing/2014/main" id="{BCEE0F82-2BF4-320A-88D7-480C427C8F9B}"/>
              </a:ext>
            </a:extLst>
          </p:cNvPr>
          <p:cNvPicPr>
            <a:picLocks noChangeAspect="1"/>
          </p:cNvPicPr>
          <p:nvPr/>
        </p:nvPicPr>
        <p:blipFill>
          <a:blip r:embed="rId2"/>
          <a:stretch>
            <a:fillRect/>
          </a:stretch>
        </p:blipFill>
        <p:spPr>
          <a:xfrm>
            <a:off x="114300" y="2882898"/>
            <a:ext cx="12077700" cy="3429000"/>
          </a:xfrm>
          <a:prstGeom prst="rect">
            <a:avLst/>
          </a:prstGeom>
        </p:spPr>
      </p:pic>
    </p:spTree>
    <p:extLst>
      <p:ext uri="{BB962C8B-B14F-4D97-AF65-F5344CB8AC3E}">
        <p14:creationId xmlns:p14="http://schemas.microsoft.com/office/powerpoint/2010/main" val="1766504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66FEA5-AD0A-98CA-9F19-E2AA4FD84A2F}"/>
              </a:ext>
            </a:extLst>
          </p:cNvPr>
          <p:cNvSpPr>
            <a:spLocks noGrp="1"/>
          </p:cNvSpPr>
          <p:nvPr>
            <p:ph type="dt" sz="half" idx="10"/>
          </p:nvPr>
        </p:nvSpPr>
        <p:spPr/>
        <p:txBody>
          <a:bodyPr/>
          <a:lstStyle/>
          <a:p>
            <a:pPr>
              <a:buFont typeface="Monotype Sorts" charset="2"/>
              <a:buNone/>
              <a:defRPr/>
            </a:pPr>
            <a:fld id="{1F883328-24D9-4840-B6F6-EB54F9F5A22E}" type="datetime1">
              <a:rPr lang="en-US" smtClean="0"/>
              <a:t>12/19/2024</a:t>
            </a:fld>
            <a:endParaRPr lang="en-US" dirty="0"/>
          </a:p>
        </p:txBody>
      </p:sp>
      <p:sp>
        <p:nvSpPr>
          <p:cNvPr id="3" name="Slide Number Placeholder 2">
            <a:extLst>
              <a:ext uri="{FF2B5EF4-FFF2-40B4-BE49-F238E27FC236}">
                <a16:creationId xmlns:a16="http://schemas.microsoft.com/office/drawing/2014/main" id="{56610AF8-C3BD-3C6C-BAD3-C278006179D6}"/>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18</a:t>
            </a:fld>
            <a:endParaRPr lang="en-US" dirty="0"/>
          </a:p>
        </p:txBody>
      </p:sp>
      <p:sp>
        <p:nvSpPr>
          <p:cNvPr id="4" name="Footer Placeholder 3">
            <a:extLst>
              <a:ext uri="{FF2B5EF4-FFF2-40B4-BE49-F238E27FC236}">
                <a16:creationId xmlns:a16="http://schemas.microsoft.com/office/drawing/2014/main" id="{2B210D51-5C43-8F0F-5E17-B1C2795A5384}"/>
              </a:ext>
            </a:extLst>
          </p:cNvPr>
          <p:cNvSpPr>
            <a:spLocks noGrp="1"/>
          </p:cNvSpPr>
          <p:nvPr>
            <p:ph type="ftr" sz="quarter" idx="12"/>
          </p:nvPr>
        </p:nvSpPr>
        <p:spPr/>
        <p:txBody>
          <a:bodyPr/>
          <a:lstStyle/>
          <a:p>
            <a:pPr>
              <a:buFont typeface="Monotype Sorts" charset="2"/>
              <a:buNone/>
              <a:defRPr/>
            </a:pPr>
            <a:r>
              <a:rPr lang="en-US" dirty="0"/>
              <a:t>Data Structures and Algorithms in Python</a:t>
            </a:r>
          </a:p>
        </p:txBody>
      </p:sp>
      <p:pic>
        <p:nvPicPr>
          <p:cNvPr id="6" name="Picture 5">
            <a:extLst>
              <a:ext uri="{FF2B5EF4-FFF2-40B4-BE49-F238E27FC236}">
                <a16:creationId xmlns:a16="http://schemas.microsoft.com/office/drawing/2014/main" id="{81A149D7-3F62-74FE-1B57-85D0C3CB2E77}"/>
              </a:ext>
            </a:extLst>
          </p:cNvPr>
          <p:cNvPicPr>
            <a:picLocks noChangeAspect="1"/>
          </p:cNvPicPr>
          <p:nvPr/>
        </p:nvPicPr>
        <p:blipFill>
          <a:blip r:embed="rId2"/>
          <a:stretch>
            <a:fillRect/>
          </a:stretch>
        </p:blipFill>
        <p:spPr>
          <a:xfrm>
            <a:off x="457200" y="785812"/>
            <a:ext cx="11277600" cy="5286375"/>
          </a:xfrm>
          <a:prstGeom prst="rect">
            <a:avLst/>
          </a:prstGeom>
        </p:spPr>
      </p:pic>
    </p:spTree>
    <p:extLst>
      <p:ext uri="{BB962C8B-B14F-4D97-AF65-F5344CB8AC3E}">
        <p14:creationId xmlns:p14="http://schemas.microsoft.com/office/powerpoint/2010/main" val="3206852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ABA6A-4E6E-1598-900D-5F7C0F0A0473}"/>
              </a:ext>
            </a:extLst>
          </p:cNvPr>
          <p:cNvSpPr>
            <a:spLocks noGrp="1"/>
          </p:cNvSpPr>
          <p:nvPr>
            <p:ph type="title"/>
          </p:nvPr>
        </p:nvSpPr>
        <p:spPr/>
        <p:txBody>
          <a:bodyPr/>
          <a:lstStyle/>
          <a:p>
            <a:r>
              <a:rPr lang="en-US" dirty="0"/>
              <a:t>11.2.1 Orders of Complexity</a:t>
            </a:r>
          </a:p>
        </p:txBody>
      </p:sp>
      <p:sp>
        <p:nvSpPr>
          <p:cNvPr id="3" name="Content Placeholder 2">
            <a:extLst>
              <a:ext uri="{FF2B5EF4-FFF2-40B4-BE49-F238E27FC236}">
                <a16:creationId xmlns:a16="http://schemas.microsoft.com/office/drawing/2014/main" id="{77AD593C-33F4-5E3C-5942-D5F91AF7A2A6}"/>
              </a:ext>
            </a:extLst>
          </p:cNvPr>
          <p:cNvSpPr>
            <a:spLocks noGrp="1"/>
          </p:cNvSpPr>
          <p:nvPr>
            <p:ph idx="1"/>
          </p:nvPr>
        </p:nvSpPr>
        <p:spPr/>
        <p:txBody>
          <a:bodyPr/>
          <a:lstStyle/>
          <a:p>
            <a:r>
              <a:rPr lang="en-US" dirty="0"/>
              <a:t>Some popular order: const, linear, quadratic, logarithmic, polynomial, exponential </a:t>
            </a:r>
          </a:p>
        </p:txBody>
      </p:sp>
      <p:sp>
        <p:nvSpPr>
          <p:cNvPr id="4" name="Slide Number Placeholder 3">
            <a:extLst>
              <a:ext uri="{FF2B5EF4-FFF2-40B4-BE49-F238E27FC236}">
                <a16:creationId xmlns:a16="http://schemas.microsoft.com/office/drawing/2014/main" id="{FC020E2D-FAD3-7C59-BAE9-5D190DF4D2BE}"/>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19</a:t>
            </a:fld>
            <a:endParaRPr lang="en-US" altLang="en-US" dirty="0"/>
          </a:p>
        </p:txBody>
      </p:sp>
      <p:sp>
        <p:nvSpPr>
          <p:cNvPr id="5" name="Footer Placeholder 4">
            <a:extLst>
              <a:ext uri="{FF2B5EF4-FFF2-40B4-BE49-F238E27FC236}">
                <a16:creationId xmlns:a16="http://schemas.microsoft.com/office/drawing/2014/main" id="{6E03C2F8-37A3-5F1A-E7A0-317CA9D080EB}"/>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214DC99E-C164-C48B-3C84-E9B4107DA134}"/>
              </a:ext>
            </a:extLst>
          </p:cNvPr>
          <p:cNvSpPr>
            <a:spLocks noGrp="1"/>
          </p:cNvSpPr>
          <p:nvPr>
            <p:ph type="dt" sz="half" idx="12"/>
          </p:nvPr>
        </p:nvSpPr>
        <p:spPr/>
        <p:txBody>
          <a:bodyPr/>
          <a:lstStyle/>
          <a:p>
            <a:pPr>
              <a:buFont typeface="Monotype Sorts" charset="2"/>
              <a:buNone/>
              <a:defRPr/>
            </a:pPr>
            <a:fld id="{F8542907-3503-4464-B672-E9305A0053CA}" type="datetime1">
              <a:rPr lang="en-US" smtClean="0"/>
              <a:t>12/19/2024</a:t>
            </a:fld>
            <a:endParaRPr lang="en-US" dirty="0"/>
          </a:p>
        </p:txBody>
      </p:sp>
      <p:pic>
        <p:nvPicPr>
          <p:cNvPr id="9" name="Picture 8">
            <a:extLst>
              <a:ext uri="{FF2B5EF4-FFF2-40B4-BE49-F238E27FC236}">
                <a16:creationId xmlns:a16="http://schemas.microsoft.com/office/drawing/2014/main" id="{B979D63F-975E-C527-FB23-1F45B4EDC6C5}"/>
              </a:ext>
            </a:extLst>
          </p:cNvPr>
          <p:cNvPicPr>
            <a:picLocks noChangeAspect="1"/>
          </p:cNvPicPr>
          <p:nvPr/>
        </p:nvPicPr>
        <p:blipFill>
          <a:blip r:embed="rId2"/>
          <a:stretch>
            <a:fillRect/>
          </a:stretch>
        </p:blipFill>
        <p:spPr>
          <a:xfrm>
            <a:off x="95250" y="2967831"/>
            <a:ext cx="12001500" cy="3419475"/>
          </a:xfrm>
          <a:prstGeom prst="rect">
            <a:avLst/>
          </a:prstGeom>
        </p:spPr>
      </p:pic>
    </p:spTree>
    <p:extLst>
      <p:ext uri="{BB962C8B-B14F-4D97-AF65-F5344CB8AC3E}">
        <p14:creationId xmlns:p14="http://schemas.microsoft.com/office/powerpoint/2010/main" val="1720322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66FEA5-AD0A-98CA-9F19-E2AA4FD84A2F}"/>
              </a:ext>
            </a:extLst>
          </p:cNvPr>
          <p:cNvSpPr>
            <a:spLocks noGrp="1"/>
          </p:cNvSpPr>
          <p:nvPr>
            <p:ph type="dt" sz="half" idx="10"/>
          </p:nvPr>
        </p:nvSpPr>
        <p:spPr/>
        <p:txBody>
          <a:bodyPr/>
          <a:lstStyle/>
          <a:p>
            <a:pPr>
              <a:buFont typeface="Monotype Sorts" charset="2"/>
              <a:buNone/>
              <a:defRPr/>
            </a:pPr>
            <a:fld id="{05150471-0D01-418F-90EB-3A068E7634E9}" type="datetime1">
              <a:rPr lang="en-US" smtClean="0"/>
              <a:t>12/19/2024</a:t>
            </a:fld>
            <a:endParaRPr lang="en-US" dirty="0"/>
          </a:p>
        </p:txBody>
      </p:sp>
      <p:sp>
        <p:nvSpPr>
          <p:cNvPr id="3" name="Slide Number Placeholder 2">
            <a:extLst>
              <a:ext uri="{FF2B5EF4-FFF2-40B4-BE49-F238E27FC236}">
                <a16:creationId xmlns:a16="http://schemas.microsoft.com/office/drawing/2014/main" id="{56610AF8-C3BD-3C6C-BAD3-C278006179D6}"/>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20</a:t>
            </a:fld>
            <a:endParaRPr lang="en-US" dirty="0"/>
          </a:p>
        </p:txBody>
      </p:sp>
      <p:sp>
        <p:nvSpPr>
          <p:cNvPr id="4" name="Footer Placeholder 3">
            <a:extLst>
              <a:ext uri="{FF2B5EF4-FFF2-40B4-BE49-F238E27FC236}">
                <a16:creationId xmlns:a16="http://schemas.microsoft.com/office/drawing/2014/main" id="{2B210D51-5C43-8F0F-5E17-B1C2795A5384}"/>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7" name="Picture 6">
            <a:extLst>
              <a:ext uri="{FF2B5EF4-FFF2-40B4-BE49-F238E27FC236}">
                <a16:creationId xmlns:a16="http://schemas.microsoft.com/office/drawing/2014/main" id="{25A51D7F-0A3B-1521-83BF-9FC784455C79}"/>
              </a:ext>
            </a:extLst>
          </p:cNvPr>
          <p:cNvPicPr>
            <a:picLocks noChangeAspect="1"/>
          </p:cNvPicPr>
          <p:nvPr/>
        </p:nvPicPr>
        <p:blipFill>
          <a:blip r:embed="rId2"/>
          <a:stretch>
            <a:fillRect/>
          </a:stretch>
        </p:blipFill>
        <p:spPr>
          <a:xfrm>
            <a:off x="442912" y="862012"/>
            <a:ext cx="11306175" cy="5133975"/>
          </a:xfrm>
          <a:prstGeom prst="rect">
            <a:avLst/>
          </a:prstGeom>
        </p:spPr>
      </p:pic>
    </p:spTree>
    <p:extLst>
      <p:ext uri="{BB962C8B-B14F-4D97-AF65-F5344CB8AC3E}">
        <p14:creationId xmlns:p14="http://schemas.microsoft.com/office/powerpoint/2010/main" val="4281766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29577-3B1D-D084-8F1D-D1E0167C05C2}"/>
              </a:ext>
            </a:extLst>
          </p:cNvPr>
          <p:cNvSpPr>
            <a:spLocks noGrp="1"/>
          </p:cNvSpPr>
          <p:nvPr>
            <p:ph type="title"/>
          </p:nvPr>
        </p:nvSpPr>
        <p:spPr/>
        <p:txBody>
          <a:bodyPr/>
          <a:lstStyle/>
          <a:p>
            <a:r>
              <a:rPr lang="en-US" dirty="0"/>
              <a:t>11.2.2 Big-O Notation</a:t>
            </a:r>
          </a:p>
        </p:txBody>
      </p:sp>
      <p:sp>
        <p:nvSpPr>
          <p:cNvPr id="3" name="Content Placeholder 2">
            <a:extLst>
              <a:ext uri="{FF2B5EF4-FFF2-40B4-BE49-F238E27FC236}">
                <a16:creationId xmlns:a16="http://schemas.microsoft.com/office/drawing/2014/main" id="{E5BDAC23-5546-7D01-E36D-627BD0FE4373}"/>
              </a:ext>
            </a:extLst>
          </p:cNvPr>
          <p:cNvSpPr>
            <a:spLocks noGrp="1"/>
          </p:cNvSpPr>
          <p:nvPr>
            <p:ph idx="1"/>
          </p:nvPr>
        </p:nvSpPr>
        <p:spPr/>
        <p:txBody>
          <a:bodyPr/>
          <a:lstStyle/>
          <a:p>
            <a:r>
              <a:rPr lang="en-US" sz="2000" dirty="0"/>
              <a:t>Can not count or evaluate precisely the number of operations</a:t>
            </a:r>
          </a:p>
          <a:p>
            <a:r>
              <a:rPr lang="en-US" sz="2000" dirty="0"/>
              <a:t>Focus on one term as </a:t>
            </a:r>
            <a:r>
              <a:rPr lang="en-US" sz="2000" dirty="0">
                <a:solidFill>
                  <a:srgbClr val="FF0000"/>
                </a:solidFill>
              </a:rPr>
              <a:t>dominant</a:t>
            </a:r>
            <a:r>
              <a:rPr lang="en-US" sz="2000" dirty="0"/>
              <a:t>. </a:t>
            </a:r>
          </a:p>
          <a:p>
            <a:pPr lvl="1"/>
            <a:r>
              <a:rPr lang="en-US" sz="1800" dirty="0"/>
              <a:t>As input size becomes large, the dominant term becomes so large that the amount of work represented by the other terms can be ignore</a:t>
            </a:r>
          </a:p>
          <a:p>
            <a:r>
              <a:rPr lang="en-US" sz="2000" dirty="0">
                <a:solidFill>
                  <a:srgbClr val="FF0000"/>
                </a:solidFill>
              </a:rPr>
              <a:t>Asymptotic analysis</a:t>
            </a:r>
            <a:r>
              <a:rPr lang="en-US" sz="2000" dirty="0"/>
              <a:t>: the value of the function asymptotically approaches or approximates the value of its largest term as the input size becomes very large.</a:t>
            </a:r>
          </a:p>
          <a:p>
            <a:r>
              <a:rPr lang="en-US" sz="2000" dirty="0">
                <a:solidFill>
                  <a:srgbClr val="FF0000"/>
                </a:solidFill>
              </a:rPr>
              <a:t>big-O notation</a:t>
            </a:r>
            <a:r>
              <a:rPr lang="en-US" sz="2000" dirty="0"/>
              <a:t>: “O” stands for “on the order of,” a reference to the order of complexity of the work of the algorithm</a:t>
            </a:r>
          </a:p>
        </p:txBody>
      </p:sp>
      <p:sp>
        <p:nvSpPr>
          <p:cNvPr id="4" name="Slide Number Placeholder 3">
            <a:extLst>
              <a:ext uri="{FF2B5EF4-FFF2-40B4-BE49-F238E27FC236}">
                <a16:creationId xmlns:a16="http://schemas.microsoft.com/office/drawing/2014/main" id="{5360CF78-B5FD-8975-BCA3-595AF7BCB27B}"/>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21</a:t>
            </a:fld>
            <a:endParaRPr lang="en-US" altLang="en-US" dirty="0"/>
          </a:p>
        </p:txBody>
      </p:sp>
      <p:sp>
        <p:nvSpPr>
          <p:cNvPr id="5" name="Footer Placeholder 4">
            <a:extLst>
              <a:ext uri="{FF2B5EF4-FFF2-40B4-BE49-F238E27FC236}">
                <a16:creationId xmlns:a16="http://schemas.microsoft.com/office/drawing/2014/main" id="{D240633B-F601-F1C6-915E-6E55C999BBEC}"/>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F876D6FB-95BC-C4F7-1C8A-CE9E920E606A}"/>
              </a:ext>
            </a:extLst>
          </p:cNvPr>
          <p:cNvSpPr>
            <a:spLocks noGrp="1"/>
          </p:cNvSpPr>
          <p:nvPr>
            <p:ph type="dt" sz="half" idx="12"/>
          </p:nvPr>
        </p:nvSpPr>
        <p:spPr/>
        <p:txBody>
          <a:bodyPr/>
          <a:lstStyle/>
          <a:p>
            <a:pPr>
              <a:buFont typeface="Monotype Sorts" charset="2"/>
              <a:buNone/>
              <a:defRPr/>
            </a:pPr>
            <a:fld id="{C691B038-80FB-4D00-9A99-BF9C0555C634}" type="datetime1">
              <a:rPr lang="en-US" smtClean="0"/>
              <a:t>12/19/2024</a:t>
            </a:fld>
            <a:endParaRPr lang="en-US" dirty="0"/>
          </a:p>
        </p:txBody>
      </p:sp>
    </p:spTree>
    <p:extLst>
      <p:ext uri="{BB962C8B-B14F-4D97-AF65-F5344CB8AC3E}">
        <p14:creationId xmlns:p14="http://schemas.microsoft.com/office/powerpoint/2010/main" val="3488313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B8CCF-0AE8-2B3A-E272-020536E7AEB1}"/>
              </a:ext>
            </a:extLst>
          </p:cNvPr>
          <p:cNvSpPr>
            <a:spLocks noGrp="1"/>
          </p:cNvSpPr>
          <p:nvPr>
            <p:ph type="title"/>
          </p:nvPr>
        </p:nvSpPr>
        <p:spPr/>
        <p:txBody>
          <a:bodyPr/>
          <a:lstStyle/>
          <a:p>
            <a:r>
              <a:rPr lang="en-US" dirty="0"/>
              <a:t>11.2.3 The Role of the Constant of Proportionality</a:t>
            </a:r>
          </a:p>
        </p:txBody>
      </p:sp>
      <p:sp>
        <p:nvSpPr>
          <p:cNvPr id="3" name="Content Placeholder 2">
            <a:extLst>
              <a:ext uri="{FF2B5EF4-FFF2-40B4-BE49-F238E27FC236}">
                <a16:creationId xmlns:a16="http://schemas.microsoft.com/office/drawing/2014/main" id="{418F23B6-0B2A-2EAB-C43C-DE1298586861}"/>
              </a:ext>
            </a:extLst>
          </p:cNvPr>
          <p:cNvSpPr>
            <a:spLocks noGrp="1"/>
          </p:cNvSpPr>
          <p:nvPr>
            <p:ph idx="1"/>
          </p:nvPr>
        </p:nvSpPr>
        <p:spPr/>
        <p:txBody>
          <a:bodyPr/>
          <a:lstStyle/>
          <a:p>
            <a:r>
              <a:rPr lang="en-US" dirty="0"/>
              <a:t> </a:t>
            </a:r>
            <a:r>
              <a:rPr lang="en-US" dirty="0">
                <a:solidFill>
                  <a:srgbClr val="FF0000"/>
                </a:solidFill>
              </a:rPr>
              <a:t>Constant of proportionality </a:t>
            </a:r>
            <a:r>
              <a:rPr lang="en-US" dirty="0"/>
              <a:t>involves the terms and coefficients that are usually ignored during big-O analysis.</a:t>
            </a:r>
          </a:p>
          <a:p>
            <a:r>
              <a:rPr lang="en-US" dirty="0"/>
              <a:t>However, when these items are large, they may have an impact on the algorithm, particularly for small and medium-sized data sets</a:t>
            </a:r>
          </a:p>
          <a:p>
            <a:r>
              <a:rPr lang="en-US" dirty="0"/>
              <a:t>Determine the constant? </a:t>
            </a:r>
          </a:p>
          <a:p>
            <a:endParaRPr lang="en-US" dirty="0"/>
          </a:p>
        </p:txBody>
      </p:sp>
      <p:sp>
        <p:nvSpPr>
          <p:cNvPr id="4" name="Slide Number Placeholder 3">
            <a:extLst>
              <a:ext uri="{FF2B5EF4-FFF2-40B4-BE49-F238E27FC236}">
                <a16:creationId xmlns:a16="http://schemas.microsoft.com/office/drawing/2014/main" id="{51FEA5A8-B9AB-99DF-CAAF-07638E608494}"/>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22</a:t>
            </a:fld>
            <a:endParaRPr lang="en-US" altLang="en-US" dirty="0"/>
          </a:p>
        </p:txBody>
      </p:sp>
      <p:sp>
        <p:nvSpPr>
          <p:cNvPr id="5" name="Footer Placeholder 4">
            <a:extLst>
              <a:ext uri="{FF2B5EF4-FFF2-40B4-BE49-F238E27FC236}">
                <a16:creationId xmlns:a16="http://schemas.microsoft.com/office/drawing/2014/main" id="{3F58A8CC-2A74-3A1E-5895-FB41F834E1DC}"/>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91486B2D-4F7A-AAA3-9F82-33A7619318FB}"/>
              </a:ext>
            </a:extLst>
          </p:cNvPr>
          <p:cNvSpPr>
            <a:spLocks noGrp="1"/>
          </p:cNvSpPr>
          <p:nvPr>
            <p:ph type="dt" sz="half" idx="12"/>
          </p:nvPr>
        </p:nvSpPr>
        <p:spPr/>
        <p:txBody>
          <a:bodyPr/>
          <a:lstStyle/>
          <a:p>
            <a:pPr>
              <a:buFont typeface="Monotype Sorts" charset="2"/>
              <a:buNone/>
              <a:defRPr/>
            </a:pPr>
            <a:fld id="{86763549-9742-4628-A23A-338BBC876140}" type="datetime1">
              <a:rPr lang="en-US" smtClean="0"/>
              <a:t>12/19/2024</a:t>
            </a:fld>
            <a:endParaRPr lang="en-US" dirty="0"/>
          </a:p>
        </p:txBody>
      </p:sp>
      <p:pic>
        <p:nvPicPr>
          <p:cNvPr id="8" name="Picture 7">
            <a:extLst>
              <a:ext uri="{FF2B5EF4-FFF2-40B4-BE49-F238E27FC236}">
                <a16:creationId xmlns:a16="http://schemas.microsoft.com/office/drawing/2014/main" id="{DB030058-6082-7BB2-0BA3-FD6EE6CDB82C}"/>
              </a:ext>
            </a:extLst>
          </p:cNvPr>
          <p:cNvPicPr>
            <a:picLocks noChangeAspect="1"/>
          </p:cNvPicPr>
          <p:nvPr/>
        </p:nvPicPr>
        <p:blipFill>
          <a:blip r:embed="rId2"/>
          <a:stretch>
            <a:fillRect/>
          </a:stretch>
        </p:blipFill>
        <p:spPr>
          <a:xfrm>
            <a:off x="1066800" y="4724400"/>
            <a:ext cx="9867900" cy="1257300"/>
          </a:xfrm>
          <a:prstGeom prst="rect">
            <a:avLst/>
          </a:prstGeom>
        </p:spPr>
      </p:pic>
    </p:spTree>
    <p:extLst>
      <p:ext uri="{BB962C8B-B14F-4D97-AF65-F5344CB8AC3E}">
        <p14:creationId xmlns:p14="http://schemas.microsoft.com/office/powerpoint/2010/main" val="12672677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FCC170-9191-99F9-9925-DF320E38BD6A}"/>
              </a:ext>
            </a:extLst>
          </p:cNvPr>
          <p:cNvSpPr>
            <a:spLocks noGrp="1"/>
          </p:cNvSpPr>
          <p:nvPr>
            <p:ph type="dt" sz="half" idx="10"/>
          </p:nvPr>
        </p:nvSpPr>
        <p:spPr/>
        <p:txBody>
          <a:bodyPr/>
          <a:lstStyle/>
          <a:p>
            <a:pPr>
              <a:buFont typeface="Monotype Sorts" charset="2"/>
              <a:buNone/>
              <a:defRPr/>
            </a:pPr>
            <a:fld id="{889520F7-8BCF-40E0-8034-7413C1ED8D55}" type="datetime1">
              <a:rPr lang="en-US" smtClean="0"/>
              <a:t>12/19/2024</a:t>
            </a:fld>
            <a:endParaRPr lang="en-US" dirty="0"/>
          </a:p>
        </p:txBody>
      </p:sp>
      <p:sp>
        <p:nvSpPr>
          <p:cNvPr id="3" name="Slide Number Placeholder 2">
            <a:extLst>
              <a:ext uri="{FF2B5EF4-FFF2-40B4-BE49-F238E27FC236}">
                <a16:creationId xmlns:a16="http://schemas.microsoft.com/office/drawing/2014/main" id="{839F3B1A-631A-5C93-06E9-196A29E66DCB}"/>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23</a:t>
            </a:fld>
            <a:endParaRPr lang="en-US" dirty="0"/>
          </a:p>
        </p:txBody>
      </p:sp>
      <p:sp>
        <p:nvSpPr>
          <p:cNvPr id="4" name="Footer Placeholder 3">
            <a:extLst>
              <a:ext uri="{FF2B5EF4-FFF2-40B4-BE49-F238E27FC236}">
                <a16:creationId xmlns:a16="http://schemas.microsoft.com/office/drawing/2014/main" id="{4771CDF8-AEE6-BC5C-8473-7D439EB97ACC}"/>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89AE3044-03AE-D43B-7B1F-FE3D9621FF88}"/>
              </a:ext>
            </a:extLst>
          </p:cNvPr>
          <p:cNvPicPr>
            <a:picLocks noChangeAspect="1"/>
          </p:cNvPicPr>
          <p:nvPr/>
        </p:nvPicPr>
        <p:blipFill>
          <a:blip r:embed="rId2"/>
          <a:stretch>
            <a:fillRect/>
          </a:stretch>
        </p:blipFill>
        <p:spPr>
          <a:xfrm>
            <a:off x="1385887" y="904875"/>
            <a:ext cx="9420225" cy="5048250"/>
          </a:xfrm>
          <a:prstGeom prst="rect">
            <a:avLst/>
          </a:prstGeom>
        </p:spPr>
      </p:pic>
    </p:spTree>
    <p:extLst>
      <p:ext uri="{BB962C8B-B14F-4D97-AF65-F5344CB8AC3E}">
        <p14:creationId xmlns:p14="http://schemas.microsoft.com/office/powerpoint/2010/main" val="4017045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4E583-5968-5E75-C335-DAC8438EAB62}"/>
              </a:ext>
            </a:extLst>
          </p:cNvPr>
          <p:cNvSpPr>
            <a:spLocks noGrp="1"/>
          </p:cNvSpPr>
          <p:nvPr>
            <p:ph type="title"/>
          </p:nvPr>
        </p:nvSpPr>
        <p:spPr/>
        <p:txBody>
          <a:bodyPr/>
          <a:lstStyle/>
          <a:p>
            <a:r>
              <a:rPr lang="en-US" dirty="0"/>
              <a:t>11.3 Search Algorithms </a:t>
            </a:r>
          </a:p>
        </p:txBody>
      </p:sp>
      <p:sp>
        <p:nvSpPr>
          <p:cNvPr id="3" name="Content Placeholder 2">
            <a:extLst>
              <a:ext uri="{FF2B5EF4-FFF2-40B4-BE49-F238E27FC236}">
                <a16:creationId xmlns:a16="http://schemas.microsoft.com/office/drawing/2014/main" id="{DC3355D6-6301-AFCF-0D2F-05A58173BED9}"/>
              </a:ext>
            </a:extLst>
          </p:cNvPr>
          <p:cNvSpPr>
            <a:spLocks noGrp="1"/>
          </p:cNvSpPr>
          <p:nvPr>
            <p:ph idx="1"/>
          </p:nvPr>
        </p:nvSpPr>
        <p:spPr/>
        <p:txBody>
          <a:bodyPr/>
          <a:lstStyle/>
          <a:p>
            <a:r>
              <a:rPr lang="en-US" dirty="0"/>
              <a:t>Search for a Minimum</a:t>
            </a:r>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9B0ECEC-4143-077B-C74F-DFA1E5DD5261}"/>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24</a:t>
            </a:fld>
            <a:endParaRPr lang="en-US" altLang="en-US" dirty="0"/>
          </a:p>
        </p:txBody>
      </p:sp>
      <p:sp>
        <p:nvSpPr>
          <p:cNvPr id="5" name="Footer Placeholder 4">
            <a:extLst>
              <a:ext uri="{FF2B5EF4-FFF2-40B4-BE49-F238E27FC236}">
                <a16:creationId xmlns:a16="http://schemas.microsoft.com/office/drawing/2014/main" id="{314700B1-EC05-50FC-4026-8A84E1D01BCC}"/>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4BB15BD6-D319-02EF-5BD1-716D84BAEE87}"/>
              </a:ext>
            </a:extLst>
          </p:cNvPr>
          <p:cNvSpPr>
            <a:spLocks noGrp="1"/>
          </p:cNvSpPr>
          <p:nvPr>
            <p:ph type="dt" sz="half" idx="12"/>
          </p:nvPr>
        </p:nvSpPr>
        <p:spPr/>
        <p:txBody>
          <a:bodyPr/>
          <a:lstStyle/>
          <a:p>
            <a:pPr>
              <a:buFont typeface="Monotype Sorts" charset="2"/>
              <a:buNone/>
              <a:defRPr/>
            </a:pPr>
            <a:fld id="{C5C3BA2D-F835-4EAC-8D4F-F215DFF54A3F}" type="datetime1">
              <a:rPr lang="en-US" smtClean="0"/>
              <a:t>12/19/2024</a:t>
            </a:fld>
            <a:endParaRPr lang="en-US" dirty="0"/>
          </a:p>
        </p:txBody>
      </p:sp>
      <p:pic>
        <p:nvPicPr>
          <p:cNvPr id="8" name="Picture 7">
            <a:extLst>
              <a:ext uri="{FF2B5EF4-FFF2-40B4-BE49-F238E27FC236}">
                <a16:creationId xmlns:a16="http://schemas.microsoft.com/office/drawing/2014/main" id="{2D21E109-163A-CEB5-7DDB-6AB399309DF0}"/>
              </a:ext>
            </a:extLst>
          </p:cNvPr>
          <p:cNvPicPr>
            <a:picLocks noChangeAspect="1"/>
          </p:cNvPicPr>
          <p:nvPr/>
        </p:nvPicPr>
        <p:blipFill>
          <a:blip r:embed="rId2"/>
          <a:stretch>
            <a:fillRect/>
          </a:stretch>
        </p:blipFill>
        <p:spPr>
          <a:xfrm>
            <a:off x="1200150" y="2820194"/>
            <a:ext cx="9791700" cy="2362200"/>
          </a:xfrm>
          <a:prstGeom prst="rect">
            <a:avLst/>
          </a:prstGeom>
        </p:spPr>
      </p:pic>
    </p:spTree>
    <p:extLst>
      <p:ext uri="{BB962C8B-B14F-4D97-AF65-F5344CB8AC3E}">
        <p14:creationId xmlns:p14="http://schemas.microsoft.com/office/powerpoint/2010/main" val="3123827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16640-C5A3-9862-2F5B-E7BC875EC413}"/>
              </a:ext>
            </a:extLst>
          </p:cNvPr>
          <p:cNvSpPr>
            <a:spLocks noGrp="1"/>
          </p:cNvSpPr>
          <p:nvPr>
            <p:ph type="title"/>
          </p:nvPr>
        </p:nvSpPr>
        <p:spPr/>
        <p:txBody>
          <a:bodyPr/>
          <a:lstStyle/>
          <a:p>
            <a:r>
              <a:rPr lang="en-US" dirty="0"/>
              <a:t>11.3 Search Algorithms</a:t>
            </a:r>
          </a:p>
        </p:txBody>
      </p:sp>
      <p:sp>
        <p:nvSpPr>
          <p:cNvPr id="3" name="Date Placeholder 2">
            <a:extLst>
              <a:ext uri="{FF2B5EF4-FFF2-40B4-BE49-F238E27FC236}">
                <a16:creationId xmlns:a16="http://schemas.microsoft.com/office/drawing/2014/main" id="{4381B7B4-0078-36C6-35DE-8F10CD844FF5}"/>
              </a:ext>
            </a:extLst>
          </p:cNvPr>
          <p:cNvSpPr>
            <a:spLocks noGrp="1"/>
          </p:cNvSpPr>
          <p:nvPr>
            <p:ph type="dt" sz="half" idx="10"/>
          </p:nvPr>
        </p:nvSpPr>
        <p:spPr/>
        <p:txBody>
          <a:bodyPr/>
          <a:lstStyle/>
          <a:p>
            <a:pPr>
              <a:buFont typeface="Monotype Sorts" charset="2"/>
              <a:buNone/>
              <a:defRPr/>
            </a:pPr>
            <a:fld id="{F0547672-0DEE-441C-A496-1B69D041657E}" type="datetime1">
              <a:rPr lang="en-US" smtClean="0"/>
              <a:t>12/19/2024</a:t>
            </a:fld>
            <a:endParaRPr lang="en-US" dirty="0"/>
          </a:p>
        </p:txBody>
      </p:sp>
      <p:sp>
        <p:nvSpPr>
          <p:cNvPr id="4" name="Slide Number Placeholder 3">
            <a:extLst>
              <a:ext uri="{FF2B5EF4-FFF2-40B4-BE49-F238E27FC236}">
                <a16:creationId xmlns:a16="http://schemas.microsoft.com/office/drawing/2014/main" id="{C9FAC20E-08D2-5015-C582-C05B0A4E4DC9}"/>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25</a:t>
            </a:fld>
            <a:endParaRPr lang="en-US" dirty="0"/>
          </a:p>
        </p:txBody>
      </p:sp>
      <p:sp>
        <p:nvSpPr>
          <p:cNvPr id="5" name="Footer Placeholder 4">
            <a:extLst>
              <a:ext uri="{FF2B5EF4-FFF2-40B4-BE49-F238E27FC236}">
                <a16:creationId xmlns:a16="http://schemas.microsoft.com/office/drawing/2014/main" id="{B70A87B8-2887-8892-AB1C-7048A1034957}"/>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479019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4E583-5968-5E75-C335-DAC8438EAB62}"/>
              </a:ext>
            </a:extLst>
          </p:cNvPr>
          <p:cNvSpPr>
            <a:spLocks noGrp="1"/>
          </p:cNvSpPr>
          <p:nvPr>
            <p:ph type="title"/>
          </p:nvPr>
        </p:nvSpPr>
        <p:spPr/>
        <p:txBody>
          <a:bodyPr/>
          <a:lstStyle/>
          <a:p>
            <a:r>
              <a:rPr lang="en-US" dirty="0"/>
              <a:t>11.3 Search Algorithms</a:t>
            </a:r>
          </a:p>
        </p:txBody>
      </p:sp>
      <p:sp>
        <p:nvSpPr>
          <p:cNvPr id="3" name="Content Placeholder 2">
            <a:extLst>
              <a:ext uri="{FF2B5EF4-FFF2-40B4-BE49-F238E27FC236}">
                <a16:creationId xmlns:a16="http://schemas.microsoft.com/office/drawing/2014/main" id="{DC3355D6-6301-AFCF-0D2F-05A58173BED9}"/>
              </a:ext>
            </a:extLst>
          </p:cNvPr>
          <p:cNvSpPr>
            <a:spLocks noGrp="1"/>
          </p:cNvSpPr>
          <p:nvPr>
            <p:ph idx="1"/>
          </p:nvPr>
        </p:nvSpPr>
        <p:spPr/>
        <p:txBody>
          <a:bodyPr/>
          <a:lstStyle/>
          <a:p>
            <a:r>
              <a:rPr lang="en-US" b="0" i="0" dirty="0">
                <a:solidFill>
                  <a:srgbClr val="242021"/>
                </a:solidFill>
                <a:effectLst/>
              </a:rPr>
              <a:t>Ignore three instructions outside the loop that execute the same number of times regardless of the size of the list. </a:t>
            </a:r>
          </a:p>
          <a:p>
            <a:r>
              <a:rPr lang="en-US" b="0" i="0" dirty="0">
                <a:solidFill>
                  <a:srgbClr val="242021"/>
                </a:solidFill>
                <a:effectLst/>
              </a:rPr>
              <a:t>The comparison in the </a:t>
            </a:r>
            <a:r>
              <a:rPr lang="en-US" b="1" i="0" dirty="0">
                <a:solidFill>
                  <a:srgbClr val="242021"/>
                </a:solidFill>
                <a:effectLst/>
              </a:rPr>
              <a:t>if </a:t>
            </a:r>
            <a:r>
              <a:rPr lang="en-US" b="0" i="0" dirty="0">
                <a:solidFill>
                  <a:srgbClr val="242021"/>
                </a:solidFill>
                <a:effectLst/>
              </a:rPr>
              <a:t>statement and the increment of </a:t>
            </a:r>
            <a:r>
              <a:rPr lang="en-US" b="1" i="0" dirty="0">
                <a:solidFill>
                  <a:srgbClr val="242021"/>
                </a:solidFill>
                <a:effectLst/>
              </a:rPr>
              <a:t>current </a:t>
            </a:r>
            <a:r>
              <a:rPr lang="en-US" b="0" i="0" dirty="0">
                <a:solidFill>
                  <a:srgbClr val="242021"/>
                </a:solidFill>
                <a:effectLst/>
              </a:rPr>
              <a:t>execute on each pass through the loop. </a:t>
            </a:r>
          </a:p>
          <a:p>
            <a:r>
              <a:rPr lang="en-US" b="0" i="0" dirty="0">
                <a:solidFill>
                  <a:srgbClr val="242021"/>
                </a:solidFill>
                <a:effectLst/>
              </a:rPr>
              <a:t>Thus, the algorithm must make </a:t>
            </a:r>
            <a:r>
              <a:rPr lang="en-US" b="0" i="1" dirty="0">
                <a:solidFill>
                  <a:srgbClr val="242021"/>
                </a:solidFill>
                <a:effectLst/>
              </a:rPr>
              <a:t>n </a:t>
            </a:r>
            <a:r>
              <a:rPr lang="en-US" b="0" i="0" dirty="0">
                <a:solidFill>
                  <a:srgbClr val="242021"/>
                </a:solidFill>
                <a:effectLst/>
              </a:rPr>
              <a:t>– 1 comparisons for a list of size </a:t>
            </a:r>
            <a:r>
              <a:rPr lang="en-US" b="0" i="1" dirty="0">
                <a:solidFill>
                  <a:srgbClr val="242021"/>
                </a:solidFill>
                <a:effectLst/>
              </a:rPr>
              <a:t>n</a:t>
            </a:r>
            <a:r>
              <a:rPr lang="en-US" b="0" i="0" dirty="0">
                <a:solidFill>
                  <a:srgbClr val="242021"/>
                </a:solidFill>
                <a:effectLst/>
              </a:rPr>
              <a:t>.</a:t>
            </a:r>
          </a:p>
          <a:p>
            <a:r>
              <a:rPr lang="en-US" b="0" i="0" dirty="0">
                <a:solidFill>
                  <a:srgbClr val="242021"/>
                </a:solidFill>
                <a:effectLst/>
              </a:rPr>
              <a:t>Therefore, the algorithm’s complexity is O(</a:t>
            </a:r>
            <a:r>
              <a:rPr lang="en-US" b="0" i="1" dirty="0">
                <a:solidFill>
                  <a:srgbClr val="242021"/>
                </a:solidFill>
                <a:effectLst/>
              </a:rPr>
              <a:t>n</a:t>
            </a:r>
            <a:r>
              <a:rPr lang="en-US" b="0" i="0" dirty="0">
                <a:solidFill>
                  <a:srgbClr val="242021"/>
                </a:solidFill>
                <a:effectLst/>
              </a:rPr>
              <a:t>)</a:t>
            </a:r>
            <a:r>
              <a:rPr lang="en-US" dirty="0"/>
              <a:t> </a:t>
            </a:r>
          </a:p>
        </p:txBody>
      </p:sp>
      <p:sp>
        <p:nvSpPr>
          <p:cNvPr id="4" name="Slide Number Placeholder 3">
            <a:extLst>
              <a:ext uri="{FF2B5EF4-FFF2-40B4-BE49-F238E27FC236}">
                <a16:creationId xmlns:a16="http://schemas.microsoft.com/office/drawing/2014/main" id="{A9B0ECEC-4143-077B-C74F-DFA1E5DD5261}"/>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26</a:t>
            </a:fld>
            <a:endParaRPr lang="en-US" altLang="en-US" dirty="0"/>
          </a:p>
        </p:txBody>
      </p:sp>
      <p:sp>
        <p:nvSpPr>
          <p:cNvPr id="5" name="Footer Placeholder 4">
            <a:extLst>
              <a:ext uri="{FF2B5EF4-FFF2-40B4-BE49-F238E27FC236}">
                <a16:creationId xmlns:a16="http://schemas.microsoft.com/office/drawing/2014/main" id="{314700B1-EC05-50FC-4026-8A84E1D01BCC}"/>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4BB15BD6-D319-02EF-5BD1-716D84BAEE87}"/>
              </a:ext>
            </a:extLst>
          </p:cNvPr>
          <p:cNvSpPr>
            <a:spLocks noGrp="1"/>
          </p:cNvSpPr>
          <p:nvPr>
            <p:ph type="dt" sz="half" idx="12"/>
          </p:nvPr>
        </p:nvSpPr>
        <p:spPr/>
        <p:txBody>
          <a:bodyPr/>
          <a:lstStyle/>
          <a:p>
            <a:pPr>
              <a:buFont typeface="Monotype Sorts" charset="2"/>
              <a:buNone/>
              <a:defRPr/>
            </a:pPr>
            <a:fld id="{BE76E992-78AA-441E-8DA6-E1E494CBDBE6}" type="datetime1">
              <a:rPr lang="en-US" smtClean="0"/>
              <a:t>12/19/2024</a:t>
            </a:fld>
            <a:endParaRPr lang="en-US" dirty="0"/>
          </a:p>
        </p:txBody>
      </p:sp>
    </p:spTree>
    <p:extLst>
      <p:ext uri="{BB962C8B-B14F-4D97-AF65-F5344CB8AC3E}">
        <p14:creationId xmlns:p14="http://schemas.microsoft.com/office/powerpoint/2010/main" val="33788333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4E583-5968-5E75-C335-DAC8438EAB62}"/>
              </a:ext>
            </a:extLst>
          </p:cNvPr>
          <p:cNvSpPr>
            <a:spLocks noGrp="1"/>
          </p:cNvSpPr>
          <p:nvPr>
            <p:ph type="title"/>
          </p:nvPr>
        </p:nvSpPr>
        <p:spPr/>
        <p:txBody>
          <a:bodyPr/>
          <a:lstStyle/>
          <a:p>
            <a:r>
              <a:rPr lang="en-US" dirty="0"/>
              <a:t>11.3 Search Algorithms</a:t>
            </a:r>
          </a:p>
        </p:txBody>
      </p:sp>
      <p:sp>
        <p:nvSpPr>
          <p:cNvPr id="3" name="Content Placeholder 2">
            <a:extLst>
              <a:ext uri="{FF2B5EF4-FFF2-40B4-BE49-F238E27FC236}">
                <a16:creationId xmlns:a16="http://schemas.microsoft.com/office/drawing/2014/main" id="{DC3355D6-6301-AFCF-0D2F-05A58173BED9}"/>
              </a:ext>
            </a:extLst>
          </p:cNvPr>
          <p:cNvSpPr>
            <a:spLocks noGrp="1"/>
          </p:cNvSpPr>
          <p:nvPr>
            <p:ph idx="1"/>
          </p:nvPr>
        </p:nvSpPr>
        <p:spPr/>
        <p:txBody>
          <a:bodyPr/>
          <a:lstStyle/>
          <a:p>
            <a:r>
              <a:rPr lang="en-US" b="0" i="0" dirty="0">
                <a:solidFill>
                  <a:srgbClr val="242021"/>
                </a:solidFill>
                <a:effectLst/>
              </a:rPr>
              <a:t>11.3.2 Linear Search of a List</a:t>
            </a:r>
          </a:p>
          <a:p>
            <a:pPr marL="0" indent="0">
              <a:buNone/>
            </a:pPr>
            <a:endParaRPr lang="en-US" dirty="0"/>
          </a:p>
        </p:txBody>
      </p:sp>
      <p:sp>
        <p:nvSpPr>
          <p:cNvPr id="4" name="Slide Number Placeholder 3">
            <a:extLst>
              <a:ext uri="{FF2B5EF4-FFF2-40B4-BE49-F238E27FC236}">
                <a16:creationId xmlns:a16="http://schemas.microsoft.com/office/drawing/2014/main" id="{A9B0ECEC-4143-077B-C74F-DFA1E5DD5261}"/>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27</a:t>
            </a:fld>
            <a:endParaRPr lang="en-US" altLang="en-US" dirty="0"/>
          </a:p>
        </p:txBody>
      </p:sp>
      <p:sp>
        <p:nvSpPr>
          <p:cNvPr id="5" name="Footer Placeholder 4">
            <a:extLst>
              <a:ext uri="{FF2B5EF4-FFF2-40B4-BE49-F238E27FC236}">
                <a16:creationId xmlns:a16="http://schemas.microsoft.com/office/drawing/2014/main" id="{314700B1-EC05-50FC-4026-8A84E1D01BCC}"/>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4BB15BD6-D319-02EF-5BD1-716D84BAEE87}"/>
              </a:ext>
            </a:extLst>
          </p:cNvPr>
          <p:cNvSpPr>
            <a:spLocks noGrp="1"/>
          </p:cNvSpPr>
          <p:nvPr>
            <p:ph type="dt" sz="half" idx="12"/>
          </p:nvPr>
        </p:nvSpPr>
        <p:spPr/>
        <p:txBody>
          <a:bodyPr/>
          <a:lstStyle/>
          <a:p>
            <a:pPr>
              <a:buFont typeface="Monotype Sorts" charset="2"/>
              <a:buNone/>
              <a:defRPr/>
            </a:pPr>
            <a:fld id="{AFF1D1FA-4D6C-4648-A4E8-EFDDD94F8D20}" type="datetime1">
              <a:rPr lang="en-US" smtClean="0"/>
              <a:t>12/19/2024</a:t>
            </a:fld>
            <a:endParaRPr lang="en-US" dirty="0"/>
          </a:p>
        </p:txBody>
      </p:sp>
      <p:pic>
        <p:nvPicPr>
          <p:cNvPr id="8" name="Picture 7">
            <a:extLst>
              <a:ext uri="{FF2B5EF4-FFF2-40B4-BE49-F238E27FC236}">
                <a16:creationId xmlns:a16="http://schemas.microsoft.com/office/drawing/2014/main" id="{9AD02574-679E-9A42-5C64-8094CBA8C953}"/>
              </a:ext>
            </a:extLst>
          </p:cNvPr>
          <p:cNvPicPr>
            <a:picLocks noChangeAspect="1"/>
          </p:cNvPicPr>
          <p:nvPr/>
        </p:nvPicPr>
        <p:blipFill>
          <a:blip r:embed="rId2"/>
          <a:stretch>
            <a:fillRect/>
          </a:stretch>
        </p:blipFill>
        <p:spPr>
          <a:xfrm>
            <a:off x="1238250" y="2936082"/>
            <a:ext cx="9715500" cy="2419350"/>
          </a:xfrm>
          <a:prstGeom prst="rect">
            <a:avLst/>
          </a:prstGeom>
        </p:spPr>
      </p:pic>
    </p:spTree>
    <p:extLst>
      <p:ext uri="{BB962C8B-B14F-4D97-AF65-F5344CB8AC3E}">
        <p14:creationId xmlns:p14="http://schemas.microsoft.com/office/powerpoint/2010/main" val="33135886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4E583-5968-5E75-C335-DAC8438EAB62}"/>
              </a:ext>
            </a:extLst>
          </p:cNvPr>
          <p:cNvSpPr>
            <a:spLocks noGrp="1"/>
          </p:cNvSpPr>
          <p:nvPr>
            <p:ph type="title"/>
          </p:nvPr>
        </p:nvSpPr>
        <p:spPr/>
        <p:txBody>
          <a:bodyPr/>
          <a:lstStyle/>
          <a:p>
            <a:r>
              <a:rPr lang="en-US" dirty="0"/>
              <a:t>11.3 Search Algorithms</a:t>
            </a:r>
          </a:p>
        </p:txBody>
      </p:sp>
      <p:sp>
        <p:nvSpPr>
          <p:cNvPr id="3" name="Content Placeholder 2">
            <a:extLst>
              <a:ext uri="{FF2B5EF4-FFF2-40B4-BE49-F238E27FC236}">
                <a16:creationId xmlns:a16="http://schemas.microsoft.com/office/drawing/2014/main" id="{DC3355D6-6301-AFCF-0D2F-05A58173BED9}"/>
              </a:ext>
            </a:extLst>
          </p:cNvPr>
          <p:cNvSpPr>
            <a:spLocks noGrp="1"/>
          </p:cNvSpPr>
          <p:nvPr>
            <p:ph idx="1"/>
          </p:nvPr>
        </p:nvSpPr>
        <p:spPr/>
        <p:txBody>
          <a:bodyPr/>
          <a:lstStyle/>
          <a:p>
            <a:r>
              <a:rPr lang="en-US" b="0" i="0" dirty="0">
                <a:solidFill>
                  <a:srgbClr val="242021"/>
                </a:solidFill>
                <a:effectLst/>
              </a:rPr>
              <a:t>11.3.2 Linear Search of a List</a:t>
            </a:r>
          </a:p>
          <a:p>
            <a:pPr marL="0" indent="0">
              <a:buNone/>
            </a:pPr>
            <a:endParaRPr lang="en-US" dirty="0"/>
          </a:p>
        </p:txBody>
      </p:sp>
      <p:sp>
        <p:nvSpPr>
          <p:cNvPr id="4" name="Slide Number Placeholder 3">
            <a:extLst>
              <a:ext uri="{FF2B5EF4-FFF2-40B4-BE49-F238E27FC236}">
                <a16:creationId xmlns:a16="http://schemas.microsoft.com/office/drawing/2014/main" id="{A9B0ECEC-4143-077B-C74F-DFA1E5DD5261}"/>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28</a:t>
            </a:fld>
            <a:endParaRPr lang="en-US" altLang="en-US" dirty="0"/>
          </a:p>
        </p:txBody>
      </p:sp>
      <p:sp>
        <p:nvSpPr>
          <p:cNvPr id="5" name="Footer Placeholder 4">
            <a:extLst>
              <a:ext uri="{FF2B5EF4-FFF2-40B4-BE49-F238E27FC236}">
                <a16:creationId xmlns:a16="http://schemas.microsoft.com/office/drawing/2014/main" id="{314700B1-EC05-50FC-4026-8A84E1D01BCC}"/>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4BB15BD6-D319-02EF-5BD1-716D84BAEE87}"/>
              </a:ext>
            </a:extLst>
          </p:cNvPr>
          <p:cNvSpPr>
            <a:spLocks noGrp="1"/>
          </p:cNvSpPr>
          <p:nvPr>
            <p:ph type="dt" sz="half" idx="12"/>
          </p:nvPr>
        </p:nvSpPr>
        <p:spPr/>
        <p:txBody>
          <a:bodyPr/>
          <a:lstStyle/>
          <a:p>
            <a:pPr>
              <a:buFont typeface="Monotype Sorts" charset="2"/>
              <a:buNone/>
              <a:defRPr/>
            </a:pPr>
            <a:fld id="{59ABC94E-55D9-4242-A291-D7DE5A138054}" type="datetime1">
              <a:rPr lang="en-US" smtClean="0"/>
              <a:t>12/19/2024</a:t>
            </a:fld>
            <a:endParaRPr lang="en-US" dirty="0"/>
          </a:p>
        </p:txBody>
      </p:sp>
      <p:pic>
        <p:nvPicPr>
          <p:cNvPr id="8" name="Picture 7">
            <a:extLst>
              <a:ext uri="{FF2B5EF4-FFF2-40B4-BE49-F238E27FC236}">
                <a16:creationId xmlns:a16="http://schemas.microsoft.com/office/drawing/2014/main" id="{9AD02574-679E-9A42-5C64-8094CBA8C953}"/>
              </a:ext>
            </a:extLst>
          </p:cNvPr>
          <p:cNvPicPr>
            <a:picLocks noChangeAspect="1"/>
          </p:cNvPicPr>
          <p:nvPr/>
        </p:nvPicPr>
        <p:blipFill>
          <a:blip r:embed="rId2"/>
          <a:stretch>
            <a:fillRect/>
          </a:stretch>
        </p:blipFill>
        <p:spPr>
          <a:xfrm>
            <a:off x="1238250" y="2936082"/>
            <a:ext cx="9715500" cy="2419350"/>
          </a:xfrm>
          <a:prstGeom prst="rect">
            <a:avLst/>
          </a:prstGeom>
        </p:spPr>
      </p:pic>
    </p:spTree>
    <p:extLst>
      <p:ext uri="{BB962C8B-B14F-4D97-AF65-F5344CB8AC3E}">
        <p14:creationId xmlns:p14="http://schemas.microsoft.com/office/powerpoint/2010/main" val="26268303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FFBF1-DA1D-B263-7832-F1AB39A123E2}"/>
              </a:ext>
            </a:extLst>
          </p:cNvPr>
          <p:cNvSpPr>
            <a:spLocks noGrp="1"/>
          </p:cNvSpPr>
          <p:nvPr>
            <p:ph type="title"/>
          </p:nvPr>
        </p:nvSpPr>
        <p:spPr>
          <a:xfrm>
            <a:off x="838200" y="365127"/>
            <a:ext cx="11049000" cy="1325563"/>
          </a:xfrm>
        </p:spPr>
        <p:txBody>
          <a:bodyPr/>
          <a:lstStyle/>
          <a:p>
            <a:r>
              <a:rPr lang="en-US" dirty="0"/>
              <a:t>11.3.3 Best-Case, Worst-Case, and Average-Case Performance</a:t>
            </a:r>
          </a:p>
        </p:txBody>
      </p:sp>
      <p:sp>
        <p:nvSpPr>
          <p:cNvPr id="3" name="Content Placeholder 2">
            <a:extLst>
              <a:ext uri="{FF2B5EF4-FFF2-40B4-BE49-F238E27FC236}">
                <a16:creationId xmlns:a16="http://schemas.microsoft.com/office/drawing/2014/main" id="{82248559-6AD8-D51A-146C-295BDD7082BB}"/>
              </a:ext>
            </a:extLst>
          </p:cNvPr>
          <p:cNvSpPr>
            <a:spLocks noGrp="1"/>
          </p:cNvSpPr>
          <p:nvPr>
            <p:ph idx="1"/>
          </p:nvPr>
        </p:nvSpPr>
        <p:spPr>
          <a:xfrm>
            <a:off x="838200" y="1825625"/>
            <a:ext cx="2667000" cy="4351338"/>
          </a:xfrm>
        </p:spPr>
        <p:txBody>
          <a:bodyPr/>
          <a:lstStyle/>
          <a:p>
            <a:r>
              <a:rPr lang="en-US" dirty="0"/>
              <a:t>We focus more about average and worst-case performances than about best-case performances.</a:t>
            </a:r>
          </a:p>
        </p:txBody>
      </p:sp>
      <p:sp>
        <p:nvSpPr>
          <p:cNvPr id="4" name="Slide Number Placeholder 3">
            <a:extLst>
              <a:ext uri="{FF2B5EF4-FFF2-40B4-BE49-F238E27FC236}">
                <a16:creationId xmlns:a16="http://schemas.microsoft.com/office/drawing/2014/main" id="{37383BFF-869A-48D5-3F71-5FBCE01607D7}"/>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29</a:t>
            </a:fld>
            <a:endParaRPr lang="en-US" altLang="en-US" dirty="0"/>
          </a:p>
        </p:txBody>
      </p:sp>
      <p:sp>
        <p:nvSpPr>
          <p:cNvPr id="5" name="Footer Placeholder 4">
            <a:extLst>
              <a:ext uri="{FF2B5EF4-FFF2-40B4-BE49-F238E27FC236}">
                <a16:creationId xmlns:a16="http://schemas.microsoft.com/office/drawing/2014/main" id="{DB561660-152E-A13F-C583-EC8F0B2D4C54}"/>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4452CD4D-EAF3-D9B8-6E3E-F4DA9B723B4F}"/>
              </a:ext>
            </a:extLst>
          </p:cNvPr>
          <p:cNvSpPr>
            <a:spLocks noGrp="1"/>
          </p:cNvSpPr>
          <p:nvPr>
            <p:ph type="dt" sz="half" idx="12"/>
          </p:nvPr>
        </p:nvSpPr>
        <p:spPr/>
        <p:txBody>
          <a:bodyPr/>
          <a:lstStyle/>
          <a:p>
            <a:pPr>
              <a:buFont typeface="Monotype Sorts" charset="2"/>
              <a:buNone/>
              <a:defRPr/>
            </a:pPr>
            <a:fld id="{3F9AF91A-1C55-494B-ACE0-28B20EDEF7F3}" type="datetime1">
              <a:rPr lang="en-US" smtClean="0"/>
              <a:t>12/19/2024</a:t>
            </a:fld>
            <a:endParaRPr lang="en-US" dirty="0"/>
          </a:p>
        </p:txBody>
      </p:sp>
      <p:pic>
        <p:nvPicPr>
          <p:cNvPr id="8" name="Picture 7">
            <a:extLst>
              <a:ext uri="{FF2B5EF4-FFF2-40B4-BE49-F238E27FC236}">
                <a16:creationId xmlns:a16="http://schemas.microsoft.com/office/drawing/2014/main" id="{436265C9-D76C-CF89-AA48-72426B81353F}"/>
              </a:ext>
            </a:extLst>
          </p:cNvPr>
          <p:cNvPicPr>
            <a:picLocks noChangeAspect="1"/>
          </p:cNvPicPr>
          <p:nvPr/>
        </p:nvPicPr>
        <p:blipFill>
          <a:blip r:embed="rId2"/>
          <a:stretch>
            <a:fillRect/>
          </a:stretch>
        </p:blipFill>
        <p:spPr>
          <a:xfrm>
            <a:off x="3733800" y="2057400"/>
            <a:ext cx="7877175" cy="3467100"/>
          </a:xfrm>
          <a:prstGeom prst="rect">
            <a:avLst/>
          </a:prstGeom>
        </p:spPr>
      </p:pic>
    </p:spTree>
    <p:extLst>
      <p:ext uri="{BB962C8B-B14F-4D97-AF65-F5344CB8AC3E}">
        <p14:creationId xmlns:p14="http://schemas.microsoft.com/office/powerpoint/2010/main" val="26808385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890E9-2E63-4BF3-80BB-EB9250DB7809}"/>
              </a:ext>
            </a:extLst>
          </p:cNvPr>
          <p:cNvSpPr>
            <a:spLocks noGrp="1"/>
          </p:cNvSpPr>
          <p:nvPr>
            <p:ph type="title"/>
          </p:nvPr>
        </p:nvSpPr>
        <p:spPr/>
        <p:txBody>
          <a:bodyPr/>
          <a:lstStyle/>
          <a:p>
            <a:r>
              <a:rPr lang="en-US" dirty="0"/>
              <a:t>11.3.4 Binary Search of a List</a:t>
            </a:r>
          </a:p>
        </p:txBody>
      </p:sp>
      <p:sp>
        <p:nvSpPr>
          <p:cNvPr id="3" name="Content Placeholder 2">
            <a:extLst>
              <a:ext uri="{FF2B5EF4-FFF2-40B4-BE49-F238E27FC236}">
                <a16:creationId xmlns:a16="http://schemas.microsoft.com/office/drawing/2014/main" id="{3311721A-1253-9104-368A-906261FCB264}"/>
              </a:ext>
            </a:extLst>
          </p:cNvPr>
          <p:cNvSpPr>
            <a:spLocks noGrp="1"/>
          </p:cNvSpPr>
          <p:nvPr>
            <p:ph idx="1"/>
          </p:nvPr>
        </p:nvSpPr>
        <p:spPr/>
        <p:txBody>
          <a:bodyPr/>
          <a:lstStyle/>
          <a:p>
            <a:r>
              <a:rPr lang="en-US" sz="1600" dirty="0"/>
              <a:t>When searching sorted data, you can use a binary search.</a:t>
            </a:r>
          </a:p>
          <a:p>
            <a:r>
              <a:rPr lang="en-US" sz="1600" dirty="0"/>
              <a:t>Assume that the items in the list are sorted in ascending order. </a:t>
            </a:r>
          </a:p>
          <a:p>
            <a:r>
              <a:rPr lang="en-US" sz="1600" dirty="0"/>
              <a:t>The search algorithm goes to the middle position in the list and compares the item at that position to the target. </a:t>
            </a:r>
          </a:p>
          <a:p>
            <a:r>
              <a:rPr lang="en-US" sz="1600" dirty="0"/>
              <a:t>If there is a match, the algorithm returns the position. </a:t>
            </a:r>
          </a:p>
          <a:p>
            <a:r>
              <a:rPr lang="en-US" sz="1600" dirty="0"/>
              <a:t>Otherwise, if the target is less than the current item, the algorithm searches the portion of the list before the middle position. </a:t>
            </a:r>
          </a:p>
          <a:p>
            <a:r>
              <a:rPr lang="en-US" sz="1600" dirty="0"/>
              <a:t>If the target is greater than the current item, the algorithm searches the portion of the list after the middle position. </a:t>
            </a:r>
          </a:p>
          <a:p>
            <a:r>
              <a:rPr lang="en-US" sz="1600" dirty="0"/>
              <a:t>The search process stops when the target is found or the current beginning position is greater than the current ending position.</a:t>
            </a:r>
          </a:p>
        </p:txBody>
      </p:sp>
      <p:sp>
        <p:nvSpPr>
          <p:cNvPr id="4" name="Slide Number Placeholder 3">
            <a:extLst>
              <a:ext uri="{FF2B5EF4-FFF2-40B4-BE49-F238E27FC236}">
                <a16:creationId xmlns:a16="http://schemas.microsoft.com/office/drawing/2014/main" id="{C8C350BF-8042-2915-7CE2-03011CCD6FE3}"/>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30</a:t>
            </a:fld>
            <a:endParaRPr lang="en-US" altLang="en-US" dirty="0"/>
          </a:p>
        </p:txBody>
      </p:sp>
      <p:sp>
        <p:nvSpPr>
          <p:cNvPr id="5" name="Footer Placeholder 4">
            <a:extLst>
              <a:ext uri="{FF2B5EF4-FFF2-40B4-BE49-F238E27FC236}">
                <a16:creationId xmlns:a16="http://schemas.microsoft.com/office/drawing/2014/main" id="{964F60B6-33F0-48E6-D146-F347B87AC174}"/>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F139D5D9-17C1-08CA-A236-E7DD24CA6E93}"/>
              </a:ext>
            </a:extLst>
          </p:cNvPr>
          <p:cNvSpPr>
            <a:spLocks noGrp="1"/>
          </p:cNvSpPr>
          <p:nvPr>
            <p:ph type="dt" sz="half" idx="12"/>
          </p:nvPr>
        </p:nvSpPr>
        <p:spPr/>
        <p:txBody>
          <a:bodyPr/>
          <a:lstStyle/>
          <a:p>
            <a:pPr>
              <a:buFont typeface="Monotype Sorts" charset="2"/>
              <a:buNone/>
              <a:defRPr/>
            </a:pPr>
            <a:fld id="{B0939FAA-1618-4279-81C3-3B64E6165F84}" type="datetime1">
              <a:rPr lang="en-US" smtClean="0"/>
              <a:t>12/19/2024</a:t>
            </a:fld>
            <a:endParaRPr lang="en-US" dirty="0"/>
          </a:p>
        </p:txBody>
      </p:sp>
    </p:spTree>
    <p:extLst>
      <p:ext uri="{BB962C8B-B14F-4D97-AF65-F5344CB8AC3E}">
        <p14:creationId xmlns:p14="http://schemas.microsoft.com/office/powerpoint/2010/main" val="11776952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C97AF1-7FB5-CCF6-5625-B991C5FE3AD7}"/>
              </a:ext>
            </a:extLst>
          </p:cNvPr>
          <p:cNvSpPr>
            <a:spLocks noGrp="1"/>
          </p:cNvSpPr>
          <p:nvPr>
            <p:ph type="dt" sz="half" idx="10"/>
          </p:nvPr>
        </p:nvSpPr>
        <p:spPr/>
        <p:txBody>
          <a:bodyPr/>
          <a:lstStyle/>
          <a:p>
            <a:pPr>
              <a:buFont typeface="Monotype Sorts" charset="2"/>
              <a:buNone/>
              <a:defRPr/>
            </a:pPr>
            <a:fld id="{37791469-EA75-46BC-B0F2-2FAE1F021D76}" type="datetime1">
              <a:rPr lang="en-US" smtClean="0"/>
              <a:t>12/19/2024</a:t>
            </a:fld>
            <a:endParaRPr lang="en-US" dirty="0"/>
          </a:p>
        </p:txBody>
      </p:sp>
      <p:sp>
        <p:nvSpPr>
          <p:cNvPr id="3" name="Slide Number Placeholder 2">
            <a:extLst>
              <a:ext uri="{FF2B5EF4-FFF2-40B4-BE49-F238E27FC236}">
                <a16:creationId xmlns:a16="http://schemas.microsoft.com/office/drawing/2014/main" id="{008ED0E6-8120-40EF-1623-08821101B9D0}"/>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31</a:t>
            </a:fld>
            <a:endParaRPr lang="en-US" dirty="0"/>
          </a:p>
        </p:txBody>
      </p:sp>
      <p:sp>
        <p:nvSpPr>
          <p:cNvPr id="4" name="Footer Placeholder 3">
            <a:extLst>
              <a:ext uri="{FF2B5EF4-FFF2-40B4-BE49-F238E27FC236}">
                <a16:creationId xmlns:a16="http://schemas.microsoft.com/office/drawing/2014/main" id="{7E3B9E76-2889-0E13-B8A6-A06E9A3DD2DA}"/>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AF96384B-961E-D4FF-A54D-7D038F9D0173}"/>
              </a:ext>
            </a:extLst>
          </p:cNvPr>
          <p:cNvPicPr>
            <a:picLocks noChangeAspect="1"/>
          </p:cNvPicPr>
          <p:nvPr/>
        </p:nvPicPr>
        <p:blipFill>
          <a:blip r:embed="rId2"/>
          <a:stretch>
            <a:fillRect/>
          </a:stretch>
        </p:blipFill>
        <p:spPr>
          <a:xfrm>
            <a:off x="1403555" y="838200"/>
            <a:ext cx="9467850" cy="2876550"/>
          </a:xfrm>
          <a:prstGeom prst="rect">
            <a:avLst/>
          </a:prstGeom>
        </p:spPr>
      </p:pic>
      <p:pic>
        <p:nvPicPr>
          <p:cNvPr id="8" name="Picture 7">
            <a:extLst>
              <a:ext uri="{FF2B5EF4-FFF2-40B4-BE49-F238E27FC236}">
                <a16:creationId xmlns:a16="http://schemas.microsoft.com/office/drawing/2014/main" id="{B6B201DF-202E-A62C-6847-A9D1585994E2}"/>
              </a:ext>
            </a:extLst>
          </p:cNvPr>
          <p:cNvPicPr>
            <a:picLocks noChangeAspect="1"/>
          </p:cNvPicPr>
          <p:nvPr/>
        </p:nvPicPr>
        <p:blipFill>
          <a:blip r:embed="rId3"/>
          <a:stretch>
            <a:fillRect/>
          </a:stretch>
        </p:blipFill>
        <p:spPr>
          <a:xfrm>
            <a:off x="2133600" y="4010025"/>
            <a:ext cx="8105775" cy="2009775"/>
          </a:xfrm>
          <a:prstGeom prst="rect">
            <a:avLst/>
          </a:prstGeom>
        </p:spPr>
      </p:pic>
    </p:spTree>
    <p:extLst>
      <p:ext uri="{BB962C8B-B14F-4D97-AF65-F5344CB8AC3E}">
        <p14:creationId xmlns:p14="http://schemas.microsoft.com/office/powerpoint/2010/main" val="17438482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2B77E8-958D-A010-30E4-4588BF4E6BC3}"/>
              </a:ext>
            </a:extLst>
          </p:cNvPr>
          <p:cNvSpPr>
            <a:spLocks noGrp="1"/>
          </p:cNvSpPr>
          <p:nvPr>
            <p:ph type="dt" sz="half" idx="10"/>
          </p:nvPr>
        </p:nvSpPr>
        <p:spPr/>
        <p:txBody>
          <a:bodyPr/>
          <a:lstStyle/>
          <a:p>
            <a:pPr>
              <a:buFont typeface="Monotype Sorts" charset="2"/>
              <a:buNone/>
              <a:defRPr/>
            </a:pPr>
            <a:fld id="{5B3D349C-06B1-43E6-B76E-4017062DFCCE}" type="datetime1">
              <a:rPr lang="en-US" smtClean="0"/>
              <a:t>12/19/2024</a:t>
            </a:fld>
            <a:endParaRPr lang="en-US" dirty="0"/>
          </a:p>
        </p:txBody>
      </p:sp>
      <p:sp>
        <p:nvSpPr>
          <p:cNvPr id="3" name="Slide Number Placeholder 2">
            <a:extLst>
              <a:ext uri="{FF2B5EF4-FFF2-40B4-BE49-F238E27FC236}">
                <a16:creationId xmlns:a16="http://schemas.microsoft.com/office/drawing/2014/main" id="{0A32C936-6716-F6E7-4E8A-55B70323DB0C}"/>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32</a:t>
            </a:fld>
            <a:endParaRPr lang="en-US" dirty="0"/>
          </a:p>
        </p:txBody>
      </p:sp>
      <p:sp>
        <p:nvSpPr>
          <p:cNvPr id="4" name="Footer Placeholder 3">
            <a:extLst>
              <a:ext uri="{FF2B5EF4-FFF2-40B4-BE49-F238E27FC236}">
                <a16:creationId xmlns:a16="http://schemas.microsoft.com/office/drawing/2014/main" id="{AC674C72-A1B9-03C5-1F2C-C4CF1EF22BC0}"/>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44345434-EA5F-9EF0-EEB9-4C703C05646E}"/>
              </a:ext>
            </a:extLst>
          </p:cNvPr>
          <p:cNvPicPr>
            <a:picLocks noChangeAspect="1"/>
          </p:cNvPicPr>
          <p:nvPr/>
        </p:nvPicPr>
        <p:blipFill>
          <a:blip r:embed="rId2"/>
          <a:stretch>
            <a:fillRect/>
          </a:stretch>
        </p:blipFill>
        <p:spPr>
          <a:xfrm>
            <a:off x="1966912" y="1190625"/>
            <a:ext cx="8258175" cy="4476750"/>
          </a:xfrm>
          <a:prstGeom prst="rect">
            <a:avLst/>
          </a:prstGeom>
        </p:spPr>
      </p:pic>
    </p:spTree>
    <p:extLst>
      <p:ext uri="{BB962C8B-B14F-4D97-AF65-F5344CB8AC3E}">
        <p14:creationId xmlns:p14="http://schemas.microsoft.com/office/powerpoint/2010/main" val="787059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12211E-2ACF-9DB0-C5D9-5687B40B1BDF}"/>
              </a:ext>
            </a:extLst>
          </p:cNvPr>
          <p:cNvSpPr>
            <a:spLocks noGrp="1"/>
          </p:cNvSpPr>
          <p:nvPr>
            <p:ph type="dt" sz="half" idx="10"/>
          </p:nvPr>
        </p:nvSpPr>
        <p:spPr/>
        <p:txBody>
          <a:bodyPr/>
          <a:lstStyle/>
          <a:p>
            <a:pPr>
              <a:buFont typeface="Monotype Sorts" charset="2"/>
              <a:buNone/>
              <a:defRPr/>
            </a:pPr>
            <a:fld id="{FD376D6D-C822-4FE3-8C88-6CF84F3EDC72}" type="datetime1">
              <a:rPr lang="en-US" smtClean="0"/>
              <a:t>12/19/2024</a:t>
            </a:fld>
            <a:endParaRPr lang="en-US" dirty="0"/>
          </a:p>
        </p:txBody>
      </p:sp>
      <p:sp>
        <p:nvSpPr>
          <p:cNvPr id="3" name="Slide Number Placeholder 2">
            <a:extLst>
              <a:ext uri="{FF2B5EF4-FFF2-40B4-BE49-F238E27FC236}">
                <a16:creationId xmlns:a16="http://schemas.microsoft.com/office/drawing/2014/main" id="{DC7BE9CD-60F8-6B23-17CA-0366DD5486BA}"/>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33</a:t>
            </a:fld>
            <a:endParaRPr lang="en-US" dirty="0"/>
          </a:p>
        </p:txBody>
      </p:sp>
      <p:sp>
        <p:nvSpPr>
          <p:cNvPr id="4" name="Footer Placeholder 3">
            <a:extLst>
              <a:ext uri="{FF2B5EF4-FFF2-40B4-BE49-F238E27FC236}">
                <a16:creationId xmlns:a16="http://schemas.microsoft.com/office/drawing/2014/main" id="{C7120BFD-FCCA-9F64-1503-28C79F5D97B9}"/>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CEB4573B-93F2-4D34-CCB8-FECE1CEA96D4}"/>
              </a:ext>
            </a:extLst>
          </p:cNvPr>
          <p:cNvPicPr>
            <a:picLocks noChangeAspect="1"/>
          </p:cNvPicPr>
          <p:nvPr/>
        </p:nvPicPr>
        <p:blipFill>
          <a:blip r:embed="rId2"/>
          <a:stretch>
            <a:fillRect/>
          </a:stretch>
        </p:blipFill>
        <p:spPr>
          <a:xfrm>
            <a:off x="1438275" y="557212"/>
            <a:ext cx="9315450" cy="5743575"/>
          </a:xfrm>
          <a:prstGeom prst="rect">
            <a:avLst/>
          </a:prstGeom>
        </p:spPr>
      </p:pic>
    </p:spTree>
    <p:extLst>
      <p:ext uri="{BB962C8B-B14F-4D97-AF65-F5344CB8AC3E}">
        <p14:creationId xmlns:p14="http://schemas.microsoft.com/office/powerpoint/2010/main" val="29564412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A28CC-F0CD-5B2D-3226-17D6E1C58E90}"/>
              </a:ext>
            </a:extLst>
          </p:cNvPr>
          <p:cNvSpPr>
            <a:spLocks noGrp="1"/>
          </p:cNvSpPr>
          <p:nvPr>
            <p:ph type="title"/>
          </p:nvPr>
        </p:nvSpPr>
        <p:spPr/>
        <p:txBody>
          <a:bodyPr/>
          <a:lstStyle/>
          <a:p>
            <a:r>
              <a:rPr lang="en-US" dirty="0"/>
              <a:t>11.4 Sort Algorithms</a:t>
            </a:r>
          </a:p>
        </p:txBody>
      </p:sp>
      <p:sp>
        <p:nvSpPr>
          <p:cNvPr id="3" name="Date Placeholder 2">
            <a:extLst>
              <a:ext uri="{FF2B5EF4-FFF2-40B4-BE49-F238E27FC236}">
                <a16:creationId xmlns:a16="http://schemas.microsoft.com/office/drawing/2014/main" id="{A97617BE-E29D-C66F-98A8-C8D658969AF8}"/>
              </a:ext>
            </a:extLst>
          </p:cNvPr>
          <p:cNvSpPr>
            <a:spLocks noGrp="1"/>
          </p:cNvSpPr>
          <p:nvPr>
            <p:ph type="dt" sz="half" idx="10"/>
          </p:nvPr>
        </p:nvSpPr>
        <p:spPr/>
        <p:txBody>
          <a:bodyPr/>
          <a:lstStyle/>
          <a:p>
            <a:pPr>
              <a:buFont typeface="Monotype Sorts" charset="2"/>
              <a:buNone/>
              <a:defRPr/>
            </a:pPr>
            <a:fld id="{5085093A-29C4-4802-9D7A-37266A6A2B33}" type="datetime1">
              <a:rPr lang="en-US" smtClean="0"/>
              <a:t>12/19/2024</a:t>
            </a:fld>
            <a:endParaRPr lang="en-US" dirty="0"/>
          </a:p>
        </p:txBody>
      </p:sp>
      <p:sp>
        <p:nvSpPr>
          <p:cNvPr id="4" name="Slide Number Placeholder 3">
            <a:extLst>
              <a:ext uri="{FF2B5EF4-FFF2-40B4-BE49-F238E27FC236}">
                <a16:creationId xmlns:a16="http://schemas.microsoft.com/office/drawing/2014/main" id="{64BA7D5B-DB17-C169-7A2C-3D92CB4E9E05}"/>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34</a:t>
            </a:fld>
            <a:endParaRPr lang="en-US" dirty="0"/>
          </a:p>
        </p:txBody>
      </p:sp>
      <p:sp>
        <p:nvSpPr>
          <p:cNvPr id="5" name="Footer Placeholder 4">
            <a:extLst>
              <a:ext uri="{FF2B5EF4-FFF2-40B4-BE49-F238E27FC236}">
                <a16:creationId xmlns:a16="http://schemas.microsoft.com/office/drawing/2014/main" id="{FF88CFCF-ED34-F4F2-FB25-963C5555357A}"/>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21857022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2F752-E400-93DF-FCE6-4F6BF709D95A}"/>
              </a:ext>
            </a:extLst>
          </p:cNvPr>
          <p:cNvSpPr>
            <a:spLocks noGrp="1"/>
          </p:cNvSpPr>
          <p:nvPr>
            <p:ph type="title"/>
          </p:nvPr>
        </p:nvSpPr>
        <p:spPr/>
        <p:txBody>
          <a:bodyPr/>
          <a:lstStyle/>
          <a:p>
            <a:r>
              <a:rPr lang="en-US" dirty="0"/>
              <a:t>11.4 Sort Algorithms</a:t>
            </a:r>
          </a:p>
        </p:txBody>
      </p:sp>
      <p:sp>
        <p:nvSpPr>
          <p:cNvPr id="3" name="Content Placeholder 2">
            <a:extLst>
              <a:ext uri="{FF2B5EF4-FFF2-40B4-BE49-F238E27FC236}">
                <a16:creationId xmlns:a16="http://schemas.microsoft.com/office/drawing/2014/main" id="{82743253-6947-92AC-1B81-8FC0CECA06B2}"/>
              </a:ext>
            </a:extLst>
          </p:cNvPr>
          <p:cNvSpPr>
            <a:spLocks noGrp="1"/>
          </p:cNvSpPr>
          <p:nvPr>
            <p:ph idx="1"/>
          </p:nvPr>
        </p:nvSpPr>
        <p:spPr/>
        <p:txBody>
          <a:bodyPr/>
          <a:lstStyle/>
          <a:p>
            <a:r>
              <a:rPr lang="en-US" dirty="0"/>
              <a:t>Computer scientists have devised many ingenious strategies for sorting a list of items. </a:t>
            </a:r>
          </a:p>
          <a:p>
            <a:r>
              <a:rPr lang="en-US" dirty="0"/>
              <a:t>We examine some algorithms that are easy to write but are inefficient.</a:t>
            </a:r>
          </a:p>
          <a:p>
            <a:r>
              <a:rPr lang="en-US" dirty="0"/>
              <a:t>Each of the Python sort functions that we develop here operates on a list of integers and uses a swap function to exchange the positions of two items in the list</a:t>
            </a:r>
          </a:p>
        </p:txBody>
      </p:sp>
      <p:sp>
        <p:nvSpPr>
          <p:cNvPr id="4" name="Slide Number Placeholder 3">
            <a:extLst>
              <a:ext uri="{FF2B5EF4-FFF2-40B4-BE49-F238E27FC236}">
                <a16:creationId xmlns:a16="http://schemas.microsoft.com/office/drawing/2014/main" id="{D1804675-AC13-9984-5FC8-123F579DEC36}"/>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35</a:t>
            </a:fld>
            <a:endParaRPr lang="en-US" altLang="en-US" dirty="0"/>
          </a:p>
        </p:txBody>
      </p:sp>
      <p:sp>
        <p:nvSpPr>
          <p:cNvPr id="5" name="Footer Placeholder 4">
            <a:extLst>
              <a:ext uri="{FF2B5EF4-FFF2-40B4-BE49-F238E27FC236}">
                <a16:creationId xmlns:a16="http://schemas.microsoft.com/office/drawing/2014/main" id="{795BB1AD-58AF-1453-7A35-25C5C6740FFE}"/>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B94CBA4A-86E0-73D1-073A-B7B02D60DDFF}"/>
              </a:ext>
            </a:extLst>
          </p:cNvPr>
          <p:cNvSpPr>
            <a:spLocks noGrp="1"/>
          </p:cNvSpPr>
          <p:nvPr>
            <p:ph type="dt" sz="half" idx="12"/>
          </p:nvPr>
        </p:nvSpPr>
        <p:spPr/>
        <p:txBody>
          <a:bodyPr/>
          <a:lstStyle/>
          <a:p>
            <a:pPr>
              <a:buFont typeface="Monotype Sorts" charset="2"/>
              <a:buNone/>
              <a:defRPr/>
            </a:pPr>
            <a:fld id="{FEE96747-CB09-4734-BBC5-3803D0CAFA55}" type="datetime1">
              <a:rPr lang="en-US" smtClean="0"/>
              <a:t>12/19/2024</a:t>
            </a:fld>
            <a:endParaRPr lang="en-US" dirty="0"/>
          </a:p>
        </p:txBody>
      </p:sp>
    </p:spTree>
    <p:extLst>
      <p:ext uri="{BB962C8B-B14F-4D97-AF65-F5344CB8AC3E}">
        <p14:creationId xmlns:p14="http://schemas.microsoft.com/office/powerpoint/2010/main" val="3943133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B6382D-5B1C-64E9-2C70-8BDB4CC0BEA3}"/>
              </a:ext>
            </a:extLst>
          </p:cNvPr>
          <p:cNvSpPr>
            <a:spLocks noGrp="1"/>
          </p:cNvSpPr>
          <p:nvPr>
            <p:ph type="dt" sz="half" idx="10"/>
          </p:nvPr>
        </p:nvSpPr>
        <p:spPr/>
        <p:txBody>
          <a:bodyPr/>
          <a:lstStyle/>
          <a:p>
            <a:pPr>
              <a:buFont typeface="Monotype Sorts" charset="2"/>
              <a:buNone/>
              <a:defRPr/>
            </a:pPr>
            <a:fld id="{5B440862-D5A4-4CFA-8955-D66E5FDDEF50}" type="datetime1">
              <a:rPr lang="en-US" smtClean="0"/>
              <a:t>12/19/2024</a:t>
            </a:fld>
            <a:endParaRPr lang="en-US" dirty="0"/>
          </a:p>
        </p:txBody>
      </p:sp>
      <p:sp>
        <p:nvSpPr>
          <p:cNvPr id="3" name="Slide Number Placeholder 2">
            <a:extLst>
              <a:ext uri="{FF2B5EF4-FFF2-40B4-BE49-F238E27FC236}">
                <a16:creationId xmlns:a16="http://schemas.microsoft.com/office/drawing/2014/main" id="{65A38DA9-6144-1571-B448-CBED01C58E6A}"/>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36</a:t>
            </a:fld>
            <a:endParaRPr lang="en-US" dirty="0"/>
          </a:p>
        </p:txBody>
      </p:sp>
      <p:sp>
        <p:nvSpPr>
          <p:cNvPr id="4" name="Footer Placeholder 3">
            <a:extLst>
              <a:ext uri="{FF2B5EF4-FFF2-40B4-BE49-F238E27FC236}">
                <a16:creationId xmlns:a16="http://schemas.microsoft.com/office/drawing/2014/main" id="{37747481-6CF9-8090-E538-49BCEDFBDDFE}"/>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59A7CD48-3001-C9E8-97FE-D1415EF33096}"/>
              </a:ext>
            </a:extLst>
          </p:cNvPr>
          <p:cNvPicPr>
            <a:picLocks noChangeAspect="1"/>
          </p:cNvPicPr>
          <p:nvPr/>
        </p:nvPicPr>
        <p:blipFill>
          <a:blip r:embed="rId2"/>
          <a:stretch>
            <a:fillRect/>
          </a:stretch>
        </p:blipFill>
        <p:spPr>
          <a:xfrm>
            <a:off x="0" y="2247604"/>
            <a:ext cx="12192000" cy="2362791"/>
          </a:xfrm>
          <a:prstGeom prst="rect">
            <a:avLst/>
          </a:prstGeom>
        </p:spPr>
      </p:pic>
    </p:spTree>
    <p:extLst>
      <p:ext uri="{BB962C8B-B14F-4D97-AF65-F5344CB8AC3E}">
        <p14:creationId xmlns:p14="http://schemas.microsoft.com/office/powerpoint/2010/main" val="25880356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2F29A-A4C0-A44F-DE68-C7F4421835DA}"/>
              </a:ext>
            </a:extLst>
          </p:cNvPr>
          <p:cNvSpPr>
            <a:spLocks noGrp="1"/>
          </p:cNvSpPr>
          <p:nvPr>
            <p:ph type="title"/>
          </p:nvPr>
        </p:nvSpPr>
        <p:spPr/>
        <p:txBody>
          <a:bodyPr/>
          <a:lstStyle/>
          <a:p>
            <a:r>
              <a:rPr lang="en-US" dirty="0"/>
              <a:t>11.4.1 Selection Sort</a:t>
            </a:r>
          </a:p>
        </p:txBody>
      </p:sp>
      <p:sp>
        <p:nvSpPr>
          <p:cNvPr id="3" name="Content Placeholder 2">
            <a:extLst>
              <a:ext uri="{FF2B5EF4-FFF2-40B4-BE49-F238E27FC236}">
                <a16:creationId xmlns:a16="http://schemas.microsoft.com/office/drawing/2014/main" id="{B70E4C61-8E66-CAD2-8CCC-9848B72C9D95}"/>
              </a:ext>
            </a:extLst>
          </p:cNvPr>
          <p:cNvSpPr>
            <a:spLocks noGrp="1"/>
          </p:cNvSpPr>
          <p:nvPr>
            <p:ph idx="1"/>
          </p:nvPr>
        </p:nvSpPr>
        <p:spPr/>
        <p:txBody>
          <a:bodyPr/>
          <a:lstStyle/>
          <a:p>
            <a:r>
              <a:rPr lang="en-US" dirty="0"/>
              <a:t>Each pass of the algorithm selects a single item to be moved.</a:t>
            </a:r>
          </a:p>
          <a:p>
            <a:r>
              <a:rPr lang="en-US" dirty="0"/>
              <a:t>Pass </a:t>
            </a:r>
            <a:r>
              <a:rPr lang="en-US" i="1" dirty="0"/>
              <a:t>k </a:t>
            </a:r>
            <a:r>
              <a:rPr lang="en-US" dirty="0"/>
              <a:t>moves/swaps the k-</a:t>
            </a:r>
            <a:r>
              <a:rPr lang="en-US" dirty="0" err="1"/>
              <a:t>th</a:t>
            </a:r>
            <a:r>
              <a:rPr lang="en-US" dirty="0"/>
              <a:t> smallest element to its correct position.</a:t>
            </a:r>
          </a:p>
        </p:txBody>
      </p:sp>
      <p:sp>
        <p:nvSpPr>
          <p:cNvPr id="4" name="Slide Number Placeholder 3">
            <a:extLst>
              <a:ext uri="{FF2B5EF4-FFF2-40B4-BE49-F238E27FC236}">
                <a16:creationId xmlns:a16="http://schemas.microsoft.com/office/drawing/2014/main" id="{ED0822AA-16D1-B835-927C-29A12E4E2907}"/>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37</a:t>
            </a:fld>
            <a:endParaRPr lang="en-US" altLang="en-US" dirty="0"/>
          </a:p>
        </p:txBody>
      </p:sp>
      <p:sp>
        <p:nvSpPr>
          <p:cNvPr id="5" name="Footer Placeholder 4">
            <a:extLst>
              <a:ext uri="{FF2B5EF4-FFF2-40B4-BE49-F238E27FC236}">
                <a16:creationId xmlns:a16="http://schemas.microsoft.com/office/drawing/2014/main" id="{912534F3-F4AB-1E22-D4A9-EC42519ECB95}"/>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DF03096A-8839-8296-D9E2-EEF35C70CF31}"/>
              </a:ext>
            </a:extLst>
          </p:cNvPr>
          <p:cNvSpPr>
            <a:spLocks noGrp="1"/>
          </p:cNvSpPr>
          <p:nvPr>
            <p:ph type="dt" sz="half" idx="12"/>
          </p:nvPr>
        </p:nvSpPr>
        <p:spPr/>
        <p:txBody>
          <a:bodyPr/>
          <a:lstStyle/>
          <a:p>
            <a:pPr>
              <a:buFont typeface="Monotype Sorts" charset="2"/>
              <a:buNone/>
              <a:defRPr/>
            </a:pPr>
            <a:fld id="{50510A7E-252B-4468-B655-B77F6E20526F}" type="datetime1">
              <a:rPr lang="en-US" smtClean="0"/>
              <a:t>12/19/2024</a:t>
            </a:fld>
            <a:endParaRPr lang="en-US" dirty="0"/>
          </a:p>
        </p:txBody>
      </p:sp>
      <p:pic>
        <p:nvPicPr>
          <p:cNvPr id="8" name="Picture 7">
            <a:extLst>
              <a:ext uri="{FF2B5EF4-FFF2-40B4-BE49-F238E27FC236}">
                <a16:creationId xmlns:a16="http://schemas.microsoft.com/office/drawing/2014/main" id="{D3DD3582-C7AB-DF9C-F688-12517372E70B}"/>
              </a:ext>
            </a:extLst>
          </p:cNvPr>
          <p:cNvPicPr>
            <a:picLocks noChangeAspect="1"/>
          </p:cNvPicPr>
          <p:nvPr/>
        </p:nvPicPr>
        <p:blipFill>
          <a:blip r:embed="rId2"/>
          <a:stretch>
            <a:fillRect/>
          </a:stretch>
        </p:blipFill>
        <p:spPr>
          <a:xfrm>
            <a:off x="1866900" y="3117473"/>
            <a:ext cx="8458200" cy="3059490"/>
          </a:xfrm>
          <a:prstGeom prst="rect">
            <a:avLst/>
          </a:prstGeom>
        </p:spPr>
      </p:pic>
    </p:spTree>
    <p:extLst>
      <p:ext uri="{BB962C8B-B14F-4D97-AF65-F5344CB8AC3E}">
        <p14:creationId xmlns:p14="http://schemas.microsoft.com/office/powerpoint/2010/main" val="3557876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F8567B-235D-8448-353C-DFF8A3AF0F74}"/>
              </a:ext>
            </a:extLst>
          </p:cNvPr>
          <p:cNvSpPr>
            <a:spLocks noGrp="1"/>
          </p:cNvSpPr>
          <p:nvPr>
            <p:ph type="dt" sz="half" idx="10"/>
          </p:nvPr>
        </p:nvSpPr>
        <p:spPr/>
        <p:txBody>
          <a:bodyPr/>
          <a:lstStyle/>
          <a:p>
            <a:pPr>
              <a:buFont typeface="Monotype Sorts" charset="2"/>
              <a:buNone/>
              <a:defRPr/>
            </a:pPr>
            <a:fld id="{379A89AA-A91F-4CDB-993D-417DD3F40EBD}" type="datetime1">
              <a:rPr lang="en-US" smtClean="0"/>
              <a:t>12/19/2024</a:t>
            </a:fld>
            <a:endParaRPr lang="en-US" dirty="0"/>
          </a:p>
        </p:txBody>
      </p:sp>
      <p:sp>
        <p:nvSpPr>
          <p:cNvPr id="3" name="Slide Number Placeholder 2">
            <a:extLst>
              <a:ext uri="{FF2B5EF4-FFF2-40B4-BE49-F238E27FC236}">
                <a16:creationId xmlns:a16="http://schemas.microsoft.com/office/drawing/2014/main" id="{26F9B7AB-56C6-8BC5-898B-DEFB176DCAF8}"/>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38</a:t>
            </a:fld>
            <a:endParaRPr lang="en-US" dirty="0"/>
          </a:p>
        </p:txBody>
      </p:sp>
      <p:sp>
        <p:nvSpPr>
          <p:cNvPr id="4" name="Footer Placeholder 3">
            <a:extLst>
              <a:ext uri="{FF2B5EF4-FFF2-40B4-BE49-F238E27FC236}">
                <a16:creationId xmlns:a16="http://schemas.microsoft.com/office/drawing/2014/main" id="{668146FB-4828-E0E6-5777-21BD1112D004}"/>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70251604-53C9-643D-E4F7-0F0328215D2D}"/>
              </a:ext>
            </a:extLst>
          </p:cNvPr>
          <p:cNvPicPr>
            <a:picLocks noChangeAspect="1"/>
          </p:cNvPicPr>
          <p:nvPr/>
        </p:nvPicPr>
        <p:blipFill>
          <a:blip r:embed="rId2"/>
          <a:stretch>
            <a:fillRect/>
          </a:stretch>
        </p:blipFill>
        <p:spPr>
          <a:xfrm>
            <a:off x="0" y="1529396"/>
            <a:ext cx="12192000" cy="3799207"/>
          </a:xfrm>
          <a:prstGeom prst="rect">
            <a:avLst/>
          </a:prstGeom>
        </p:spPr>
      </p:pic>
    </p:spTree>
    <p:extLst>
      <p:ext uri="{BB962C8B-B14F-4D97-AF65-F5344CB8AC3E}">
        <p14:creationId xmlns:p14="http://schemas.microsoft.com/office/powerpoint/2010/main" val="34888297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337B5A-EF48-1794-E648-774C3F495EE3}"/>
              </a:ext>
            </a:extLst>
          </p:cNvPr>
          <p:cNvSpPr>
            <a:spLocks noGrp="1"/>
          </p:cNvSpPr>
          <p:nvPr>
            <p:ph type="dt" sz="half" idx="10"/>
          </p:nvPr>
        </p:nvSpPr>
        <p:spPr/>
        <p:txBody>
          <a:bodyPr/>
          <a:lstStyle/>
          <a:p>
            <a:pPr>
              <a:buFont typeface="Monotype Sorts" charset="2"/>
              <a:buNone/>
              <a:defRPr/>
            </a:pPr>
            <a:fld id="{E411BCFE-4CCB-4FF7-A751-977CE5F8C037}" type="datetime1">
              <a:rPr lang="en-US" smtClean="0"/>
              <a:t>12/19/2024</a:t>
            </a:fld>
            <a:endParaRPr lang="en-US" dirty="0"/>
          </a:p>
        </p:txBody>
      </p:sp>
      <p:sp>
        <p:nvSpPr>
          <p:cNvPr id="3" name="Slide Number Placeholder 2">
            <a:extLst>
              <a:ext uri="{FF2B5EF4-FFF2-40B4-BE49-F238E27FC236}">
                <a16:creationId xmlns:a16="http://schemas.microsoft.com/office/drawing/2014/main" id="{D7D81CCB-6E97-7585-63B7-8B8D39B1FB55}"/>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39</a:t>
            </a:fld>
            <a:endParaRPr lang="en-US" dirty="0"/>
          </a:p>
        </p:txBody>
      </p:sp>
      <p:sp>
        <p:nvSpPr>
          <p:cNvPr id="4" name="Footer Placeholder 3">
            <a:extLst>
              <a:ext uri="{FF2B5EF4-FFF2-40B4-BE49-F238E27FC236}">
                <a16:creationId xmlns:a16="http://schemas.microsoft.com/office/drawing/2014/main" id="{AE48B7E3-9F91-A96F-33A6-89E9E3F8AAD8}"/>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2657A525-E132-E31C-CDF3-74DAC83978CC}"/>
              </a:ext>
            </a:extLst>
          </p:cNvPr>
          <p:cNvPicPr>
            <a:picLocks noChangeAspect="1"/>
          </p:cNvPicPr>
          <p:nvPr/>
        </p:nvPicPr>
        <p:blipFill>
          <a:blip r:embed="rId2"/>
          <a:stretch>
            <a:fillRect/>
          </a:stretch>
        </p:blipFill>
        <p:spPr>
          <a:xfrm>
            <a:off x="428625" y="823912"/>
            <a:ext cx="11334750" cy="5210175"/>
          </a:xfrm>
          <a:prstGeom prst="rect">
            <a:avLst/>
          </a:prstGeom>
        </p:spPr>
      </p:pic>
    </p:spTree>
    <p:extLst>
      <p:ext uri="{BB962C8B-B14F-4D97-AF65-F5344CB8AC3E}">
        <p14:creationId xmlns:p14="http://schemas.microsoft.com/office/powerpoint/2010/main" val="11245201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A0904-8545-2CF3-5EDB-523C68B374DD}"/>
              </a:ext>
            </a:extLst>
          </p:cNvPr>
          <p:cNvSpPr>
            <a:spLocks noGrp="1"/>
          </p:cNvSpPr>
          <p:nvPr>
            <p:ph type="title"/>
          </p:nvPr>
        </p:nvSpPr>
        <p:spPr/>
        <p:txBody>
          <a:bodyPr/>
          <a:lstStyle/>
          <a:p>
            <a:r>
              <a:rPr lang="en-US" dirty="0"/>
              <a:t>11.4.2 Bubble Sort</a:t>
            </a:r>
          </a:p>
        </p:txBody>
      </p:sp>
      <p:sp>
        <p:nvSpPr>
          <p:cNvPr id="3" name="Content Placeholder 2">
            <a:extLst>
              <a:ext uri="{FF2B5EF4-FFF2-40B4-BE49-F238E27FC236}">
                <a16:creationId xmlns:a16="http://schemas.microsoft.com/office/drawing/2014/main" id="{BF6F1A6B-F7F5-DDA1-2410-581780F569D3}"/>
              </a:ext>
            </a:extLst>
          </p:cNvPr>
          <p:cNvSpPr>
            <a:spLocks noGrp="1"/>
          </p:cNvSpPr>
          <p:nvPr>
            <p:ph idx="1"/>
          </p:nvPr>
        </p:nvSpPr>
        <p:spPr/>
        <p:txBody>
          <a:bodyPr/>
          <a:lstStyle/>
          <a:p>
            <a:r>
              <a:rPr lang="en-US" dirty="0"/>
              <a:t>Compare two consecutive items</a:t>
            </a:r>
          </a:p>
          <a:p>
            <a:r>
              <a:rPr lang="en-US" dirty="0"/>
              <a:t>Each time the items in the pair are out of order, the algorithm swaps them</a:t>
            </a:r>
          </a:p>
          <a:p>
            <a:r>
              <a:rPr lang="en-US" dirty="0"/>
              <a:t>The effect of bubbling the largest items to the end of the list.</a:t>
            </a:r>
          </a:p>
          <a:p>
            <a:r>
              <a:rPr lang="en-US" dirty="0"/>
              <a:t>The k-</a:t>
            </a:r>
            <a:r>
              <a:rPr lang="en-US" dirty="0" err="1"/>
              <a:t>th</a:t>
            </a:r>
            <a:r>
              <a:rPr lang="en-US" dirty="0"/>
              <a:t> iteration will bubble the k-</a:t>
            </a:r>
            <a:r>
              <a:rPr lang="en-US" dirty="0" err="1"/>
              <a:t>th</a:t>
            </a:r>
            <a:r>
              <a:rPr lang="en-US" dirty="0"/>
              <a:t> largest element to its correct position</a:t>
            </a:r>
          </a:p>
        </p:txBody>
      </p:sp>
      <p:sp>
        <p:nvSpPr>
          <p:cNvPr id="4" name="Slide Number Placeholder 3">
            <a:extLst>
              <a:ext uri="{FF2B5EF4-FFF2-40B4-BE49-F238E27FC236}">
                <a16:creationId xmlns:a16="http://schemas.microsoft.com/office/drawing/2014/main" id="{62C7CAEF-F4FF-AA34-270C-65C4B1F7D95D}"/>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40</a:t>
            </a:fld>
            <a:endParaRPr lang="en-US" altLang="en-US" dirty="0"/>
          </a:p>
        </p:txBody>
      </p:sp>
      <p:sp>
        <p:nvSpPr>
          <p:cNvPr id="5" name="Footer Placeholder 4">
            <a:extLst>
              <a:ext uri="{FF2B5EF4-FFF2-40B4-BE49-F238E27FC236}">
                <a16:creationId xmlns:a16="http://schemas.microsoft.com/office/drawing/2014/main" id="{D84FC75E-5280-494C-B1BF-A53A0B672EA3}"/>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16ED09F6-C2EE-0AEA-23C3-E9F68195E430}"/>
              </a:ext>
            </a:extLst>
          </p:cNvPr>
          <p:cNvSpPr>
            <a:spLocks noGrp="1"/>
          </p:cNvSpPr>
          <p:nvPr>
            <p:ph type="dt" sz="half" idx="12"/>
          </p:nvPr>
        </p:nvSpPr>
        <p:spPr/>
        <p:txBody>
          <a:bodyPr/>
          <a:lstStyle/>
          <a:p>
            <a:pPr>
              <a:buFont typeface="Monotype Sorts" charset="2"/>
              <a:buNone/>
              <a:defRPr/>
            </a:pPr>
            <a:fld id="{B17B11C9-6484-4C12-A56D-973FD1B54FF7}" type="datetime1">
              <a:rPr lang="en-US" smtClean="0"/>
              <a:t>12/19/2024</a:t>
            </a:fld>
            <a:endParaRPr lang="en-US" dirty="0"/>
          </a:p>
        </p:txBody>
      </p:sp>
    </p:spTree>
    <p:extLst>
      <p:ext uri="{BB962C8B-B14F-4D97-AF65-F5344CB8AC3E}">
        <p14:creationId xmlns:p14="http://schemas.microsoft.com/office/powerpoint/2010/main" val="36289461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DF0E76-12BD-6A66-9309-24E3DA160663}"/>
              </a:ext>
            </a:extLst>
          </p:cNvPr>
          <p:cNvSpPr>
            <a:spLocks noGrp="1"/>
          </p:cNvSpPr>
          <p:nvPr>
            <p:ph type="dt" sz="half" idx="10"/>
          </p:nvPr>
        </p:nvSpPr>
        <p:spPr/>
        <p:txBody>
          <a:bodyPr/>
          <a:lstStyle/>
          <a:p>
            <a:pPr>
              <a:buFont typeface="Monotype Sorts" charset="2"/>
              <a:buNone/>
              <a:defRPr/>
            </a:pPr>
            <a:fld id="{698F6934-467C-4886-90CB-7A3676BA031D}" type="datetime1">
              <a:rPr lang="en-US" smtClean="0"/>
              <a:t>12/19/2024</a:t>
            </a:fld>
            <a:endParaRPr lang="en-US" dirty="0"/>
          </a:p>
        </p:txBody>
      </p:sp>
      <p:sp>
        <p:nvSpPr>
          <p:cNvPr id="3" name="Slide Number Placeholder 2">
            <a:extLst>
              <a:ext uri="{FF2B5EF4-FFF2-40B4-BE49-F238E27FC236}">
                <a16:creationId xmlns:a16="http://schemas.microsoft.com/office/drawing/2014/main" id="{340667BD-0B6C-F16A-B0C9-5B34C4145552}"/>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41</a:t>
            </a:fld>
            <a:endParaRPr lang="en-US" dirty="0"/>
          </a:p>
        </p:txBody>
      </p:sp>
      <p:sp>
        <p:nvSpPr>
          <p:cNvPr id="4" name="Footer Placeholder 3">
            <a:extLst>
              <a:ext uri="{FF2B5EF4-FFF2-40B4-BE49-F238E27FC236}">
                <a16:creationId xmlns:a16="http://schemas.microsoft.com/office/drawing/2014/main" id="{188E01C8-06F7-8E49-7F1F-976E52057F5E}"/>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020B7E9A-3A03-AA7F-BF70-9A89A10F9827}"/>
              </a:ext>
            </a:extLst>
          </p:cNvPr>
          <p:cNvPicPr>
            <a:picLocks noChangeAspect="1"/>
          </p:cNvPicPr>
          <p:nvPr/>
        </p:nvPicPr>
        <p:blipFill>
          <a:blip r:embed="rId2"/>
          <a:stretch>
            <a:fillRect/>
          </a:stretch>
        </p:blipFill>
        <p:spPr>
          <a:xfrm>
            <a:off x="33337" y="1185862"/>
            <a:ext cx="12125325" cy="4486275"/>
          </a:xfrm>
          <a:prstGeom prst="rect">
            <a:avLst/>
          </a:prstGeom>
        </p:spPr>
      </p:pic>
    </p:spTree>
    <p:extLst>
      <p:ext uri="{BB962C8B-B14F-4D97-AF65-F5344CB8AC3E}">
        <p14:creationId xmlns:p14="http://schemas.microsoft.com/office/powerpoint/2010/main" val="32259947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76DD85-6EA4-9AC1-142C-B9C01236C143}"/>
              </a:ext>
            </a:extLst>
          </p:cNvPr>
          <p:cNvSpPr>
            <a:spLocks noGrp="1"/>
          </p:cNvSpPr>
          <p:nvPr>
            <p:ph type="dt" sz="half" idx="10"/>
          </p:nvPr>
        </p:nvSpPr>
        <p:spPr/>
        <p:txBody>
          <a:bodyPr/>
          <a:lstStyle/>
          <a:p>
            <a:pPr>
              <a:buFont typeface="Monotype Sorts" charset="2"/>
              <a:buNone/>
              <a:defRPr/>
            </a:pPr>
            <a:fld id="{2F3C9D45-E92B-4E91-BACA-FA8D8E8C936D}" type="datetime1">
              <a:rPr lang="en-US" smtClean="0"/>
              <a:t>12/19/2024</a:t>
            </a:fld>
            <a:endParaRPr lang="en-US" dirty="0"/>
          </a:p>
        </p:txBody>
      </p:sp>
      <p:sp>
        <p:nvSpPr>
          <p:cNvPr id="3" name="Slide Number Placeholder 2">
            <a:extLst>
              <a:ext uri="{FF2B5EF4-FFF2-40B4-BE49-F238E27FC236}">
                <a16:creationId xmlns:a16="http://schemas.microsoft.com/office/drawing/2014/main" id="{361D061A-B8A5-DF86-ACF4-82377723777E}"/>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42</a:t>
            </a:fld>
            <a:endParaRPr lang="en-US" dirty="0"/>
          </a:p>
        </p:txBody>
      </p:sp>
      <p:sp>
        <p:nvSpPr>
          <p:cNvPr id="4" name="Footer Placeholder 3">
            <a:extLst>
              <a:ext uri="{FF2B5EF4-FFF2-40B4-BE49-F238E27FC236}">
                <a16:creationId xmlns:a16="http://schemas.microsoft.com/office/drawing/2014/main" id="{4FEADAAB-7894-0551-30DA-84D335155706}"/>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F713492E-54F7-7AF7-D458-A3FEE413C6F4}"/>
              </a:ext>
            </a:extLst>
          </p:cNvPr>
          <p:cNvPicPr>
            <a:picLocks noChangeAspect="1"/>
          </p:cNvPicPr>
          <p:nvPr/>
        </p:nvPicPr>
        <p:blipFill>
          <a:blip r:embed="rId2"/>
          <a:stretch>
            <a:fillRect/>
          </a:stretch>
        </p:blipFill>
        <p:spPr>
          <a:xfrm>
            <a:off x="0" y="1990085"/>
            <a:ext cx="12192000" cy="2877829"/>
          </a:xfrm>
          <a:prstGeom prst="rect">
            <a:avLst/>
          </a:prstGeom>
        </p:spPr>
      </p:pic>
    </p:spTree>
    <p:extLst>
      <p:ext uri="{BB962C8B-B14F-4D97-AF65-F5344CB8AC3E}">
        <p14:creationId xmlns:p14="http://schemas.microsoft.com/office/powerpoint/2010/main" val="36464764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E9ADEA-CA86-0C02-A2B3-891873ECDBC7}"/>
              </a:ext>
            </a:extLst>
          </p:cNvPr>
          <p:cNvSpPr>
            <a:spLocks noGrp="1"/>
          </p:cNvSpPr>
          <p:nvPr>
            <p:ph type="dt" sz="half" idx="10"/>
          </p:nvPr>
        </p:nvSpPr>
        <p:spPr/>
        <p:txBody>
          <a:bodyPr/>
          <a:lstStyle/>
          <a:p>
            <a:pPr>
              <a:buFont typeface="Monotype Sorts" charset="2"/>
              <a:buNone/>
              <a:defRPr/>
            </a:pPr>
            <a:fld id="{2B68BB58-C8BC-433D-A986-8FBE69507463}" type="datetime1">
              <a:rPr lang="en-US" smtClean="0"/>
              <a:t>12/19/2024</a:t>
            </a:fld>
            <a:endParaRPr lang="en-US" dirty="0"/>
          </a:p>
        </p:txBody>
      </p:sp>
      <p:sp>
        <p:nvSpPr>
          <p:cNvPr id="3" name="Slide Number Placeholder 2">
            <a:extLst>
              <a:ext uri="{FF2B5EF4-FFF2-40B4-BE49-F238E27FC236}">
                <a16:creationId xmlns:a16="http://schemas.microsoft.com/office/drawing/2014/main" id="{1FE72CB3-6969-B78B-F9D9-BB2B9AFB1612}"/>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43</a:t>
            </a:fld>
            <a:endParaRPr lang="en-US" dirty="0"/>
          </a:p>
        </p:txBody>
      </p:sp>
      <p:sp>
        <p:nvSpPr>
          <p:cNvPr id="4" name="Footer Placeholder 3">
            <a:extLst>
              <a:ext uri="{FF2B5EF4-FFF2-40B4-BE49-F238E27FC236}">
                <a16:creationId xmlns:a16="http://schemas.microsoft.com/office/drawing/2014/main" id="{7619D587-EE3D-30A7-F004-1C88E7F17820}"/>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5B4700D2-9F7B-866D-CE63-F182E2DDDB84}"/>
              </a:ext>
            </a:extLst>
          </p:cNvPr>
          <p:cNvPicPr>
            <a:picLocks noChangeAspect="1"/>
          </p:cNvPicPr>
          <p:nvPr/>
        </p:nvPicPr>
        <p:blipFill>
          <a:blip r:embed="rId2"/>
          <a:stretch>
            <a:fillRect/>
          </a:stretch>
        </p:blipFill>
        <p:spPr>
          <a:xfrm>
            <a:off x="0" y="1600630"/>
            <a:ext cx="12192000" cy="3656740"/>
          </a:xfrm>
          <a:prstGeom prst="rect">
            <a:avLst/>
          </a:prstGeom>
        </p:spPr>
      </p:pic>
    </p:spTree>
    <p:extLst>
      <p:ext uri="{BB962C8B-B14F-4D97-AF65-F5344CB8AC3E}">
        <p14:creationId xmlns:p14="http://schemas.microsoft.com/office/powerpoint/2010/main" val="12626599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FBA08-2283-9554-1F7A-E2B069D7AC15}"/>
              </a:ext>
            </a:extLst>
          </p:cNvPr>
          <p:cNvSpPr>
            <a:spLocks noGrp="1"/>
          </p:cNvSpPr>
          <p:nvPr>
            <p:ph type="title"/>
          </p:nvPr>
        </p:nvSpPr>
        <p:spPr/>
        <p:txBody>
          <a:bodyPr/>
          <a:lstStyle/>
          <a:p>
            <a:r>
              <a:rPr lang="en-US" dirty="0"/>
              <a:t>11.4.3 Insertion Sort</a:t>
            </a:r>
          </a:p>
        </p:txBody>
      </p:sp>
      <p:sp>
        <p:nvSpPr>
          <p:cNvPr id="3" name="Content Placeholder 2">
            <a:extLst>
              <a:ext uri="{FF2B5EF4-FFF2-40B4-BE49-F238E27FC236}">
                <a16:creationId xmlns:a16="http://schemas.microsoft.com/office/drawing/2014/main" id="{27141781-9933-BFFE-9556-FE5C108B5556}"/>
              </a:ext>
            </a:extLst>
          </p:cNvPr>
          <p:cNvSpPr>
            <a:spLocks noGrp="1"/>
          </p:cNvSpPr>
          <p:nvPr>
            <p:ph idx="1"/>
          </p:nvPr>
        </p:nvSpPr>
        <p:spPr/>
        <p:txBody>
          <a:bodyPr/>
          <a:lstStyle/>
          <a:p>
            <a:r>
              <a:rPr lang="en-US" dirty="0"/>
              <a:t>In the k-</a:t>
            </a:r>
            <a:r>
              <a:rPr lang="en-US" dirty="0" err="1"/>
              <a:t>th</a:t>
            </a:r>
            <a:r>
              <a:rPr lang="en-US" dirty="0"/>
              <a:t> pass, insert the k-</a:t>
            </a:r>
            <a:r>
              <a:rPr lang="en-US" dirty="0" err="1"/>
              <a:t>th</a:t>
            </a:r>
            <a:r>
              <a:rPr lang="en-US" dirty="0"/>
              <a:t> element into the already sorted sub-array of the first (k-1) elements to keep k first elements to be in order.</a:t>
            </a:r>
          </a:p>
          <a:p>
            <a:endParaRPr lang="en-US" dirty="0"/>
          </a:p>
        </p:txBody>
      </p:sp>
      <p:sp>
        <p:nvSpPr>
          <p:cNvPr id="4" name="Slide Number Placeholder 3">
            <a:extLst>
              <a:ext uri="{FF2B5EF4-FFF2-40B4-BE49-F238E27FC236}">
                <a16:creationId xmlns:a16="http://schemas.microsoft.com/office/drawing/2014/main" id="{F0B4767B-A848-3A33-FCAB-818E75EACA86}"/>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44</a:t>
            </a:fld>
            <a:endParaRPr lang="en-US" altLang="en-US" dirty="0"/>
          </a:p>
        </p:txBody>
      </p:sp>
      <p:sp>
        <p:nvSpPr>
          <p:cNvPr id="5" name="Footer Placeholder 4">
            <a:extLst>
              <a:ext uri="{FF2B5EF4-FFF2-40B4-BE49-F238E27FC236}">
                <a16:creationId xmlns:a16="http://schemas.microsoft.com/office/drawing/2014/main" id="{4A88DE4B-1627-44E6-9653-14A209166E5D}"/>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7B081410-6035-6D47-85A8-53698CE056D5}"/>
              </a:ext>
            </a:extLst>
          </p:cNvPr>
          <p:cNvSpPr>
            <a:spLocks noGrp="1"/>
          </p:cNvSpPr>
          <p:nvPr>
            <p:ph type="dt" sz="half" idx="12"/>
          </p:nvPr>
        </p:nvSpPr>
        <p:spPr/>
        <p:txBody>
          <a:bodyPr/>
          <a:lstStyle/>
          <a:p>
            <a:pPr>
              <a:buFont typeface="Monotype Sorts" charset="2"/>
              <a:buNone/>
              <a:defRPr/>
            </a:pPr>
            <a:fld id="{D13E2E8B-45E0-431A-8A88-BD15011BA8EE}" type="datetime1">
              <a:rPr lang="en-US" smtClean="0"/>
              <a:t>12/19/2024</a:t>
            </a:fld>
            <a:endParaRPr lang="en-US" dirty="0"/>
          </a:p>
        </p:txBody>
      </p:sp>
      <p:pic>
        <p:nvPicPr>
          <p:cNvPr id="8" name="Picture 7">
            <a:extLst>
              <a:ext uri="{FF2B5EF4-FFF2-40B4-BE49-F238E27FC236}">
                <a16:creationId xmlns:a16="http://schemas.microsoft.com/office/drawing/2014/main" id="{E560027D-66F1-C88D-6DA6-196B5AA136C0}"/>
              </a:ext>
            </a:extLst>
          </p:cNvPr>
          <p:cNvPicPr>
            <a:picLocks noChangeAspect="1"/>
          </p:cNvPicPr>
          <p:nvPr/>
        </p:nvPicPr>
        <p:blipFill>
          <a:blip r:embed="rId2"/>
          <a:stretch>
            <a:fillRect/>
          </a:stretch>
        </p:blipFill>
        <p:spPr>
          <a:xfrm>
            <a:off x="1047750" y="3657600"/>
            <a:ext cx="10306050" cy="1905000"/>
          </a:xfrm>
          <a:prstGeom prst="rect">
            <a:avLst/>
          </a:prstGeom>
        </p:spPr>
      </p:pic>
    </p:spTree>
    <p:extLst>
      <p:ext uri="{BB962C8B-B14F-4D97-AF65-F5344CB8AC3E}">
        <p14:creationId xmlns:p14="http://schemas.microsoft.com/office/powerpoint/2010/main" val="21587746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91659A-8DAD-6207-2809-05487226D592}"/>
              </a:ext>
            </a:extLst>
          </p:cNvPr>
          <p:cNvSpPr>
            <a:spLocks noGrp="1"/>
          </p:cNvSpPr>
          <p:nvPr>
            <p:ph type="dt" sz="half" idx="10"/>
          </p:nvPr>
        </p:nvSpPr>
        <p:spPr/>
        <p:txBody>
          <a:bodyPr/>
          <a:lstStyle/>
          <a:p>
            <a:pPr>
              <a:buFont typeface="Monotype Sorts" charset="2"/>
              <a:buNone/>
              <a:defRPr/>
            </a:pPr>
            <a:fld id="{0ADF9859-0900-4AF3-A6AD-AA6CF96F3FF5}" type="datetime1">
              <a:rPr lang="en-US" smtClean="0"/>
              <a:t>12/19/2024</a:t>
            </a:fld>
            <a:endParaRPr lang="en-US" dirty="0"/>
          </a:p>
        </p:txBody>
      </p:sp>
      <p:sp>
        <p:nvSpPr>
          <p:cNvPr id="3" name="Slide Number Placeholder 2">
            <a:extLst>
              <a:ext uri="{FF2B5EF4-FFF2-40B4-BE49-F238E27FC236}">
                <a16:creationId xmlns:a16="http://schemas.microsoft.com/office/drawing/2014/main" id="{7D5340D6-9266-6C94-81D0-61FA69EA983B}"/>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45</a:t>
            </a:fld>
            <a:endParaRPr lang="en-US" dirty="0"/>
          </a:p>
        </p:txBody>
      </p:sp>
      <p:sp>
        <p:nvSpPr>
          <p:cNvPr id="4" name="Footer Placeholder 3">
            <a:extLst>
              <a:ext uri="{FF2B5EF4-FFF2-40B4-BE49-F238E27FC236}">
                <a16:creationId xmlns:a16="http://schemas.microsoft.com/office/drawing/2014/main" id="{DED0C873-FC3C-B673-3908-8339EB3718C4}"/>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18BD091A-E798-C29C-2F91-3A870E8A1AC6}"/>
              </a:ext>
            </a:extLst>
          </p:cNvPr>
          <p:cNvPicPr>
            <a:picLocks noChangeAspect="1"/>
          </p:cNvPicPr>
          <p:nvPr/>
        </p:nvPicPr>
        <p:blipFill>
          <a:blip r:embed="rId2"/>
          <a:stretch>
            <a:fillRect/>
          </a:stretch>
        </p:blipFill>
        <p:spPr>
          <a:xfrm>
            <a:off x="0" y="1414517"/>
            <a:ext cx="12192000" cy="4028966"/>
          </a:xfrm>
          <a:prstGeom prst="rect">
            <a:avLst/>
          </a:prstGeom>
        </p:spPr>
      </p:pic>
    </p:spTree>
    <p:extLst>
      <p:ext uri="{BB962C8B-B14F-4D97-AF65-F5344CB8AC3E}">
        <p14:creationId xmlns:p14="http://schemas.microsoft.com/office/powerpoint/2010/main" val="169346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C97318-73E1-8E68-C9C7-5AE7A00DB4F4}"/>
              </a:ext>
            </a:extLst>
          </p:cNvPr>
          <p:cNvSpPr>
            <a:spLocks noGrp="1"/>
          </p:cNvSpPr>
          <p:nvPr>
            <p:ph type="dt" sz="half" idx="10"/>
          </p:nvPr>
        </p:nvSpPr>
        <p:spPr/>
        <p:txBody>
          <a:bodyPr/>
          <a:lstStyle/>
          <a:p>
            <a:pPr>
              <a:buFont typeface="Monotype Sorts" charset="2"/>
              <a:buNone/>
              <a:defRPr/>
            </a:pPr>
            <a:fld id="{871F059F-B698-478C-A9B2-C0741F68AFC4}" type="datetime1">
              <a:rPr lang="en-US" smtClean="0"/>
              <a:t>12/19/2024</a:t>
            </a:fld>
            <a:endParaRPr lang="en-US" dirty="0"/>
          </a:p>
        </p:txBody>
      </p:sp>
      <p:sp>
        <p:nvSpPr>
          <p:cNvPr id="3" name="Slide Number Placeholder 2">
            <a:extLst>
              <a:ext uri="{FF2B5EF4-FFF2-40B4-BE49-F238E27FC236}">
                <a16:creationId xmlns:a16="http://schemas.microsoft.com/office/drawing/2014/main" id="{F5FDDCA7-481D-7650-74FE-D978270E7BFA}"/>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46</a:t>
            </a:fld>
            <a:endParaRPr lang="en-US" dirty="0"/>
          </a:p>
        </p:txBody>
      </p:sp>
      <p:sp>
        <p:nvSpPr>
          <p:cNvPr id="4" name="Footer Placeholder 3">
            <a:extLst>
              <a:ext uri="{FF2B5EF4-FFF2-40B4-BE49-F238E27FC236}">
                <a16:creationId xmlns:a16="http://schemas.microsoft.com/office/drawing/2014/main" id="{548EA13D-7B16-7006-1010-07CAB3375F79}"/>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FB5ED4FC-88FE-5D8E-974F-AD3EFAA55AAA}"/>
              </a:ext>
            </a:extLst>
          </p:cNvPr>
          <p:cNvPicPr>
            <a:picLocks noChangeAspect="1"/>
          </p:cNvPicPr>
          <p:nvPr/>
        </p:nvPicPr>
        <p:blipFill>
          <a:blip r:embed="rId2"/>
          <a:stretch>
            <a:fillRect/>
          </a:stretch>
        </p:blipFill>
        <p:spPr>
          <a:xfrm>
            <a:off x="28575" y="1171575"/>
            <a:ext cx="12134850" cy="4514850"/>
          </a:xfrm>
          <a:prstGeom prst="rect">
            <a:avLst/>
          </a:prstGeom>
        </p:spPr>
      </p:pic>
    </p:spTree>
    <p:extLst>
      <p:ext uri="{BB962C8B-B14F-4D97-AF65-F5344CB8AC3E}">
        <p14:creationId xmlns:p14="http://schemas.microsoft.com/office/powerpoint/2010/main" val="12857125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3E124D-F7E8-C738-D9F2-33125A860107}"/>
              </a:ext>
            </a:extLst>
          </p:cNvPr>
          <p:cNvSpPr>
            <a:spLocks noGrp="1"/>
          </p:cNvSpPr>
          <p:nvPr>
            <p:ph type="dt" sz="half" idx="10"/>
          </p:nvPr>
        </p:nvSpPr>
        <p:spPr/>
        <p:txBody>
          <a:bodyPr/>
          <a:lstStyle/>
          <a:p>
            <a:pPr>
              <a:buFont typeface="Monotype Sorts" charset="2"/>
              <a:buNone/>
              <a:defRPr/>
            </a:pPr>
            <a:fld id="{E9E9F8D2-0FE3-4A85-807A-12D213681635}" type="datetime1">
              <a:rPr lang="en-US" smtClean="0"/>
              <a:t>12/19/2024</a:t>
            </a:fld>
            <a:endParaRPr lang="en-US" dirty="0"/>
          </a:p>
        </p:txBody>
      </p:sp>
      <p:sp>
        <p:nvSpPr>
          <p:cNvPr id="3" name="Slide Number Placeholder 2">
            <a:extLst>
              <a:ext uri="{FF2B5EF4-FFF2-40B4-BE49-F238E27FC236}">
                <a16:creationId xmlns:a16="http://schemas.microsoft.com/office/drawing/2014/main" id="{DBDCCFA8-EF0B-96AF-9DC2-A8FB8F2927E4}"/>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47</a:t>
            </a:fld>
            <a:endParaRPr lang="en-US" dirty="0"/>
          </a:p>
        </p:txBody>
      </p:sp>
      <p:sp>
        <p:nvSpPr>
          <p:cNvPr id="4" name="Footer Placeholder 3">
            <a:extLst>
              <a:ext uri="{FF2B5EF4-FFF2-40B4-BE49-F238E27FC236}">
                <a16:creationId xmlns:a16="http://schemas.microsoft.com/office/drawing/2014/main" id="{7366803F-522B-C292-B53E-DE6E969B6614}"/>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5134B627-3548-FE88-7C45-DD7121862283}"/>
              </a:ext>
            </a:extLst>
          </p:cNvPr>
          <p:cNvPicPr>
            <a:picLocks noChangeAspect="1"/>
          </p:cNvPicPr>
          <p:nvPr/>
        </p:nvPicPr>
        <p:blipFill>
          <a:blip r:embed="rId2"/>
          <a:stretch>
            <a:fillRect/>
          </a:stretch>
        </p:blipFill>
        <p:spPr>
          <a:xfrm>
            <a:off x="419100" y="1833562"/>
            <a:ext cx="11353800" cy="3190875"/>
          </a:xfrm>
          <a:prstGeom prst="rect">
            <a:avLst/>
          </a:prstGeom>
        </p:spPr>
      </p:pic>
    </p:spTree>
    <p:extLst>
      <p:ext uri="{BB962C8B-B14F-4D97-AF65-F5344CB8AC3E}">
        <p14:creationId xmlns:p14="http://schemas.microsoft.com/office/powerpoint/2010/main" val="16940794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2ACF6-A968-1D31-FB1E-EF2ACD160ECD}"/>
              </a:ext>
            </a:extLst>
          </p:cNvPr>
          <p:cNvSpPr>
            <a:spLocks noGrp="1"/>
          </p:cNvSpPr>
          <p:nvPr>
            <p:ph type="title"/>
          </p:nvPr>
        </p:nvSpPr>
        <p:spPr>
          <a:xfrm>
            <a:off x="838200" y="365127"/>
            <a:ext cx="10744200" cy="1325563"/>
          </a:xfrm>
        </p:spPr>
        <p:txBody>
          <a:bodyPr/>
          <a:lstStyle/>
          <a:p>
            <a:r>
              <a:rPr lang="en-US" dirty="0"/>
              <a:t>11.4.4 Best-Case, Worst-Case, and Average-Case Performance Revisited</a:t>
            </a:r>
          </a:p>
        </p:txBody>
      </p:sp>
      <p:sp>
        <p:nvSpPr>
          <p:cNvPr id="3" name="Content Placeholder 2">
            <a:extLst>
              <a:ext uri="{FF2B5EF4-FFF2-40B4-BE49-F238E27FC236}">
                <a16:creationId xmlns:a16="http://schemas.microsoft.com/office/drawing/2014/main" id="{451DFF29-3C1A-5EEC-951C-9AC1654B89B9}"/>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99DC542A-AF71-ABB9-3A99-9FBE5D369E65}"/>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48</a:t>
            </a:fld>
            <a:endParaRPr lang="en-US" altLang="en-US" dirty="0"/>
          </a:p>
        </p:txBody>
      </p:sp>
      <p:sp>
        <p:nvSpPr>
          <p:cNvPr id="5" name="Footer Placeholder 4">
            <a:extLst>
              <a:ext uri="{FF2B5EF4-FFF2-40B4-BE49-F238E27FC236}">
                <a16:creationId xmlns:a16="http://schemas.microsoft.com/office/drawing/2014/main" id="{185F5C40-803E-7F57-0272-33BBED5661DC}"/>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FC8A4669-87E1-1B53-5DBC-0752AE19C02C}"/>
              </a:ext>
            </a:extLst>
          </p:cNvPr>
          <p:cNvSpPr>
            <a:spLocks noGrp="1"/>
          </p:cNvSpPr>
          <p:nvPr>
            <p:ph type="dt" sz="half" idx="12"/>
          </p:nvPr>
        </p:nvSpPr>
        <p:spPr/>
        <p:txBody>
          <a:bodyPr/>
          <a:lstStyle/>
          <a:p>
            <a:pPr>
              <a:buFont typeface="Monotype Sorts" charset="2"/>
              <a:buNone/>
              <a:defRPr/>
            </a:pPr>
            <a:fld id="{BA09835E-B49F-4E19-A644-4A40DFC172DC}" type="datetime1">
              <a:rPr lang="en-US" smtClean="0"/>
              <a:t>12/19/2024</a:t>
            </a:fld>
            <a:endParaRPr lang="en-US" dirty="0"/>
          </a:p>
        </p:txBody>
      </p:sp>
      <p:pic>
        <p:nvPicPr>
          <p:cNvPr id="8" name="Picture 7">
            <a:extLst>
              <a:ext uri="{FF2B5EF4-FFF2-40B4-BE49-F238E27FC236}">
                <a16:creationId xmlns:a16="http://schemas.microsoft.com/office/drawing/2014/main" id="{646AD49D-AAB3-E9A6-64C8-7C52ACFC5FD0}"/>
              </a:ext>
            </a:extLst>
          </p:cNvPr>
          <p:cNvPicPr>
            <a:picLocks noChangeAspect="1"/>
          </p:cNvPicPr>
          <p:nvPr/>
        </p:nvPicPr>
        <p:blipFill>
          <a:blip r:embed="rId2"/>
          <a:stretch>
            <a:fillRect/>
          </a:stretch>
        </p:blipFill>
        <p:spPr>
          <a:xfrm>
            <a:off x="757237" y="2286000"/>
            <a:ext cx="10677525" cy="2895600"/>
          </a:xfrm>
          <a:prstGeom prst="rect">
            <a:avLst/>
          </a:prstGeom>
        </p:spPr>
      </p:pic>
    </p:spTree>
    <p:extLst>
      <p:ext uri="{BB962C8B-B14F-4D97-AF65-F5344CB8AC3E}">
        <p14:creationId xmlns:p14="http://schemas.microsoft.com/office/powerpoint/2010/main" val="28027291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768B9-A544-655B-C893-FACC15A124B8}"/>
              </a:ext>
            </a:extLst>
          </p:cNvPr>
          <p:cNvSpPr>
            <a:spLocks noGrp="1"/>
          </p:cNvSpPr>
          <p:nvPr>
            <p:ph type="title"/>
          </p:nvPr>
        </p:nvSpPr>
        <p:spPr/>
        <p:txBody>
          <a:bodyPr/>
          <a:lstStyle/>
          <a:p>
            <a:r>
              <a:rPr lang="en-US" dirty="0"/>
              <a:t>11.4.4 Best-Case, Worst-Case, and Average-Case Performance Revisited</a:t>
            </a:r>
          </a:p>
        </p:txBody>
      </p:sp>
      <p:sp>
        <p:nvSpPr>
          <p:cNvPr id="3" name="Content Placeholder 2">
            <a:extLst>
              <a:ext uri="{FF2B5EF4-FFF2-40B4-BE49-F238E27FC236}">
                <a16:creationId xmlns:a16="http://schemas.microsoft.com/office/drawing/2014/main" id="{342782A7-FA51-0EA2-1650-29A0E869AE65}"/>
              </a:ext>
            </a:extLst>
          </p:cNvPr>
          <p:cNvSpPr>
            <a:spLocks noGrp="1"/>
          </p:cNvSpPr>
          <p:nvPr>
            <p:ph idx="1"/>
          </p:nvPr>
        </p:nvSpPr>
        <p:spPr/>
        <p:txBody>
          <a:bodyPr/>
          <a:lstStyle/>
          <a:p>
            <a:r>
              <a:rPr lang="en-US" dirty="0"/>
              <a:t>Search for a minimum: best-case, worst-case, and average-case performances are O(n).</a:t>
            </a:r>
          </a:p>
          <a:p>
            <a:r>
              <a:rPr lang="en-US" dirty="0"/>
              <a:t>Linear search: best-case performance is O(1) and its worst-case performance is O(n).</a:t>
            </a:r>
          </a:p>
          <a:p>
            <a:pPr lvl="1"/>
            <a:r>
              <a:rPr lang="pt-BR" dirty="0"/>
              <a:t>Average case: (1 + 2 + . . . + n) / n, or n / 2 comparisons; so O(n)</a:t>
            </a:r>
          </a:p>
          <a:p>
            <a:r>
              <a:rPr lang="en-US" dirty="0"/>
              <a:t> Bubble sort’s best-case performance is O(n); worst-case performance is clearly O(n^2).</a:t>
            </a:r>
          </a:p>
          <a:p>
            <a:pPr lvl="1"/>
            <a:r>
              <a:rPr lang="en-US" dirty="0"/>
              <a:t>Bubble sort’s average-case performance is closer to O(n^2) than to O(n)</a:t>
            </a:r>
          </a:p>
        </p:txBody>
      </p:sp>
      <p:sp>
        <p:nvSpPr>
          <p:cNvPr id="4" name="Slide Number Placeholder 3">
            <a:extLst>
              <a:ext uri="{FF2B5EF4-FFF2-40B4-BE49-F238E27FC236}">
                <a16:creationId xmlns:a16="http://schemas.microsoft.com/office/drawing/2014/main" id="{8951EB4D-5830-F944-7DB0-5269C535414C}"/>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49</a:t>
            </a:fld>
            <a:endParaRPr lang="en-US" altLang="en-US" dirty="0"/>
          </a:p>
        </p:txBody>
      </p:sp>
      <p:sp>
        <p:nvSpPr>
          <p:cNvPr id="5" name="Footer Placeholder 4">
            <a:extLst>
              <a:ext uri="{FF2B5EF4-FFF2-40B4-BE49-F238E27FC236}">
                <a16:creationId xmlns:a16="http://schemas.microsoft.com/office/drawing/2014/main" id="{5F2462DE-4F70-8420-59F0-5AF10023516B}"/>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E5DFF4CB-8013-8779-4932-DB0B85942BE9}"/>
              </a:ext>
            </a:extLst>
          </p:cNvPr>
          <p:cNvSpPr>
            <a:spLocks noGrp="1"/>
          </p:cNvSpPr>
          <p:nvPr>
            <p:ph type="dt" sz="half" idx="12"/>
          </p:nvPr>
        </p:nvSpPr>
        <p:spPr/>
        <p:txBody>
          <a:bodyPr/>
          <a:lstStyle/>
          <a:p>
            <a:pPr>
              <a:buFont typeface="Monotype Sorts" charset="2"/>
              <a:buNone/>
              <a:defRPr/>
            </a:pPr>
            <a:fld id="{D8E6F133-C113-4E2F-926B-FB578B008CD5}" type="datetime1">
              <a:rPr lang="en-US" smtClean="0"/>
              <a:t>12/19/2024</a:t>
            </a:fld>
            <a:endParaRPr lang="en-US" dirty="0"/>
          </a:p>
        </p:txBody>
      </p:sp>
    </p:spTree>
    <p:extLst>
      <p:ext uri="{BB962C8B-B14F-4D97-AF65-F5344CB8AC3E}">
        <p14:creationId xmlns:p14="http://schemas.microsoft.com/office/powerpoint/2010/main" val="37291109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7AC59F-7131-E39F-557F-71083089C5F0}"/>
              </a:ext>
            </a:extLst>
          </p:cNvPr>
          <p:cNvSpPr>
            <a:spLocks noGrp="1"/>
          </p:cNvSpPr>
          <p:nvPr>
            <p:ph type="dt" sz="half" idx="10"/>
          </p:nvPr>
        </p:nvSpPr>
        <p:spPr/>
        <p:txBody>
          <a:bodyPr/>
          <a:lstStyle/>
          <a:p>
            <a:pPr>
              <a:buFont typeface="Monotype Sorts" charset="2"/>
              <a:buNone/>
              <a:defRPr/>
            </a:pPr>
            <a:fld id="{FB160199-3D7D-4181-B3A2-6451AC072468}" type="datetime1">
              <a:rPr lang="en-US" smtClean="0"/>
              <a:t>12/19/2024</a:t>
            </a:fld>
            <a:endParaRPr lang="en-US" dirty="0"/>
          </a:p>
        </p:txBody>
      </p:sp>
      <p:sp>
        <p:nvSpPr>
          <p:cNvPr id="3" name="Slide Number Placeholder 2">
            <a:extLst>
              <a:ext uri="{FF2B5EF4-FFF2-40B4-BE49-F238E27FC236}">
                <a16:creationId xmlns:a16="http://schemas.microsoft.com/office/drawing/2014/main" id="{696A4EDF-6CB3-737B-FD04-3D3742E72A58}"/>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50</a:t>
            </a:fld>
            <a:endParaRPr lang="en-US" dirty="0"/>
          </a:p>
        </p:txBody>
      </p:sp>
      <p:sp>
        <p:nvSpPr>
          <p:cNvPr id="4" name="Footer Placeholder 3">
            <a:extLst>
              <a:ext uri="{FF2B5EF4-FFF2-40B4-BE49-F238E27FC236}">
                <a16:creationId xmlns:a16="http://schemas.microsoft.com/office/drawing/2014/main" id="{5F220AB2-C7CD-474B-D557-2FE0044CB0A1}"/>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9E4514B3-DB0D-8CDE-08C5-E1CC77BBC0E7}"/>
              </a:ext>
            </a:extLst>
          </p:cNvPr>
          <p:cNvPicPr>
            <a:picLocks noChangeAspect="1"/>
          </p:cNvPicPr>
          <p:nvPr/>
        </p:nvPicPr>
        <p:blipFill>
          <a:blip r:embed="rId2"/>
          <a:stretch>
            <a:fillRect/>
          </a:stretch>
        </p:blipFill>
        <p:spPr>
          <a:xfrm>
            <a:off x="0" y="781106"/>
            <a:ext cx="12192000" cy="5295788"/>
          </a:xfrm>
          <a:prstGeom prst="rect">
            <a:avLst/>
          </a:prstGeom>
        </p:spPr>
      </p:pic>
    </p:spTree>
    <p:extLst>
      <p:ext uri="{BB962C8B-B14F-4D97-AF65-F5344CB8AC3E}">
        <p14:creationId xmlns:p14="http://schemas.microsoft.com/office/powerpoint/2010/main" val="3523681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5CB25-6F98-EEE6-9A66-32C5C5E2CC9C}"/>
              </a:ext>
            </a:extLst>
          </p:cNvPr>
          <p:cNvSpPr>
            <a:spLocks noGrp="1"/>
          </p:cNvSpPr>
          <p:nvPr>
            <p:ph type="title"/>
          </p:nvPr>
        </p:nvSpPr>
        <p:spPr/>
        <p:txBody>
          <a:bodyPr>
            <a:noAutofit/>
          </a:bodyPr>
          <a:lstStyle/>
          <a:p>
            <a:r>
              <a:rPr lang="en-US" sz="2400" dirty="0"/>
              <a:t>11.5 An Exponential Algorithm: Recursive Fibonacci</a:t>
            </a:r>
          </a:p>
        </p:txBody>
      </p:sp>
      <p:sp>
        <p:nvSpPr>
          <p:cNvPr id="3" name="Date Placeholder 2">
            <a:extLst>
              <a:ext uri="{FF2B5EF4-FFF2-40B4-BE49-F238E27FC236}">
                <a16:creationId xmlns:a16="http://schemas.microsoft.com/office/drawing/2014/main" id="{A317C8F3-E9B5-B5DD-F488-0E61B7ECEECE}"/>
              </a:ext>
            </a:extLst>
          </p:cNvPr>
          <p:cNvSpPr>
            <a:spLocks noGrp="1"/>
          </p:cNvSpPr>
          <p:nvPr>
            <p:ph type="dt" sz="half" idx="10"/>
          </p:nvPr>
        </p:nvSpPr>
        <p:spPr/>
        <p:txBody>
          <a:bodyPr/>
          <a:lstStyle/>
          <a:p>
            <a:pPr>
              <a:buFont typeface="Monotype Sorts" charset="2"/>
              <a:buNone/>
              <a:defRPr/>
            </a:pPr>
            <a:fld id="{B99FB6DA-5408-4B88-A948-2485A6E0C5EC}" type="datetime1">
              <a:rPr lang="en-US" smtClean="0"/>
              <a:t>12/19/2024</a:t>
            </a:fld>
            <a:endParaRPr lang="en-US" dirty="0"/>
          </a:p>
        </p:txBody>
      </p:sp>
      <p:sp>
        <p:nvSpPr>
          <p:cNvPr id="4" name="Slide Number Placeholder 3">
            <a:extLst>
              <a:ext uri="{FF2B5EF4-FFF2-40B4-BE49-F238E27FC236}">
                <a16:creationId xmlns:a16="http://schemas.microsoft.com/office/drawing/2014/main" id="{252AF435-8B86-22CB-3B75-CE907C436812}"/>
              </a:ext>
            </a:extLst>
          </p:cNvPr>
          <p:cNvSpPr>
            <a:spLocks noGrp="1"/>
          </p:cNvSpPr>
          <p:nvPr>
            <p:ph type="sldNum" sz="quarter" idx="11"/>
          </p:nvPr>
        </p:nvSpPr>
        <p:spPr/>
        <p:txBody>
          <a:bodyPr/>
          <a:lstStyle/>
          <a:p>
            <a:pPr>
              <a:buFont typeface="Monotype Sorts" charset="2"/>
              <a:buNone/>
              <a:defRPr/>
            </a:pPr>
            <a:fld id="{3668E2E4-C289-40FA-803B-52DC86338CE3}" type="slidenum">
              <a:rPr lang="en-US" smtClean="0"/>
              <a:pPr>
                <a:buFont typeface="Monotype Sorts" charset="2"/>
                <a:buNone/>
                <a:defRPr/>
              </a:pPr>
              <a:t>51</a:t>
            </a:fld>
            <a:endParaRPr lang="en-US" dirty="0"/>
          </a:p>
        </p:txBody>
      </p:sp>
      <p:sp>
        <p:nvSpPr>
          <p:cNvPr id="5" name="Footer Placeholder 4">
            <a:extLst>
              <a:ext uri="{FF2B5EF4-FFF2-40B4-BE49-F238E27FC236}">
                <a16:creationId xmlns:a16="http://schemas.microsoft.com/office/drawing/2014/main" id="{6E0D0839-090A-84F8-3AE0-C8C6200E9C0B}"/>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7" name="Picture 6">
            <a:extLst>
              <a:ext uri="{FF2B5EF4-FFF2-40B4-BE49-F238E27FC236}">
                <a16:creationId xmlns:a16="http://schemas.microsoft.com/office/drawing/2014/main" id="{30833B4B-1CE3-9FA7-C931-DA66F9BA78B7}"/>
              </a:ext>
            </a:extLst>
          </p:cNvPr>
          <p:cNvPicPr>
            <a:picLocks noChangeAspect="1"/>
          </p:cNvPicPr>
          <p:nvPr/>
        </p:nvPicPr>
        <p:blipFill>
          <a:blip r:embed="rId2"/>
          <a:stretch>
            <a:fillRect/>
          </a:stretch>
        </p:blipFill>
        <p:spPr>
          <a:xfrm>
            <a:off x="7374" y="990521"/>
            <a:ext cx="12192000" cy="2094013"/>
          </a:xfrm>
          <a:prstGeom prst="rect">
            <a:avLst/>
          </a:prstGeom>
        </p:spPr>
      </p:pic>
      <p:pic>
        <p:nvPicPr>
          <p:cNvPr id="9" name="Picture 8">
            <a:extLst>
              <a:ext uri="{FF2B5EF4-FFF2-40B4-BE49-F238E27FC236}">
                <a16:creationId xmlns:a16="http://schemas.microsoft.com/office/drawing/2014/main" id="{062A8207-2A82-B2A0-DB4D-D4D6255E7AE2}"/>
              </a:ext>
            </a:extLst>
          </p:cNvPr>
          <p:cNvPicPr>
            <a:picLocks noChangeAspect="1"/>
          </p:cNvPicPr>
          <p:nvPr/>
        </p:nvPicPr>
        <p:blipFill>
          <a:blip r:embed="rId3"/>
          <a:stretch>
            <a:fillRect/>
          </a:stretch>
        </p:blipFill>
        <p:spPr>
          <a:xfrm>
            <a:off x="1981200" y="3429718"/>
            <a:ext cx="7734300" cy="2991202"/>
          </a:xfrm>
          <a:prstGeom prst="rect">
            <a:avLst/>
          </a:prstGeom>
        </p:spPr>
      </p:pic>
    </p:spTree>
    <p:extLst>
      <p:ext uri="{BB962C8B-B14F-4D97-AF65-F5344CB8AC3E}">
        <p14:creationId xmlns:p14="http://schemas.microsoft.com/office/powerpoint/2010/main" val="3610889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6F455-70DD-222F-898E-C89181FFA3A6}"/>
              </a:ext>
            </a:extLst>
          </p:cNvPr>
          <p:cNvSpPr>
            <a:spLocks noGrp="1"/>
          </p:cNvSpPr>
          <p:nvPr>
            <p:ph type="title"/>
          </p:nvPr>
        </p:nvSpPr>
        <p:spPr/>
        <p:txBody>
          <a:bodyPr>
            <a:normAutofit fontScale="90000"/>
          </a:bodyPr>
          <a:lstStyle/>
          <a:p>
            <a:r>
              <a:rPr lang="en-US" sz="2800" dirty="0"/>
              <a:t>11.6 Converting Fibonacci to a Linear Algorithm</a:t>
            </a:r>
          </a:p>
        </p:txBody>
      </p:sp>
      <p:sp>
        <p:nvSpPr>
          <p:cNvPr id="3" name="Date Placeholder 2">
            <a:extLst>
              <a:ext uri="{FF2B5EF4-FFF2-40B4-BE49-F238E27FC236}">
                <a16:creationId xmlns:a16="http://schemas.microsoft.com/office/drawing/2014/main" id="{7F2A8950-FD39-3288-816C-7B7DB0E0AC23}"/>
              </a:ext>
            </a:extLst>
          </p:cNvPr>
          <p:cNvSpPr>
            <a:spLocks noGrp="1"/>
          </p:cNvSpPr>
          <p:nvPr>
            <p:ph type="dt" sz="half" idx="10"/>
          </p:nvPr>
        </p:nvSpPr>
        <p:spPr/>
        <p:txBody>
          <a:bodyPr/>
          <a:lstStyle/>
          <a:p>
            <a:pPr>
              <a:buFont typeface="Monotype Sorts" charset="2"/>
              <a:buNone/>
              <a:defRPr/>
            </a:pPr>
            <a:fld id="{A656D50C-CCD6-4C02-B549-47B3D08F7139}" type="datetime1">
              <a:rPr lang="en-US" smtClean="0"/>
              <a:t>12/19/2024</a:t>
            </a:fld>
            <a:endParaRPr lang="en-US" dirty="0"/>
          </a:p>
        </p:txBody>
      </p:sp>
      <p:sp>
        <p:nvSpPr>
          <p:cNvPr id="4" name="Slide Number Placeholder 3">
            <a:extLst>
              <a:ext uri="{FF2B5EF4-FFF2-40B4-BE49-F238E27FC236}">
                <a16:creationId xmlns:a16="http://schemas.microsoft.com/office/drawing/2014/main" id="{FF7EABD7-D3DD-7FD1-D2DB-9DFCFC49BE18}"/>
              </a:ext>
            </a:extLst>
          </p:cNvPr>
          <p:cNvSpPr>
            <a:spLocks noGrp="1"/>
          </p:cNvSpPr>
          <p:nvPr>
            <p:ph type="sldNum" sz="quarter" idx="11"/>
          </p:nvPr>
        </p:nvSpPr>
        <p:spPr/>
        <p:txBody>
          <a:bodyPr/>
          <a:lstStyle/>
          <a:p>
            <a:pPr>
              <a:buFont typeface="Monotype Sorts" charset="2"/>
              <a:buNone/>
              <a:defRPr/>
            </a:pPr>
            <a:fld id="{2BE77ECF-F060-4D46-A3D9-128B9B0DFB4A}" type="slidenum">
              <a:rPr lang="en-US" smtClean="0"/>
              <a:pPr>
                <a:buFont typeface="Monotype Sorts" charset="2"/>
                <a:buNone/>
                <a:defRPr/>
              </a:pPr>
              <a:t>52</a:t>
            </a:fld>
            <a:endParaRPr lang="en-US" dirty="0"/>
          </a:p>
        </p:txBody>
      </p:sp>
      <p:sp>
        <p:nvSpPr>
          <p:cNvPr id="5" name="Footer Placeholder 4">
            <a:extLst>
              <a:ext uri="{FF2B5EF4-FFF2-40B4-BE49-F238E27FC236}">
                <a16:creationId xmlns:a16="http://schemas.microsoft.com/office/drawing/2014/main" id="{219811B3-8D2E-47E3-7439-8BB9AABEAB44}"/>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7" name="Picture 6">
            <a:extLst>
              <a:ext uri="{FF2B5EF4-FFF2-40B4-BE49-F238E27FC236}">
                <a16:creationId xmlns:a16="http://schemas.microsoft.com/office/drawing/2014/main" id="{D294A442-0C85-4574-DBB1-A0A8088F0AE4}"/>
              </a:ext>
            </a:extLst>
          </p:cNvPr>
          <p:cNvPicPr>
            <a:picLocks noChangeAspect="1"/>
          </p:cNvPicPr>
          <p:nvPr/>
        </p:nvPicPr>
        <p:blipFill>
          <a:blip r:embed="rId2"/>
          <a:stretch>
            <a:fillRect/>
          </a:stretch>
        </p:blipFill>
        <p:spPr>
          <a:xfrm>
            <a:off x="1219200" y="1319054"/>
            <a:ext cx="9372600" cy="4965127"/>
          </a:xfrm>
          <a:prstGeom prst="rect">
            <a:avLst/>
          </a:prstGeom>
        </p:spPr>
      </p:pic>
    </p:spTree>
    <p:extLst>
      <p:ext uri="{BB962C8B-B14F-4D97-AF65-F5344CB8AC3E}">
        <p14:creationId xmlns:p14="http://schemas.microsoft.com/office/powerpoint/2010/main" val="23989006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F3D1-BEFE-B0E5-2E1F-2CDE23A43D9D}"/>
              </a:ext>
            </a:extLst>
          </p:cNvPr>
          <p:cNvSpPr>
            <a:spLocks noGrp="1"/>
          </p:cNvSpPr>
          <p:nvPr>
            <p:ph type="title"/>
          </p:nvPr>
        </p:nvSpPr>
        <p:spPr/>
        <p:txBody>
          <a:bodyPr/>
          <a:lstStyle/>
          <a:p>
            <a:r>
              <a:rPr lang="en-US" dirty="0"/>
              <a:t>REVIEW QUESTIONS</a:t>
            </a:r>
          </a:p>
        </p:txBody>
      </p:sp>
      <p:sp>
        <p:nvSpPr>
          <p:cNvPr id="3" name="Content Placeholder 2">
            <a:extLst>
              <a:ext uri="{FF2B5EF4-FFF2-40B4-BE49-F238E27FC236}">
                <a16:creationId xmlns:a16="http://schemas.microsoft.com/office/drawing/2014/main" id="{7718EBDF-2325-678D-1E05-FB23ECC90601}"/>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0AB01671-A3BB-B34C-5E29-B33BBD92F4AE}"/>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53</a:t>
            </a:fld>
            <a:endParaRPr lang="en-US" altLang="en-US" dirty="0"/>
          </a:p>
        </p:txBody>
      </p:sp>
      <p:sp>
        <p:nvSpPr>
          <p:cNvPr id="5" name="Footer Placeholder 4">
            <a:extLst>
              <a:ext uri="{FF2B5EF4-FFF2-40B4-BE49-F238E27FC236}">
                <a16:creationId xmlns:a16="http://schemas.microsoft.com/office/drawing/2014/main" id="{D429A81F-855A-D39A-E12A-850B5BB5E8DA}"/>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CF79C4BA-4683-5666-D240-AEBEA835A1AF}"/>
              </a:ext>
            </a:extLst>
          </p:cNvPr>
          <p:cNvSpPr>
            <a:spLocks noGrp="1"/>
          </p:cNvSpPr>
          <p:nvPr>
            <p:ph type="dt" sz="half" idx="12"/>
          </p:nvPr>
        </p:nvSpPr>
        <p:spPr/>
        <p:txBody>
          <a:bodyPr/>
          <a:lstStyle/>
          <a:p>
            <a:pPr>
              <a:buFont typeface="Monotype Sorts" charset="2"/>
              <a:buNone/>
              <a:defRPr/>
            </a:pPr>
            <a:fld id="{CE430E74-59CA-4EBB-8D2C-D71B8786BC88}" type="datetime1">
              <a:rPr lang="en-US" smtClean="0"/>
              <a:t>12/19/2024</a:t>
            </a:fld>
            <a:endParaRPr lang="en-US" dirty="0"/>
          </a:p>
        </p:txBody>
      </p:sp>
      <p:pic>
        <p:nvPicPr>
          <p:cNvPr id="8" name="Picture 7">
            <a:extLst>
              <a:ext uri="{FF2B5EF4-FFF2-40B4-BE49-F238E27FC236}">
                <a16:creationId xmlns:a16="http://schemas.microsoft.com/office/drawing/2014/main" id="{F09420B6-5F5E-9CF6-483A-0031663D52CD}"/>
              </a:ext>
            </a:extLst>
          </p:cNvPr>
          <p:cNvPicPr>
            <a:picLocks noChangeAspect="1"/>
          </p:cNvPicPr>
          <p:nvPr/>
        </p:nvPicPr>
        <p:blipFill>
          <a:blip r:embed="rId2"/>
          <a:stretch>
            <a:fillRect/>
          </a:stretch>
        </p:blipFill>
        <p:spPr>
          <a:xfrm>
            <a:off x="681037" y="1825625"/>
            <a:ext cx="10829925" cy="3857625"/>
          </a:xfrm>
          <a:prstGeom prst="rect">
            <a:avLst/>
          </a:prstGeom>
        </p:spPr>
      </p:pic>
    </p:spTree>
    <p:extLst>
      <p:ext uri="{BB962C8B-B14F-4D97-AF65-F5344CB8AC3E}">
        <p14:creationId xmlns:p14="http://schemas.microsoft.com/office/powerpoint/2010/main" val="41171866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E7466-280A-57EA-ADDA-5C7E8A1A66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D0A7379-CCA6-3D53-F46C-545FF1D3D4A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DB409614-25BB-FA69-D879-64ACF9EDF809}"/>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54</a:t>
            </a:fld>
            <a:endParaRPr lang="en-US" altLang="en-US" dirty="0"/>
          </a:p>
        </p:txBody>
      </p:sp>
      <p:sp>
        <p:nvSpPr>
          <p:cNvPr id="5" name="Footer Placeholder 4">
            <a:extLst>
              <a:ext uri="{FF2B5EF4-FFF2-40B4-BE49-F238E27FC236}">
                <a16:creationId xmlns:a16="http://schemas.microsoft.com/office/drawing/2014/main" id="{384F7F9A-26E1-F18A-1943-03892F354330}"/>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05662AA1-B430-CF04-F01B-9A6449B87971}"/>
              </a:ext>
            </a:extLst>
          </p:cNvPr>
          <p:cNvSpPr>
            <a:spLocks noGrp="1"/>
          </p:cNvSpPr>
          <p:nvPr>
            <p:ph type="dt" sz="half" idx="12"/>
          </p:nvPr>
        </p:nvSpPr>
        <p:spPr/>
        <p:txBody>
          <a:bodyPr/>
          <a:lstStyle/>
          <a:p>
            <a:pPr>
              <a:buFont typeface="Monotype Sorts" charset="2"/>
              <a:buNone/>
              <a:defRPr/>
            </a:pPr>
            <a:fld id="{E9A0871C-3C7D-4108-B701-3FFD359284F4}" type="datetime1">
              <a:rPr lang="en-US" smtClean="0"/>
              <a:t>12/19/2024</a:t>
            </a:fld>
            <a:endParaRPr lang="en-US" dirty="0"/>
          </a:p>
        </p:txBody>
      </p:sp>
      <p:pic>
        <p:nvPicPr>
          <p:cNvPr id="8" name="Picture 7">
            <a:extLst>
              <a:ext uri="{FF2B5EF4-FFF2-40B4-BE49-F238E27FC236}">
                <a16:creationId xmlns:a16="http://schemas.microsoft.com/office/drawing/2014/main" id="{CD2A1E69-AEEC-DE8E-9F99-6080DF87E23F}"/>
              </a:ext>
            </a:extLst>
          </p:cNvPr>
          <p:cNvPicPr>
            <a:picLocks noChangeAspect="1"/>
          </p:cNvPicPr>
          <p:nvPr/>
        </p:nvPicPr>
        <p:blipFill>
          <a:blip r:embed="rId2"/>
          <a:stretch>
            <a:fillRect/>
          </a:stretch>
        </p:blipFill>
        <p:spPr>
          <a:xfrm>
            <a:off x="657225" y="2114552"/>
            <a:ext cx="10877550" cy="3467100"/>
          </a:xfrm>
          <a:prstGeom prst="rect">
            <a:avLst/>
          </a:prstGeom>
        </p:spPr>
      </p:pic>
    </p:spTree>
    <p:extLst>
      <p:ext uri="{BB962C8B-B14F-4D97-AF65-F5344CB8AC3E}">
        <p14:creationId xmlns:p14="http://schemas.microsoft.com/office/powerpoint/2010/main" val="4624205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DF237-B1F1-17CA-36B9-AF74707F21CC}"/>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E1B95B10-DDEB-E901-09D7-87286F123BC2}"/>
              </a:ext>
            </a:extLst>
          </p:cNvPr>
          <p:cNvSpPr>
            <a:spLocks noGrp="1"/>
          </p:cNvSpPr>
          <p:nvPr>
            <p:ph type="sldNum" sz="quarter" idx="10"/>
          </p:nvPr>
        </p:nvSpPr>
        <p:spPr/>
        <p:txBody>
          <a:bodyPr/>
          <a:lstStyle/>
          <a:p>
            <a:pPr>
              <a:buFont typeface="Monotype Sorts" charset="2"/>
              <a:buNone/>
              <a:defRPr/>
            </a:pPr>
            <a:fld id="{B0510DBD-B54C-4BB2-9910-15204BA8081C}" type="slidenum">
              <a:rPr lang="en-US" altLang="en-US" smtClean="0"/>
              <a:pPr>
                <a:buFont typeface="Monotype Sorts" charset="2"/>
                <a:buNone/>
                <a:defRPr/>
              </a:pPr>
              <a:t>55</a:t>
            </a:fld>
            <a:endParaRPr lang="en-US" altLang="en-US" dirty="0"/>
          </a:p>
        </p:txBody>
      </p:sp>
      <p:sp>
        <p:nvSpPr>
          <p:cNvPr id="4" name="Footer Placeholder 3">
            <a:extLst>
              <a:ext uri="{FF2B5EF4-FFF2-40B4-BE49-F238E27FC236}">
                <a16:creationId xmlns:a16="http://schemas.microsoft.com/office/drawing/2014/main" id="{205A26BE-89FB-AC4E-99BB-9D6E0A8CA862}"/>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5" name="Date Placeholder 4">
            <a:extLst>
              <a:ext uri="{FF2B5EF4-FFF2-40B4-BE49-F238E27FC236}">
                <a16:creationId xmlns:a16="http://schemas.microsoft.com/office/drawing/2014/main" id="{D5049947-8DA4-132A-913E-9EF8214C95AC}"/>
              </a:ext>
            </a:extLst>
          </p:cNvPr>
          <p:cNvSpPr>
            <a:spLocks noGrp="1"/>
          </p:cNvSpPr>
          <p:nvPr>
            <p:ph type="dt" sz="half" idx="12"/>
          </p:nvPr>
        </p:nvSpPr>
        <p:spPr/>
        <p:txBody>
          <a:bodyPr/>
          <a:lstStyle/>
          <a:p>
            <a:pPr>
              <a:buFont typeface="Monotype Sorts" charset="2"/>
              <a:buNone/>
              <a:defRPr/>
            </a:pPr>
            <a:fld id="{80070976-7BFD-4BC1-B0F0-AF4800727DD2}" type="datetime1">
              <a:rPr lang="en-US" smtClean="0"/>
              <a:t>12/19/2024</a:t>
            </a:fld>
            <a:endParaRPr lang="en-US" dirty="0"/>
          </a:p>
        </p:txBody>
      </p:sp>
      <p:pic>
        <p:nvPicPr>
          <p:cNvPr id="7" name="Picture 6">
            <a:extLst>
              <a:ext uri="{FF2B5EF4-FFF2-40B4-BE49-F238E27FC236}">
                <a16:creationId xmlns:a16="http://schemas.microsoft.com/office/drawing/2014/main" id="{A70DB84F-F129-4EB3-28ED-476C9CDEAFE2}"/>
              </a:ext>
            </a:extLst>
          </p:cNvPr>
          <p:cNvPicPr>
            <a:picLocks noChangeAspect="1"/>
          </p:cNvPicPr>
          <p:nvPr/>
        </p:nvPicPr>
        <p:blipFill>
          <a:blip r:embed="rId2"/>
          <a:stretch>
            <a:fillRect/>
          </a:stretch>
        </p:blipFill>
        <p:spPr>
          <a:xfrm>
            <a:off x="676275" y="495300"/>
            <a:ext cx="10839450" cy="5867400"/>
          </a:xfrm>
          <a:prstGeom prst="rect">
            <a:avLst/>
          </a:prstGeom>
        </p:spPr>
      </p:pic>
    </p:spTree>
    <p:extLst>
      <p:ext uri="{BB962C8B-B14F-4D97-AF65-F5344CB8AC3E}">
        <p14:creationId xmlns:p14="http://schemas.microsoft.com/office/powerpoint/2010/main" val="3835638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196C37-0EF7-0449-D2EA-691E57C250B6}"/>
              </a:ext>
            </a:extLst>
          </p:cNvPr>
          <p:cNvSpPr>
            <a:spLocks noGrp="1"/>
          </p:cNvSpPr>
          <p:nvPr>
            <p:ph type="dt" sz="half" idx="10"/>
          </p:nvPr>
        </p:nvSpPr>
        <p:spPr/>
        <p:txBody>
          <a:bodyPr/>
          <a:lstStyle/>
          <a:p>
            <a:pPr>
              <a:buFont typeface="Monotype Sorts" charset="2"/>
              <a:buNone/>
              <a:defRPr/>
            </a:pPr>
            <a:fld id="{CA94916F-5A67-4130-A1A0-FEF823E07957}" type="datetime1">
              <a:rPr lang="en-US" smtClean="0"/>
              <a:t>12/19/2024</a:t>
            </a:fld>
            <a:endParaRPr lang="en-US" dirty="0"/>
          </a:p>
        </p:txBody>
      </p:sp>
      <p:sp>
        <p:nvSpPr>
          <p:cNvPr id="3" name="Slide Number Placeholder 2">
            <a:extLst>
              <a:ext uri="{FF2B5EF4-FFF2-40B4-BE49-F238E27FC236}">
                <a16:creationId xmlns:a16="http://schemas.microsoft.com/office/drawing/2014/main" id="{1DAE924B-6E71-5992-FE29-CF8E3694FF2A}"/>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56</a:t>
            </a:fld>
            <a:endParaRPr lang="en-US" dirty="0"/>
          </a:p>
        </p:txBody>
      </p:sp>
      <p:sp>
        <p:nvSpPr>
          <p:cNvPr id="4" name="Footer Placeholder 3">
            <a:extLst>
              <a:ext uri="{FF2B5EF4-FFF2-40B4-BE49-F238E27FC236}">
                <a16:creationId xmlns:a16="http://schemas.microsoft.com/office/drawing/2014/main" id="{9367BF0F-1477-6C50-BC1E-8BADA7C09E18}"/>
              </a:ext>
            </a:extLst>
          </p:cNvPr>
          <p:cNvSpPr>
            <a:spLocks noGrp="1"/>
          </p:cNvSpPr>
          <p:nvPr>
            <p:ph type="ftr" sz="quarter" idx="12"/>
          </p:nvPr>
        </p:nvSpPr>
        <p:spPr/>
        <p:txBody>
          <a:bodyPr/>
          <a:lstStyle/>
          <a:p>
            <a:pPr>
              <a:buFont typeface="Monotype Sorts" charset="2"/>
              <a:buNone/>
              <a:defRPr/>
            </a:pPr>
            <a:r>
              <a:rPr lang="en-US" dirty="0"/>
              <a:t>Data Structures and Algorithms in Python</a:t>
            </a:r>
          </a:p>
        </p:txBody>
      </p:sp>
      <p:pic>
        <p:nvPicPr>
          <p:cNvPr id="6" name="Picture 5">
            <a:extLst>
              <a:ext uri="{FF2B5EF4-FFF2-40B4-BE49-F238E27FC236}">
                <a16:creationId xmlns:a16="http://schemas.microsoft.com/office/drawing/2014/main" id="{C524890C-CE63-1652-984C-FB9B8C25CCC7}"/>
              </a:ext>
            </a:extLst>
          </p:cNvPr>
          <p:cNvPicPr>
            <a:picLocks noChangeAspect="1"/>
          </p:cNvPicPr>
          <p:nvPr/>
        </p:nvPicPr>
        <p:blipFill>
          <a:blip r:embed="rId2"/>
          <a:stretch>
            <a:fillRect/>
          </a:stretch>
        </p:blipFill>
        <p:spPr>
          <a:xfrm>
            <a:off x="623887" y="2400300"/>
            <a:ext cx="10944225" cy="2057400"/>
          </a:xfrm>
          <a:prstGeom prst="rect">
            <a:avLst/>
          </a:prstGeom>
        </p:spPr>
      </p:pic>
    </p:spTree>
    <p:extLst>
      <p:ext uri="{BB962C8B-B14F-4D97-AF65-F5344CB8AC3E}">
        <p14:creationId xmlns:p14="http://schemas.microsoft.com/office/powerpoint/2010/main" val="9498315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425687-5C37-A241-5002-F91B87C972D1}"/>
              </a:ext>
            </a:extLst>
          </p:cNvPr>
          <p:cNvSpPr>
            <a:spLocks noGrp="1"/>
          </p:cNvSpPr>
          <p:nvPr>
            <p:ph type="dt" sz="half" idx="10"/>
          </p:nvPr>
        </p:nvSpPr>
        <p:spPr/>
        <p:txBody>
          <a:bodyPr/>
          <a:lstStyle/>
          <a:p>
            <a:pPr>
              <a:buFont typeface="Monotype Sorts" charset="2"/>
              <a:buNone/>
              <a:defRPr/>
            </a:pPr>
            <a:fld id="{237F041F-0106-454E-82BB-5AC7B44B60CE}" type="datetime1">
              <a:rPr lang="en-US" smtClean="0"/>
              <a:t>12/19/2024</a:t>
            </a:fld>
            <a:endParaRPr lang="en-US" dirty="0"/>
          </a:p>
        </p:txBody>
      </p:sp>
      <p:sp>
        <p:nvSpPr>
          <p:cNvPr id="3" name="Slide Number Placeholder 2">
            <a:extLst>
              <a:ext uri="{FF2B5EF4-FFF2-40B4-BE49-F238E27FC236}">
                <a16:creationId xmlns:a16="http://schemas.microsoft.com/office/drawing/2014/main" id="{BA9B6CE9-E287-89A7-EA51-771D9D7582B8}"/>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57</a:t>
            </a:fld>
            <a:endParaRPr lang="en-US" dirty="0"/>
          </a:p>
        </p:txBody>
      </p:sp>
      <p:sp>
        <p:nvSpPr>
          <p:cNvPr id="4" name="Footer Placeholder 3">
            <a:extLst>
              <a:ext uri="{FF2B5EF4-FFF2-40B4-BE49-F238E27FC236}">
                <a16:creationId xmlns:a16="http://schemas.microsoft.com/office/drawing/2014/main" id="{A47843DF-3DEF-DC7A-5A4B-3561108094AB}"/>
              </a:ext>
            </a:extLst>
          </p:cNvPr>
          <p:cNvSpPr>
            <a:spLocks noGrp="1"/>
          </p:cNvSpPr>
          <p:nvPr>
            <p:ph type="ftr" sz="quarter" idx="12"/>
          </p:nvPr>
        </p:nvSpPr>
        <p:spPr/>
        <p:txBody>
          <a:bodyPr/>
          <a:lstStyle/>
          <a:p>
            <a:pPr>
              <a:buFont typeface="Monotype Sorts" charset="2"/>
              <a:buNone/>
              <a:defRPr/>
            </a:pPr>
            <a:r>
              <a:rPr lang="en-US" dirty="0"/>
              <a:t>Data Structures and Algorithms in Python</a:t>
            </a:r>
          </a:p>
        </p:txBody>
      </p:sp>
      <p:pic>
        <p:nvPicPr>
          <p:cNvPr id="6" name="Picture 5">
            <a:extLst>
              <a:ext uri="{FF2B5EF4-FFF2-40B4-BE49-F238E27FC236}">
                <a16:creationId xmlns:a16="http://schemas.microsoft.com/office/drawing/2014/main" id="{A95E8CCB-505B-EE14-A112-E83A21B49E64}"/>
              </a:ext>
            </a:extLst>
          </p:cNvPr>
          <p:cNvPicPr>
            <a:picLocks noChangeAspect="1"/>
          </p:cNvPicPr>
          <p:nvPr/>
        </p:nvPicPr>
        <p:blipFill>
          <a:blip r:embed="rId2"/>
          <a:stretch>
            <a:fillRect/>
          </a:stretch>
        </p:blipFill>
        <p:spPr>
          <a:xfrm>
            <a:off x="1547812" y="1700212"/>
            <a:ext cx="9096375" cy="3457575"/>
          </a:xfrm>
          <a:prstGeom prst="rect">
            <a:avLst/>
          </a:prstGeom>
        </p:spPr>
      </p:pic>
    </p:spTree>
    <p:extLst>
      <p:ext uri="{BB962C8B-B14F-4D97-AF65-F5344CB8AC3E}">
        <p14:creationId xmlns:p14="http://schemas.microsoft.com/office/powerpoint/2010/main" val="3215580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B3186-9FCB-86FE-918A-5A9925DC0C0D}"/>
              </a:ext>
            </a:extLst>
          </p:cNvPr>
          <p:cNvSpPr>
            <a:spLocks noGrp="1"/>
          </p:cNvSpPr>
          <p:nvPr>
            <p:ph type="title"/>
          </p:nvPr>
        </p:nvSpPr>
        <p:spPr/>
        <p:txBody>
          <a:bodyPr/>
          <a:lstStyle/>
          <a:p>
            <a:r>
              <a:rPr lang="en-US" dirty="0"/>
              <a:t>Faster Sorting</a:t>
            </a:r>
          </a:p>
        </p:txBody>
      </p:sp>
      <p:sp>
        <p:nvSpPr>
          <p:cNvPr id="3" name="Date Placeholder 2">
            <a:extLst>
              <a:ext uri="{FF2B5EF4-FFF2-40B4-BE49-F238E27FC236}">
                <a16:creationId xmlns:a16="http://schemas.microsoft.com/office/drawing/2014/main" id="{25C807F0-333B-ACAD-95D7-EB6DF38EFBE9}"/>
              </a:ext>
            </a:extLst>
          </p:cNvPr>
          <p:cNvSpPr>
            <a:spLocks noGrp="1"/>
          </p:cNvSpPr>
          <p:nvPr>
            <p:ph type="dt" sz="half" idx="10"/>
          </p:nvPr>
        </p:nvSpPr>
        <p:spPr/>
        <p:txBody>
          <a:bodyPr/>
          <a:lstStyle/>
          <a:p>
            <a:pPr>
              <a:buFont typeface="Monotype Sorts" charset="2"/>
              <a:buNone/>
              <a:defRPr/>
            </a:pPr>
            <a:fld id="{C84426FF-70A0-4692-A209-ADABD479B6F8}" type="datetime1">
              <a:rPr lang="en-US" smtClean="0"/>
              <a:t>12/19/2024</a:t>
            </a:fld>
            <a:endParaRPr lang="en-US" dirty="0"/>
          </a:p>
        </p:txBody>
      </p:sp>
      <p:sp>
        <p:nvSpPr>
          <p:cNvPr id="4" name="Slide Number Placeholder 3">
            <a:extLst>
              <a:ext uri="{FF2B5EF4-FFF2-40B4-BE49-F238E27FC236}">
                <a16:creationId xmlns:a16="http://schemas.microsoft.com/office/drawing/2014/main" id="{A6E12111-6CB3-10BD-8C9F-21AB0B3F9795}"/>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58</a:t>
            </a:fld>
            <a:endParaRPr lang="en-US" dirty="0"/>
          </a:p>
        </p:txBody>
      </p:sp>
      <p:sp>
        <p:nvSpPr>
          <p:cNvPr id="5" name="Footer Placeholder 4">
            <a:extLst>
              <a:ext uri="{FF2B5EF4-FFF2-40B4-BE49-F238E27FC236}">
                <a16:creationId xmlns:a16="http://schemas.microsoft.com/office/drawing/2014/main" id="{7FB5B766-A80F-C65C-0CE3-E97EB8402756}"/>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8637653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1FD828-5B3C-9FA0-1325-22986C547A5A}"/>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379D4E53-CBF5-EEC6-A1F7-B961928D1847}"/>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59</a:t>
            </a:fld>
            <a:endParaRPr lang="en-US" dirty="0"/>
          </a:p>
        </p:txBody>
      </p:sp>
      <p:sp>
        <p:nvSpPr>
          <p:cNvPr id="4" name="Footer Placeholder 3">
            <a:extLst>
              <a:ext uri="{FF2B5EF4-FFF2-40B4-BE49-F238E27FC236}">
                <a16:creationId xmlns:a16="http://schemas.microsoft.com/office/drawing/2014/main" id="{A526BCBF-A745-BE8A-15F2-4C8AC8A6932C}"/>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BEB4901C-5E17-DB33-FA27-1D76781D20F2}"/>
              </a:ext>
            </a:extLst>
          </p:cNvPr>
          <p:cNvPicPr>
            <a:picLocks noChangeAspect="1"/>
          </p:cNvPicPr>
          <p:nvPr/>
        </p:nvPicPr>
        <p:blipFill>
          <a:blip r:embed="rId2"/>
          <a:stretch>
            <a:fillRect/>
          </a:stretch>
        </p:blipFill>
        <p:spPr>
          <a:xfrm>
            <a:off x="0" y="955138"/>
            <a:ext cx="12192000" cy="4947723"/>
          </a:xfrm>
          <a:prstGeom prst="rect">
            <a:avLst/>
          </a:prstGeom>
        </p:spPr>
      </p:pic>
    </p:spTree>
    <p:extLst>
      <p:ext uri="{BB962C8B-B14F-4D97-AF65-F5344CB8AC3E}">
        <p14:creationId xmlns:p14="http://schemas.microsoft.com/office/powerpoint/2010/main" val="30433559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BA8FA-BFCF-DD34-9BD6-EDDA1E82A9FB}"/>
              </a:ext>
            </a:extLst>
          </p:cNvPr>
          <p:cNvSpPr>
            <a:spLocks noGrp="1"/>
          </p:cNvSpPr>
          <p:nvPr>
            <p:ph type="title"/>
          </p:nvPr>
        </p:nvSpPr>
        <p:spPr/>
        <p:txBody>
          <a:bodyPr/>
          <a:lstStyle/>
          <a:p>
            <a:r>
              <a:rPr lang="en-US" dirty="0"/>
              <a:t>Quicksort</a:t>
            </a:r>
          </a:p>
        </p:txBody>
      </p:sp>
      <p:sp>
        <p:nvSpPr>
          <p:cNvPr id="3" name="Content Placeholder 2">
            <a:extLst>
              <a:ext uri="{FF2B5EF4-FFF2-40B4-BE49-F238E27FC236}">
                <a16:creationId xmlns:a16="http://schemas.microsoft.com/office/drawing/2014/main" id="{2F9DCFD4-D87F-D004-F883-6862FBC4DC80}"/>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CC646986-939E-6966-1F2A-B1427F66EBF5}"/>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60</a:t>
            </a:fld>
            <a:endParaRPr lang="en-US" altLang="en-US" dirty="0"/>
          </a:p>
        </p:txBody>
      </p:sp>
      <p:sp>
        <p:nvSpPr>
          <p:cNvPr id="5" name="Footer Placeholder 4">
            <a:extLst>
              <a:ext uri="{FF2B5EF4-FFF2-40B4-BE49-F238E27FC236}">
                <a16:creationId xmlns:a16="http://schemas.microsoft.com/office/drawing/2014/main" id="{A9EFB48B-D9A5-BB4A-728D-F65E0EF08A8D}"/>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3A67FD0D-BEC6-F57D-1046-60B720B0DC81}"/>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1026" name="Picture 2" descr="Quick Sort Algorithm">
            <a:extLst>
              <a:ext uri="{FF2B5EF4-FFF2-40B4-BE49-F238E27FC236}">
                <a16:creationId xmlns:a16="http://schemas.microsoft.com/office/drawing/2014/main" id="{42765BD0-5921-8E36-941E-8F25E2292F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100" y="2302649"/>
            <a:ext cx="8305800" cy="3686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59775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FCCE4-C2CC-2AED-8F0C-5272CE4BDDB4}"/>
              </a:ext>
            </a:extLst>
          </p:cNvPr>
          <p:cNvSpPr>
            <a:spLocks noGrp="1"/>
          </p:cNvSpPr>
          <p:nvPr>
            <p:ph type="title"/>
          </p:nvPr>
        </p:nvSpPr>
        <p:spPr/>
        <p:txBody>
          <a:bodyPr/>
          <a:lstStyle/>
          <a:p>
            <a:r>
              <a:rPr lang="en-US" dirty="0"/>
              <a:t>Quicksort</a:t>
            </a:r>
          </a:p>
        </p:txBody>
      </p:sp>
      <p:sp>
        <p:nvSpPr>
          <p:cNvPr id="3" name="Content Placeholder 2">
            <a:extLst>
              <a:ext uri="{FF2B5EF4-FFF2-40B4-BE49-F238E27FC236}">
                <a16:creationId xmlns:a16="http://schemas.microsoft.com/office/drawing/2014/main" id="{022D4CEA-2C55-4E23-6370-ACB6490AACB4}"/>
              </a:ext>
            </a:extLst>
          </p:cNvPr>
          <p:cNvSpPr>
            <a:spLocks noGrp="1"/>
          </p:cNvSpPr>
          <p:nvPr>
            <p:ph idx="1"/>
          </p:nvPr>
        </p:nvSpPr>
        <p:spPr/>
        <p:txBody>
          <a:bodyPr/>
          <a:lstStyle/>
          <a:p>
            <a:r>
              <a:rPr lang="en-US" sz="1400" dirty="0" err="1">
                <a:hlinkClick r:id="rId2"/>
              </a:rPr>
              <a:t>QuickSort</a:t>
            </a:r>
            <a:r>
              <a:rPr lang="en-US" sz="1400" dirty="0">
                <a:hlinkClick r:id="rId2"/>
              </a:rPr>
              <a:t> - Data Structure and Algorithm Tutorials - </a:t>
            </a:r>
            <a:r>
              <a:rPr lang="en-US" sz="1400" dirty="0" err="1">
                <a:hlinkClick r:id="rId2"/>
              </a:rPr>
              <a:t>GeeksforGeeks</a:t>
            </a:r>
            <a:endParaRPr lang="en-US" sz="1800" b="0" i="0" dirty="0">
              <a:solidFill>
                <a:srgbClr val="242021"/>
              </a:solidFill>
              <a:effectLst/>
              <a:latin typeface="WarnockPro-Light"/>
            </a:endParaRPr>
          </a:p>
          <a:p>
            <a:r>
              <a:rPr lang="en-US" sz="1800" b="0" i="0" dirty="0">
                <a:solidFill>
                  <a:srgbClr val="242021"/>
                </a:solidFill>
                <a:effectLst/>
                <a:latin typeface="WarnockPro-Light"/>
              </a:rPr>
              <a:t>1) Selecting the item at the list’s midpoint. This item is called the </a:t>
            </a:r>
            <a:r>
              <a:rPr lang="en-US" sz="1800" b="1" i="0" dirty="0">
                <a:solidFill>
                  <a:srgbClr val="242021"/>
                </a:solidFill>
                <a:effectLst/>
                <a:latin typeface="NewsGothicStd-Bold"/>
              </a:rPr>
              <a:t>pivot</a:t>
            </a:r>
            <a:r>
              <a:rPr lang="en-US" sz="1800" b="0" i="0" dirty="0">
                <a:solidFill>
                  <a:srgbClr val="242021"/>
                </a:solidFill>
                <a:effectLst/>
                <a:latin typeface="WarnockPro-Light"/>
              </a:rPr>
              <a:t>.</a:t>
            </a:r>
            <a:endParaRPr lang="en-US" sz="1800" dirty="0">
              <a:solidFill>
                <a:srgbClr val="242021"/>
              </a:solidFill>
              <a:latin typeface="WarnockPro-Light"/>
            </a:endParaRPr>
          </a:p>
          <a:p>
            <a:r>
              <a:rPr lang="en-US" sz="1800" b="0" i="0" dirty="0">
                <a:solidFill>
                  <a:srgbClr val="242021"/>
                </a:solidFill>
                <a:effectLst/>
                <a:latin typeface="WarnockPro-Light"/>
              </a:rPr>
              <a:t>2) Partition items in the list so that all items less than the pivot are moved to the left of the pivot, and the rest are moved to its right. The final position of the pivot itself varies, depending on the actual items involved.</a:t>
            </a:r>
          </a:p>
          <a:p>
            <a:r>
              <a:rPr lang="en-US" sz="1800" b="0" i="0" dirty="0">
                <a:solidFill>
                  <a:srgbClr val="242021"/>
                </a:solidFill>
                <a:effectLst/>
                <a:latin typeface="WarnockPro-Light"/>
              </a:rPr>
              <a:t>3) Divide and conquer. Reapply the process recursively to the </a:t>
            </a:r>
            <a:r>
              <a:rPr lang="en-US" sz="1800" b="0" i="0" dirty="0" err="1">
                <a:solidFill>
                  <a:srgbClr val="242021"/>
                </a:solidFill>
                <a:effectLst/>
                <a:latin typeface="WarnockPro-Light"/>
              </a:rPr>
              <a:t>sublists</a:t>
            </a:r>
            <a:r>
              <a:rPr lang="en-US" sz="1800" b="0" i="0" dirty="0">
                <a:solidFill>
                  <a:srgbClr val="242021"/>
                </a:solidFill>
                <a:effectLst/>
                <a:latin typeface="WarnockPro-Light"/>
              </a:rPr>
              <a:t> formed by splitting the list at the pivot. One </a:t>
            </a:r>
            <a:r>
              <a:rPr lang="en-US" sz="1800" b="0" i="0" dirty="0" err="1">
                <a:solidFill>
                  <a:srgbClr val="242021"/>
                </a:solidFill>
                <a:effectLst/>
                <a:latin typeface="WarnockPro-Light"/>
              </a:rPr>
              <a:t>sublist</a:t>
            </a:r>
            <a:r>
              <a:rPr lang="en-US" sz="1800" b="0" i="0" dirty="0">
                <a:solidFill>
                  <a:srgbClr val="242021"/>
                </a:solidFill>
                <a:effectLst/>
                <a:latin typeface="WarnockPro-Light"/>
              </a:rPr>
              <a:t> consists of all items to the left of the pivot (now the smaller ones), and the other </a:t>
            </a:r>
            <a:r>
              <a:rPr lang="en-US" sz="1800" b="0" i="0" dirty="0" err="1">
                <a:solidFill>
                  <a:srgbClr val="242021"/>
                </a:solidFill>
                <a:effectLst/>
                <a:latin typeface="WarnockPro-Light"/>
              </a:rPr>
              <a:t>sublist</a:t>
            </a:r>
            <a:r>
              <a:rPr lang="en-US" sz="1800" b="0" i="0" dirty="0">
                <a:solidFill>
                  <a:srgbClr val="242021"/>
                </a:solidFill>
                <a:effectLst/>
                <a:latin typeface="WarnockPro-Light"/>
              </a:rPr>
              <a:t> has all items to the right (now the larger ones).</a:t>
            </a:r>
            <a:endParaRPr lang="en-US" sz="1800" dirty="0">
              <a:solidFill>
                <a:srgbClr val="242021"/>
              </a:solidFill>
              <a:latin typeface="WarnockPro-Light"/>
            </a:endParaRPr>
          </a:p>
          <a:p>
            <a:r>
              <a:rPr lang="en-US" sz="1800" b="0" i="0" dirty="0">
                <a:solidFill>
                  <a:srgbClr val="242021"/>
                </a:solidFill>
                <a:effectLst/>
                <a:latin typeface="WarnockPro-Light"/>
              </a:rPr>
              <a:t>4) The process terminates each time it encounters a </a:t>
            </a:r>
            <a:r>
              <a:rPr lang="en-US" sz="1800" b="0" i="0" dirty="0" err="1">
                <a:solidFill>
                  <a:srgbClr val="242021"/>
                </a:solidFill>
                <a:effectLst/>
                <a:latin typeface="WarnockPro-Light"/>
              </a:rPr>
              <a:t>sublist</a:t>
            </a:r>
            <a:r>
              <a:rPr lang="en-US" sz="1800" b="0" i="0" dirty="0">
                <a:solidFill>
                  <a:srgbClr val="242021"/>
                </a:solidFill>
                <a:effectLst/>
                <a:latin typeface="WarnockPro-Light"/>
              </a:rPr>
              <a:t> with fewer than two items.</a:t>
            </a:r>
            <a:r>
              <a:rPr lang="en-US" dirty="0"/>
              <a:t> </a:t>
            </a:r>
            <a:br>
              <a:rPr lang="en-US" dirty="0"/>
            </a:br>
            <a:endParaRPr lang="en-US" dirty="0"/>
          </a:p>
        </p:txBody>
      </p:sp>
      <p:sp>
        <p:nvSpPr>
          <p:cNvPr id="4" name="Slide Number Placeholder 3">
            <a:extLst>
              <a:ext uri="{FF2B5EF4-FFF2-40B4-BE49-F238E27FC236}">
                <a16:creationId xmlns:a16="http://schemas.microsoft.com/office/drawing/2014/main" id="{EA411085-33BA-E98B-36AE-3EFB746E9C29}"/>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61</a:t>
            </a:fld>
            <a:endParaRPr lang="en-US" altLang="en-US" dirty="0"/>
          </a:p>
        </p:txBody>
      </p:sp>
      <p:sp>
        <p:nvSpPr>
          <p:cNvPr id="5" name="Footer Placeholder 4">
            <a:extLst>
              <a:ext uri="{FF2B5EF4-FFF2-40B4-BE49-F238E27FC236}">
                <a16:creationId xmlns:a16="http://schemas.microsoft.com/office/drawing/2014/main" id="{83282C53-A56C-8A7C-3721-21E6C99799BF}"/>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B63835C9-F9F4-9BB4-3C3A-E1546CC38D0E}"/>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97494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4B957-B702-92D5-3C1C-03ADE3FA1B47}"/>
              </a:ext>
            </a:extLst>
          </p:cNvPr>
          <p:cNvSpPr>
            <a:spLocks noGrp="1"/>
          </p:cNvSpPr>
          <p:nvPr>
            <p:ph type="title"/>
          </p:nvPr>
        </p:nvSpPr>
        <p:spPr/>
        <p:txBody>
          <a:bodyPr/>
          <a:lstStyle/>
          <a:p>
            <a:r>
              <a:rPr lang="en-US" dirty="0"/>
              <a:t>Partition</a:t>
            </a:r>
          </a:p>
        </p:txBody>
      </p:sp>
      <p:sp>
        <p:nvSpPr>
          <p:cNvPr id="3" name="Content Placeholder 2">
            <a:extLst>
              <a:ext uri="{FF2B5EF4-FFF2-40B4-BE49-F238E27FC236}">
                <a16:creationId xmlns:a16="http://schemas.microsoft.com/office/drawing/2014/main" id="{AA6E97DE-6FC6-754D-9043-23CEE89649A8}"/>
              </a:ext>
            </a:extLst>
          </p:cNvPr>
          <p:cNvSpPr>
            <a:spLocks noGrp="1"/>
          </p:cNvSpPr>
          <p:nvPr>
            <p:ph idx="1"/>
          </p:nvPr>
        </p:nvSpPr>
        <p:spPr/>
        <p:txBody>
          <a:bodyPr/>
          <a:lstStyle/>
          <a:p>
            <a:r>
              <a:rPr lang="en-US" sz="1600" dirty="0">
                <a:hlinkClick r:id="rId2"/>
              </a:rPr>
              <a:t>Implement Various Types of Partitions in Quick Sort in Java - </a:t>
            </a:r>
            <a:r>
              <a:rPr lang="en-US" sz="1600" dirty="0" err="1">
                <a:hlinkClick r:id="rId2"/>
              </a:rPr>
              <a:t>GeeksforGeeks</a:t>
            </a:r>
            <a:endParaRPr lang="en-US" sz="2000" b="0" i="0" dirty="0">
              <a:solidFill>
                <a:srgbClr val="242021"/>
              </a:solidFill>
              <a:effectLst/>
              <a:latin typeface="WarnockPro-Light"/>
            </a:endParaRPr>
          </a:p>
          <a:p>
            <a:r>
              <a:rPr lang="en-US" sz="2000" b="0" i="0" dirty="0">
                <a:solidFill>
                  <a:srgbClr val="242021"/>
                </a:solidFill>
                <a:effectLst/>
                <a:latin typeface="WarnockPro-Light"/>
              </a:rPr>
              <a:t>1. Swap the pivot with the last item in the </a:t>
            </a:r>
            <a:r>
              <a:rPr lang="en-US" sz="2000" b="0" i="0" dirty="0" err="1">
                <a:solidFill>
                  <a:srgbClr val="242021"/>
                </a:solidFill>
                <a:effectLst/>
                <a:latin typeface="WarnockPro-Light"/>
              </a:rPr>
              <a:t>sublist</a:t>
            </a:r>
            <a:r>
              <a:rPr lang="en-US" sz="2000" b="0" i="0" dirty="0">
                <a:solidFill>
                  <a:srgbClr val="242021"/>
                </a:solidFill>
                <a:effectLst/>
                <a:latin typeface="WarnockPro-Light"/>
              </a:rPr>
              <a:t>.</a:t>
            </a:r>
          </a:p>
          <a:p>
            <a:r>
              <a:rPr lang="en-US" sz="2000" b="0" i="0" dirty="0">
                <a:solidFill>
                  <a:srgbClr val="242021"/>
                </a:solidFill>
                <a:effectLst/>
                <a:latin typeface="WarnockPro-Light"/>
              </a:rPr>
              <a:t>2. Establish a boundary between the items known to be less than the pivot and the rest of the items. Initially, this boundary is positioned immediately before the first item.</a:t>
            </a:r>
            <a:r>
              <a:rPr lang="en-US" sz="1600" dirty="0"/>
              <a:t> </a:t>
            </a:r>
          </a:p>
          <a:p>
            <a:r>
              <a:rPr lang="en-US" sz="2000" b="0" i="0" dirty="0">
                <a:solidFill>
                  <a:srgbClr val="242021"/>
                </a:solidFill>
                <a:effectLst/>
                <a:latin typeface="WarnockPro-Light"/>
              </a:rPr>
              <a:t>3. Starting with the first item in the </a:t>
            </a:r>
            <a:r>
              <a:rPr lang="en-US" sz="2000" b="0" i="0" dirty="0" err="1">
                <a:solidFill>
                  <a:srgbClr val="242021"/>
                </a:solidFill>
                <a:effectLst/>
                <a:latin typeface="WarnockPro-Light"/>
              </a:rPr>
              <a:t>sublist</a:t>
            </a:r>
            <a:r>
              <a:rPr lang="en-US" sz="2000" b="0" i="0" dirty="0">
                <a:solidFill>
                  <a:srgbClr val="242021"/>
                </a:solidFill>
                <a:effectLst/>
                <a:latin typeface="WarnockPro-Light"/>
              </a:rPr>
              <a:t> after the boundary, scan across the </a:t>
            </a:r>
            <a:r>
              <a:rPr lang="en-US" sz="2000" b="0" i="0" dirty="0" err="1">
                <a:solidFill>
                  <a:srgbClr val="242021"/>
                </a:solidFill>
                <a:effectLst/>
                <a:latin typeface="WarnockPro-Light"/>
              </a:rPr>
              <a:t>sublist</a:t>
            </a:r>
            <a:r>
              <a:rPr lang="en-US" sz="2000" b="0" i="0" dirty="0">
                <a:solidFill>
                  <a:srgbClr val="242021"/>
                </a:solidFill>
                <a:effectLst/>
                <a:latin typeface="WarnockPro-Light"/>
              </a:rPr>
              <a:t>. Every time you encounter an item less than the pivot, swap it with the first item after the boundary and advance the boundary.</a:t>
            </a:r>
            <a:r>
              <a:rPr lang="en-US" sz="1200" dirty="0"/>
              <a:t> </a:t>
            </a:r>
          </a:p>
          <a:p>
            <a:r>
              <a:rPr lang="en-US" sz="2000" b="0" i="0" dirty="0">
                <a:solidFill>
                  <a:srgbClr val="242021"/>
                </a:solidFill>
                <a:effectLst/>
                <a:latin typeface="WarnockPro-Light"/>
              </a:rPr>
              <a:t>4. Finish by swapping the pivot with the first item after the boundary.</a:t>
            </a:r>
            <a:endParaRPr lang="en-US" sz="2800" dirty="0"/>
          </a:p>
        </p:txBody>
      </p:sp>
      <p:sp>
        <p:nvSpPr>
          <p:cNvPr id="4" name="Slide Number Placeholder 3">
            <a:extLst>
              <a:ext uri="{FF2B5EF4-FFF2-40B4-BE49-F238E27FC236}">
                <a16:creationId xmlns:a16="http://schemas.microsoft.com/office/drawing/2014/main" id="{722BF0F7-6359-373A-5523-0319500CA8D0}"/>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62</a:t>
            </a:fld>
            <a:endParaRPr lang="en-US" altLang="en-US" dirty="0"/>
          </a:p>
        </p:txBody>
      </p:sp>
      <p:sp>
        <p:nvSpPr>
          <p:cNvPr id="5" name="Footer Placeholder 4">
            <a:extLst>
              <a:ext uri="{FF2B5EF4-FFF2-40B4-BE49-F238E27FC236}">
                <a16:creationId xmlns:a16="http://schemas.microsoft.com/office/drawing/2014/main" id="{D65F5E9F-A354-8F3F-94D9-6DA1A8D2CFA2}"/>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EFB4AE72-5586-7B50-46B7-8368C17BD3A5}"/>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36824445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3F33DB-C9CB-45F0-18A5-09755D7A5365}"/>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D7903021-3157-4C2E-3678-FDDCEAA636A7}"/>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63</a:t>
            </a:fld>
            <a:endParaRPr lang="en-US" dirty="0"/>
          </a:p>
        </p:txBody>
      </p:sp>
      <p:sp>
        <p:nvSpPr>
          <p:cNvPr id="4" name="Footer Placeholder 3">
            <a:extLst>
              <a:ext uri="{FF2B5EF4-FFF2-40B4-BE49-F238E27FC236}">
                <a16:creationId xmlns:a16="http://schemas.microsoft.com/office/drawing/2014/main" id="{E0DA182D-4E12-BB01-0E07-7E8ADA426B40}"/>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006CFD66-E5C7-CCAB-0652-235751EE4888}"/>
              </a:ext>
            </a:extLst>
          </p:cNvPr>
          <p:cNvPicPr>
            <a:picLocks noChangeAspect="1"/>
          </p:cNvPicPr>
          <p:nvPr/>
        </p:nvPicPr>
        <p:blipFill>
          <a:blip r:embed="rId2"/>
          <a:stretch>
            <a:fillRect/>
          </a:stretch>
        </p:blipFill>
        <p:spPr>
          <a:xfrm>
            <a:off x="1263916" y="0"/>
            <a:ext cx="9664168" cy="6858000"/>
          </a:xfrm>
          <a:prstGeom prst="rect">
            <a:avLst/>
          </a:prstGeom>
        </p:spPr>
      </p:pic>
    </p:spTree>
    <p:extLst>
      <p:ext uri="{BB962C8B-B14F-4D97-AF65-F5344CB8AC3E}">
        <p14:creationId xmlns:p14="http://schemas.microsoft.com/office/powerpoint/2010/main" val="33287821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C8D0C6-6BDA-A7BA-E15F-773CBC385079}"/>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16001A2F-50BF-38D9-0FD6-0768AF832EA9}"/>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64</a:t>
            </a:fld>
            <a:endParaRPr lang="en-US" dirty="0"/>
          </a:p>
        </p:txBody>
      </p:sp>
      <p:sp>
        <p:nvSpPr>
          <p:cNvPr id="4" name="Footer Placeholder 3">
            <a:extLst>
              <a:ext uri="{FF2B5EF4-FFF2-40B4-BE49-F238E27FC236}">
                <a16:creationId xmlns:a16="http://schemas.microsoft.com/office/drawing/2014/main" id="{12568E96-5654-47CA-A390-0E788C7CE140}"/>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11EEDFF7-A5C1-6C07-23AA-5DEE425FF0AF}"/>
              </a:ext>
            </a:extLst>
          </p:cNvPr>
          <p:cNvPicPr>
            <a:picLocks noChangeAspect="1"/>
          </p:cNvPicPr>
          <p:nvPr/>
        </p:nvPicPr>
        <p:blipFill>
          <a:blip r:embed="rId2"/>
          <a:stretch>
            <a:fillRect/>
          </a:stretch>
        </p:blipFill>
        <p:spPr>
          <a:xfrm>
            <a:off x="2695575" y="709612"/>
            <a:ext cx="6800850" cy="5438775"/>
          </a:xfrm>
          <a:prstGeom prst="rect">
            <a:avLst/>
          </a:prstGeom>
        </p:spPr>
      </p:pic>
    </p:spTree>
    <p:extLst>
      <p:ext uri="{BB962C8B-B14F-4D97-AF65-F5344CB8AC3E}">
        <p14:creationId xmlns:p14="http://schemas.microsoft.com/office/powerpoint/2010/main" val="42336841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1BD4B4-863D-3EA8-E8C1-4652FA1946F9}"/>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358DCB2D-9B70-FD03-7A88-33CB6FE01665}"/>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65</a:t>
            </a:fld>
            <a:endParaRPr lang="en-US" dirty="0"/>
          </a:p>
        </p:txBody>
      </p:sp>
      <p:sp>
        <p:nvSpPr>
          <p:cNvPr id="4" name="Footer Placeholder 3">
            <a:extLst>
              <a:ext uri="{FF2B5EF4-FFF2-40B4-BE49-F238E27FC236}">
                <a16:creationId xmlns:a16="http://schemas.microsoft.com/office/drawing/2014/main" id="{E2F40A5E-6625-50DC-F55A-26E5CE3FD777}"/>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ED1FF452-747D-57CE-6AAB-588380503F4E}"/>
              </a:ext>
            </a:extLst>
          </p:cNvPr>
          <p:cNvPicPr>
            <a:picLocks noChangeAspect="1"/>
          </p:cNvPicPr>
          <p:nvPr/>
        </p:nvPicPr>
        <p:blipFill>
          <a:blip r:embed="rId2"/>
          <a:stretch>
            <a:fillRect/>
          </a:stretch>
        </p:blipFill>
        <p:spPr>
          <a:xfrm>
            <a:off x="690562" y="185737"/>
            <a:ext cx="10810875" cy="6486525"/>
          </a:xfrm>
          <a:prstGeom prst="rect">
            <a:avLst/>
          </a:prstGeom>
        </p:spPr>
      </p:pic>
    </p:spTree>
    <p:extLst>
      <p:ext uri="{BB962C8B-B14F-4D97-AF65-F5344CB8AC3E}">
        <p14:creationId xmlns:p14="http://schemas.microsoft.com/office/powerpoint/2010/main" val="18559763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67411-1899-632C-8259-4968577B31B8}"/>
              </a:ext>
            </a:extLst>
          </p:cNvPr>
          <p:cNvSpPr>
            <a:spLocks noGrp="1"/>
          </p:cNvSpPr>
          <p:nvPr>
            <p:ph type="title"/>
          </p:nvPr>
        </p:nvSpPr>
        <p:spPr/>
        <p:txBody>
          <a:bodyPr>
            <a:normAutofit/>
          </a:bodyPr>
          <a:lstStyle/>
          <a:p>
            <a:r>
              <a:rPr lang="en-US" dirty="0"/>
              <a:t>Implementation of Quicksort</a:t>
            </a:r>
          </a:p>
        </p:txBody>
      </p:sp>
      <p:sp>
        <p:nvSpPr>
          <p:cNvPr id="3" name="Content Placeholder 2">
            <a:extLst>
              <a:ext uri="{FF2B5EF4-FFF2-40B4-BE49-F238E27FC236}">
                <a16:creationId xmlns:a16="http://schemas.microsoft.com/office/drawing/2014/main" id="{B5EE88DC-F9EA-1F1C-9AEC-3C2DE89A47ED}"/>
              </a:ext>
            </a:extLst>
          </p:cNvPr>
          <p:cNvSpPr>
            <a:spLocks noGrp="1"/>
          </p:cNvSpPr>
          <p:nvPr>
            <p:ph sz="quarter" idx="13"/>
          </p:nvPr>
        </p:nvSpPr>
        <p:spPr/>
        <p:txBody>
          <a:bodyPr/>
          <a:lstStyle/>
          <a:p>
            <a:endParaRPr lang="en-US"/>
          </a:p>
        </p:txBody>
      </p:sp>
      <p:sp>
        <p:nvSpPr>
          <p:cNvPr id="4" name="Date Placeholder 3">
            <a:extLst>
              <a:ext uri="{FF2B5EF4-FFF2-40B4-BE49-F238E27FC236}">
                <a16:creationId xmlns:a16="http://schemas.microsoft.com/office/drawing/2014/main" id="{E2A9F62D-53E1-5326-ECD3-94C361A6468C}"/>
              </a:ext>
            </a:extLst>
          </p:cNvPr>
          <p:cNvSpPr>
            <a:spLocks noGrp="1"/>
          </p:cNvSpPr>
          <p:nvPr>
            <p:ph type="dt" sz="half" idx="14"/>
          </p:nvPr>
        </p:nvSpPr>
        <p:spPr/>
        <p:txBody>
          <a:bodyPr/>
          <a:lstStyle/>
          <a:p>
            <a:pPr>
              <a:buFont typeface="Monotype Sorts" charset="2"/>
              <a:buNone/>
              <a:defRPr/>
            </a:pPr>
            <a:fld id="{BBEB22E7-5009-4A4A-A166-B272187857D2}" type="datetime1">
              <a:rPr lang="en-US" smtClean="0"/>
              <a:t>12/19/2024</a:t>
            </a:fld>
            <a:endParaRPr lang="en-US" dirty="0"/>
          </a:p>
        </p:txBody>
      </p:sp>
      <p:sp>
        <p:nvSpPr>
          <p:cNvPr id="5" name="Slide Number Placeholder 4">
            <a:extLst>
              <a:ext uri="{FF2B5EF4-FFF2-40B4-BE49-F238E27FC236}">
                <a16:creationId xmlns:a16="http://schemas.microsoft.com/office/drawing/2014/main" id="{77D60BD9-2D74-D77C-7CB9-682AB3AC4D6B}"/>
              </a:ext>
            </a:extLst>
          </p:cNvPr>
          <p:cNvSpPr>
            <a:spLocks noGrp="1"/>
          </p:cNvSpPr>
          <p:nvPr>
            <p:ph type="sldNum" sz="quarter" idx="15"/>
          </p:nvPr>
        </p:nvSpPr>
        <p:spPr/>
        <p:txBody>
          <a:bodyPr/>
          <a:lstStyle/>
          <a:p>
            <a:pPr>
              <a:buFont typeface="Monotype Sorts" charset="2"/>
              <a:buNone/>
              <a:defRPr/>
            </a:pPr>
            <a:fld id="{BC9EDAA9-37F3-4614-95D5-5B7FFAB71D04}" type="slidenum">
              <a:rPr lang="en-US" smtClean="0"/>
              <a:pPr>
                <a:buFont typeface="Monotype Sorts" charset="2"/>
                <a:buNone/>
                <a:defRPr/>
              </a:pPr>
              <a:t>66</a:t>
            </a:fld>
            <a:endParaRPr lang="en-US" dirty="0"/>
          </a:p>
        </p:txBody>
      </p:sp>
      <p:sp>
        <p:nvSpPr>
          <p:cNvPr id="6" name="Footer Placeholder 5">
            <a:extLst>
              <a:ext uri="{FF2B5EF4-FFF2-40B4-BE49-F238E27FC236}">
                <a16:creationId xmlns:a16="http://schemas.microsoft.com/office/drawing/2014/main" id="{C1C6986E-D4CA-5269-3240-15601FB0467F}"/>
              </a:ext>
            </a:extLst>
          </p:cNvPr>
          <p:cNvSpPr>
            <a:spLocks noGrp="1"/>
          </p:cNvSpPr>
          <p:nvPr>
            <p:ph type="ftr" sz="quarter" idx="16"/>
          </p:nvPr>
        </p:nvSpPr>
        <p:spPr/>
        <p:txBody>
          <a:bodyPr/>
          <a:lstStyle/>
          <a:p>
            <a:pPr>
              <a:buFont typeface="Monotype Sorts" charset="2"/>
              <a:buNone/>
              <a:defRPr/>
            </a:pPr>
            <a:r>
              <a:rPr lang="en-US"/>
              <a:t>Data Structures and Algorithms in Python</a:t>
            </a:r>
            <a:endParaRPr lang="en-US" dirty="0"/>
          </a:p>
        </p:txBody>
      </p:sp>
      <p:pic>
        <p:nvPicPr>
          <p:cNvPr id="8" name="Picture 7">
            <a:extLst>
              <a:ext uri="{FF2B5EF4-FFF2-40B4-BE49-F238E27FC236}">
                <a16:creationId xmlns:a16="http://schemas.microsoft.com/office/drawing/2014/main" id="{F95589D1-CD8F-044F-496A-2D1C30D02063}"/>
              </a:ext>
            </a:extLst>
          </p:cNvPr>
          <p:cNvPicPr>
            <a:picLocks noChangeAspect="1"/>
          </p:cNvPicPr>
          <p:nvPr/>
        </p:nvPicPr>
        <p:blipFill>
          <a:blip r:embed="rId2"/>
          <a:stretch>
            <a:fillRect/>
          </a:stretch>
        </p:blipFill>
        <p:spPr>
          <a:xfrm>
            <a:off x="1219200" y="1905000"/>
            <a:ext cx="9753600" cy="3048000"/>
          </a:xfrm>
          <a:prstGeom prst="rect">
            <a:avLst/>
          </a:prstGeom>
        </p:spPr>
      </p:pic>
    </p:spTree>
    <p:extLst>
      <p:ext uri="{BB962C8B-B14F-4D97-AF65-F5344CB8AC3E}">
        <p14:creationId xmlns:p14="http://schemas.microsoft.com/office/powerpoint/2010/main" val="31067330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9BDA4C-24D8-6AB3-29BC-A4FB06190D7D}"/>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B49973D3-C05F-3A2A-F946-329363A1D6D5}"/>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67</a:t>
            </a:fld>
            <a:endParaRPr lang="en-US" dirty="0"/>
          </a:p>
        </p:txBody>
      </p:sp>
      <p:sp>
        <p:nvSpPr>
          <p:cNvPr id="4" name="Footer Placeholder 3">
            <a:extLst>
              <a:ext uri="{FF2B5EF4-FFF2-40B4-BE49-F238E27FC236}">
                <a16:creationId xmlns:a16="http://schemas.microsoft.com/office/drawing/2014/main" id="{FA71D533-46C1-62F8-0D64-D5B836B9B471}"/>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2D460476-E252-5551-A7B2-ACD16519F228}"/>
              </a:ext>
            </a:extLst>
          </p:cNvPr>
          <p:cNvPicPr>
            <a:picLocks noChangeAspect="1"/>
          </p:cNvPicPr>
          <p:nvPr/>
        </p:nvPicPr>
        <p:blipFill>
          <a:blip r:embed="rId2"/>
          <a:stretch>
            <a:fillRect/>
          </a:stretch>
        </p:blipFill>
        <p:spPr>
          <a:xfrm>
            <a:off x="1166812" y="361950"/>
            <a:ext cx="9858375" cy="6134100"/>
          </a:xfrm>
          <a:prstGeom prst="rect">
            <a:avLst/>
          </a:prstGeom>
        </p:spPr>
      </p:pic>
    </p:spTree>
    <p:extLst>
      <p:ext uri="{BB962C8B-B14F-4D97-AF65-F5344CB8AC3E}">
        <p14:creationId xmlns:p14="http://schemas.microsoft.com/office/powerpoint/2010/main" val="13006406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B624CC-4A53-C97E-9F60-4EC82865E48B}"/>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4EE63663-F037-A290-4F35-D0E826EE2F73}"/>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68</a:t>
            </a:fld>
            <a:endParaRPr lang="en-US" dirty="0"/>
          </a:p>
        </p:txBody>
      </p:sp>
      <p:sp>
        <p:nvSpPr>
          <p:cNvPr id="4" name="Footer Placeholder 3">
            <a:extLst>
              <a:ext uri="{FF2B5EF4-FFF2-40B4-BE49-F238E27FC236}">
                <a16:creationId xmlns:a16="http://schemas.microsoft.com/office/drawing/2014/main" id="{15E33FE0-DA5E-4632-1AC2-5D8E40CA70D6}"/>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1E94B39A-EC61-CD40-7CA8-E411B863B1A3}"/>
              </a:ext>
            </a:extLst>
          </p:cNvPr>
          <p:cNvPicPr>
            <a:picLocks noChangeAspect="1"/>
          </p:cNvPicPr>
          <p:nvPr/>
        </p:nvPicPr>
        <p:blipFill>
          <a:blip r:embed="rId2"/>
          <a:stretch>
            <a:fillRect/>
          </a:stretch>
        </p:blipFill>
        <p:spPr>
          <a:xfrm>
            <a:off x="1533525" y="871538"/>
            <a:ext cx="9210675" cy="1171575"/>
          </a:xfrm>
          <a:prstGeom prst="rect">
            <a:avLst/>
          </a:prstGeom>
        </p:spPr>
      </p:pic>
      <p:pic>
        <p:nvPicPr>
          <p:cNvPr id="8" name="Picture 7">
            <a:extLst>
              <a:ext uri="{FF2B5EF4-FFF2-40B4-BE49-F238E27FC236}">
                <a16:creationId xmlns:a16="http://schemas.microsoft.com/office/drawing/2014/main" id="{3DB689DD-DF4F-633E-5D86-706FC7528DBC}"/>
              </a:ext>
            </a:extLst>
          </p:cNvPr>
          <p:cNvPicPr>
            <a:picLocks noChangeAspect="1"/>
          </p:cNvPicPr>
          <p:nvPr/>
        </p:nvPicPr>
        <p:blipFill>
          <a:blip r:embed="rId3"/>
          <a:stretch>
            <a:fillRect/>
          </a:stretch>
        </p:blipFill>
        <p:spPr>
          <a:xfrm>
            <a:off x="1381125" y="2200275"/>
            <a:ext cx="8658225" cy="3895725"/>
          </a:xfrm>
          <a:prstGeom prst="rect">
            <a:avLst/>
          </a:prstGeom>
        </p:spPr>
      </p:pic>
    </p:spTree>
    <p:extLst>
      <p:ext uri="{BB962C8B-B14F-4D97-AF65-F5344CB8AC3E}">
        <p14:creationId xmlns:p14="http://schemas.microsoft.com/office/powerpoint/2010/main" val="25530292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FA275C-AA8C-CC3D-4A64-292F510F0506}"/>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934A5B9C-AA29-315F-D748-A7710911BCD6}"/>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69</a:t>
            </a:fld>
            <a:endParaRPr lang="en-US" dirty="0"/>
          </a:p>
        </p:txBody>
      </p:sp>
      <p:sp>
        <p:nvSpPr>
          <p:cNvPr id="4" name="Footer Placeholder 3">
            <a:extLst>
              <a:ext uri="{FF2B5EF4-FFF2-40B4-BE49-F238E27FC236}">
                <a16:creationId xmlns:a16="http://schemas.microsoft.com/office/drawing/2014/main" id="{D47D28D1-AC96-1CF6-2973-088CBFD20FA1}"/>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593D9B49-28BE-557C-5497-9A094E18446F}"/>
              </a:ext>
            </a:extLst>
          </p:cNvPr>
          <p:cNvPicPr>
            <a:picLocks noChangeAspect="1"/>
          </p:cNvPicPr>
          <p:nvPr/>
        </p:nvPicPr>
        <p:blipFill>
          <a:blip r:embed="rId2"/>
          <a:stretch>
            <a:fillRect/>
          </a:stretch>
        </p:blipFill>
        <p:spPr>
          <a:xfrm>
            <a:off x="1135765" y="1295400"/>
            <a:ext cx="9920469" cy="5040816"/>
          </a:xfrm>
          <a:prstGeom prst="rect">
            <a:avLst/>
          </a:prstGeom>
        </p:spPr>
      </p:pic>
      <p:sp>
        <p:nvSpPr>
          <p:cNvPr id="8" name="TextBox 7">
            <a:extLst>
              <a:ext uri="{FF2B5EF4-FFF2-40B4-BE49-F238E27FC236}">
                <a16:creationId xmlns:a16="http://schemas.microsoft.com/office/drawing/2014/main" id="{6DDF3DC8-E270-892E-8D52-1B01EF936A92}"/>
              </a:ext>
            </a:extLst>
          </p:cNvPr>
          <p:cNvSpPr txBox="1"/>
          <p:nvPr/>
        </p:nvSpPr>
        <p:spPr>
          <a:xfrm>
            <a:off x="381000" y="341293"/>
            <a:ext cx="9234669" cy="954107"/>
          </a:xfrm>
          <a:prstGeom prst="rect">
            <a:avLst/>
          </a:prstGeom>
          <a:noFill/>
        </p:spPr>
        <p:txBody>
          <a:bodyPr wrap="square">
            <a:spAutoFit/>
          </a:bodyPr>
          <a:lstStyle/>
          <a:p>
            <a:r>
              <a:rPr lang="en-US" dirty="0">
                <a:hlinkClick r:id="rId3"/>
              </a:rPr>
              <a:t>Time and Space Complexity Analysis of Quick Sort - </a:t>
            </a:r>
            <a:r>
              <a:rPr lang="en-US" dirty="0" err="1">
                <a:hlinkClick r:id="rId3"/>
              </a:rPr>
              <a:t>GeeksforGeeks</a:t>
            </a:r>
            <a:endParaRPr lang="en-US" dirty="0"/>
          </a:p>
        </p:txBody>
      </p:sp>
    </p:spTree>
    <p:extLst>
      <p:ext uri="{BB962C8B-B14F-4D97-AF65-F5344CB8AC3E}">
        <p14:creationId xmlns:p14="http://schemas.microsoft.com/office/powerpoint/2010/main" val="23126212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E1DABC-F08B-2E2F-A7FB-807CC6003BC2}"/>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2A39C199-7200-6A2F-0FA9-594FAA298F19}"/>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70</a:t>
            </a:fld>
            <a:endParaRPr lang="en-US" dirty="0"/>
          </a:p>
        </p:txBody>
      </p:sp>
      <p:sp>
        <p:nvSpPr>
          <p:cNvPr id="4" name="Footer Placeholder 3">
            <a:extLst>
              <a:ext uri="{FF2B5EF4-FFF2-40B4-BE49-F238E27FC236}">
                <a16:creationId xmlns:a16="http://schemas.microsoft.com/office/drawing/2014/main" id="{E8B0E489-7A22-8201-C21A-E84142D71B37}"/>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027DFE30-4C2D-8468-523D-5C403D6B1EBC}"/>
              </a:ext>
            </a:extLst>
          </p:cNvPr>
          <p:cNvPicPr>
            <a:picLocks noChangeAspect="1"/>
          </p:cNvPicPr>
          <p:nvPr/>
        </p:nvPicPr>
        <p:blipFill>
          <a:blip r:embed="rId2"/>
          <a:stretch>
            <a:fillRect/>
          </a:stretch>
        </p:blipFill>
        <p:spPr>
          <a:xfrm>
            <a:off x="1219200" y="1489644"/>
            <a:ext cx="10495911" cy="3878712"/>
          </a:xfrm>
          <a:prstGeom prst="rect">
            <a:avLst/>
          </a:prstGeom>
        </p:spPr>
      </p:pic>
    </p:spTree>
    <p:extLst>
      <p:ext uri="{BB962C8B-B14F-4D97-AF65-F5344CB8AC3E}">
        <p14:creationId xmlns:p14="http://schemas.microsoft.com/office/powerpoint/2010/main" val="14248220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BD767-D1CC-88C2-9365-46B3DFA07936}"/>
              </a:ext>
            </a:extLst>
          </p:cNvPr>
          <p:cNvSpPr>
            <a:spLocks noGrp="1"/>
          </p:cNvSpPr>
          <p:nvPr>
            <p:ph type="title"/>
          </p:nvPr>
        </p:nvSpPr>
        <p:spPr/>
        <p:txBody>
          <a:bodyPr/>
          <a:lstStyle/>
          <a:p>
            <a:r>
              <a:rPr lang="en-US" dirty="0"/>
              <a:t>Merge Sort</a:t>
            </a:r>
          </a:p>
        </p:txBody>
      </p:sp>
      <p:sp>
        <p:nvSpPr>
          <p:cNvPr id="3" name="Date Placeholder 2">
            <a:extLst>
              <a:ext uri="{FF2B5EF4-FFF2-40B4-BE49-F238E27FC236}">
                <a16:creationId xmlns:a16="http://schemas.microsoft.com/office/drawing/2014/main" id="{F4F46388-A375-77E7-7EE3-4F2311CB1118}"/>
              </a:ext>
            </a:extLst>
          </p:cNvPr>
          <p:cNvSpPr>
            <a:spLocks noGrp="1"/>
          </p:cNvSpPr>
          <p:nvPr>
            <p:ph type="dt" sz="half" idx="10"/>
          </p:nvPr>
        </p:nvSpPr>
        <p:spPr/>
        <p:txBody>
          <a:bodyPr/>
          <a:lstStyle/>
          <a:p>
            <a:pPr>
              <a:buFont typeface="Monotype Sorts" charset="2"/>
              <a:buNone/>
              <a:defRPr/>
            </a:pPr>
            <a:fld id="{C84426FF-70A0-4692-A209-ADABD479B6F8}" type="datetime1">
              <a:rPr lang="en-US" smtClean="0"/>
              <a:t>12/19/2024</a:t>
            </a:fld>
            <a:endParaRPr lang="en-US" dirty="0"/>
          </a:p>
        </p:txBody>
      </p:sp>
      <p:sp>
        <p:nvSpPr>
          <p:cNvPr id="4" name="Slide Number Placeholder 3">
            <a:extLst>
              <a:ext uri="{FF2B5EF4-FFF2-40B4-BE49-F238E27FC236}">
                <a16:creationId xmlns:a16="http://schemas.microsoft.com/office/drawing/2014/main" id="{4F7413A2-6E08-D4C5-5D95-1A97AD2BD8CE}"/>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71</a:t>
            </a:fld>
            <a:endParaRPr lang="en-US" dirty="0"/>
          </a:p>
        </p:txBody>
      </p:sp>
      <p:sp>
        <p:nvSpPr>
          <p:cNvPr id="5" name="Footer Placeholder 4">
            <a:extLst>
              <a:ext uri="{FF2B5EF4-FFF2-40B4-BE49-F238E27FC236}">
                <a16:creationId xmlns:a16="http://schemas.microsoft.com/office/drawing/2014/main" id="{1B03C2F0-6E94-FBEB-5344-750495E49AEE}"/>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22998522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A45429-D87D-E626-F684-C1FCDB71C9A6}"/>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4EAF8E45-269E-8AEC-C2D0-F46274507D2A}"/>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72</a:t>
            </a:fld>
            <a:endParaRPr lang="en-US" dirty="0"/>
          </a:p>
        </p:txBody>
      </p:sp>
      <p:sp>
        <p:nvSpPr>
          <p:cNvPr id="4" name="Footer Placeholder 3">
            <a:extLst>
              <a:ext uri="{FF2B5EF4-FFF2-40B4-BE49-F238E27FC236}">
                <a16:creationId xmlns:a16="http://schemas.microsoft.com/office/drawing/2014/main" id="{716F62AB-E43D-0FE7-EFF8-C3CE8E5E8AFD}"/>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2050" name="Picture 2" descr="Merge-Sort-Algorithm-(1)">
            <a:extLst>
              <a:ext uri="{FF2B5EF4-FFF2-40B4-BE49-F238E27FC236}">
                <a16:creationId xmlns:a16="http://schemas.microsoft.com/office/drawing/2014/main" id="{BC4FC1F7-FBA1-578A-1BC3-45C9FCCC8A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1047750"/>
            <a:ext cx="9525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91560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014EE-E975-2057-4D4D-07A674E3CBE2}"/>
              </a:ext>
            </a:extLst>
          </p:cNvPr>
          <p:cNvSpPr>
            <a:spLocks noGrp="1"/>
          </p:cNvSpPr>
          <p:nvPr>
            <p:ph type="title"/>
          </p:nvPr>
        </p:nvSpPr>
        <p:spPr/>
        <p:txBody>
          <a:bodyPr/>
          <a:lstStyle/>
          <a:p>
            <a:r>
              <a:rPr lang="en-US" dirty="0"/>
              <a:t>Merge Sort</a:t>
            </a:r>
          </a:p>
        </p:txBody>
      </p:sp>
      <p:sp>
        <p:nvSpPr>
          <p:cNvPr id="3" name="Content Placeholder 2">
            <a:extLst>
              <a:ext uri="{FF2B5EF4-FFF2-40B4-BE49-F238E27FC236}">
                <a16:creationId xmlns:a16="http://schemas.microsoft.com/office/drawing/2014/main" id="{0869CF08-0138-A9DD-ACB4-844500D310ED}"/>
              </a:ext>
            </a:extLst>
          </p:cNvPr>
          <p:cNvSpPr>
            <a:spLocks noGrp="1"/>
          </p:cNvSpPr>
          <p:nvPr>
            <p:ph idx="1"/>
          </p:nvPr>
        </p:nvSpPr>
        <p:spPr/>
        <p:txBody>
          <a:bodyPr/>
          <a:lstStyle/>
          <a:p>
            <a:r>
              <a:rPr lang="en-US" sz="1400" dirty="0">
                <a:hlinkClick r:id="rId2"/>
              </a:rPr>
              <a:t>Merge Sort - Data Structure and Algorithms Tutorials - </a:t>
            </a:r>
            <a:r>
              <a:rPr lang="en-US" sz="1400" dirty="0" err="1">
                <a:hlinkClick r:id="rId2"/>
              </a:rPr>
              <a:t>GeeksforGeeks</a:t>
            </a:r>
            <a:endParaRPr lang="en-US" sz="1800" b="0" i="0" dirty="0">
              <a:solidFill>
                <a:srgbClr val="242021"/>
              </a:solidFill>
              <a:effectLst/>
              <a:latin typeface="WarnockPro-Light"/>
            </a:endParaRPr>
          </a:p>
          <a:p>
            <a:r>
              <a:rPr lang="en-US" sz="1800" b="0" i="0" dirty="0">
                <a:solidFill>
                  <a:srgbClr val="242021"/>
                </a:solidFill>
                <a:effectLst/>
                <a:latin typeface="WarnockPro-Light"/>
              </a:rPr>
              <a:t>Compute the middle position of a list and recursively sort its left and right </a:t>
            </a:r>
            <a:r>
              <a:rPr lang="en-US" sz="1800" b="0" i="0" dirty="0" err="1">
                <a:solidFill>
                  <a:srgbClr val="242021"/>
                </a:solidFill>
                <a:effectLst/>
                <a:latin typeface="WarnockPro-Light"/>
              </a:rPr>
              <a:t>sublists</a:t>
            </a:r>
            <a:r>
              <a:rPr lang="en-US" sz="1800" dirty="0">
                <a:solidFill>
                  <a:srgbClr val="242021"/>
                </a:solidFill>
                <a:latin typeface="WarnockPro-Light"/>
              </a:rPr>
              <a:t> </a:t>
            </a:r>
            <a:r>
              <a:rPr lang="en-US" sz="1800" b="0" i="0" dirty="0">
                <a:solidFill>
                  <a:srgbClr val="242021"/>
                </a:solidFill>
                <a:effectLst/>
                <a:latin typeface="WarnockPro-Light"/>
              </a:rPr>
              <a:t>(divide and conquer).</a:t>
            </a:r>
            <a:endParaRPr lang="en-US" sz="1800" dirty="0">
              <a:solidFill>
                <a:srgbClr val="242021"/>
              </a:solidFill>
              <a:latin typeface="WarnockPro-Light"/>
            </a:endParaRPr>
          </a:p>
          <a:p>
            <a:r>
              <a:rPr lang="en-US" sz="1800" b="0" i="0" dirty="0">
                <a:solidFill>
                  <a:srgbClr val="242021"/>
                </a:solidFill>
                <a:effectLst/>
                <a:latin typeface="WarnockPro-Light"/>
              </a:rPr>
              <a:t>Merge the two sorted </a:t>
            </a:r>
            <a:r>
              <a:rPr lang="en-US" sz="1800" b="0" i="0" dirty="0" err="1">
                <a:solidFill>
                  <a:srgbClr val="242021"/>
                </a:solidFill>
                <a:effectLst/>
                <a:latin typeface="WarnockPro-Light"/>
              </a:rPr>
              <a:t>sublists</a:t>
            </a:r>
            <a:r>
              <a:rPr lang="en-US" sz="1800" b="0" i="0" dirty="0">
                <a:solidFill>
                  <a:srgbClr val="242021"/>
                </a:solidFill>
                <a:effectLst/>
                <a:latin typeface="WarnockPro-Light"/>
              </a:rPr>
              <a:t> back into a single sorted list.</a:t>
            </a:r>
            <a:endParaRPr lang="en-US" sz="1800" dirty="0">
              <a:solidFill>
                <a:srgbClr val="242021"/>
              </a:solidFill>
              <a:latin typeface="WarnockPro-Light"/>
            </a:endParaRPr>
          </a:p>
          <a:p>
            <a:r>
              <a:rPr lang="en-US" sz="1800" b="0" i="0" dirty="0">
                <a:solidFill>
                  <a:srgbClr val="242021"/>
                </a:solidFill>
                <a:effectLst/>
                <a:latin typeface="WarnockPro-Light"/>
              </a:rPr>
              <a:t>Stop the process when </a:t>
            </a:r>
            <a:r>
              <a:rPr lang="en-US" sz="1800" b="0" i="0" dirty="0" err="1">
                <a:solidFill>
                  <a:srgbClr val="242021"/>
                </a:solidFill>
                <a:effectLst/>
                <a:latin typeface="WarnockPro-Light"/>
              </a:rPr>
              <a:t>sublists</a:t>
            </a:r>
            <a:r>
              <a:rPr lang="en-US" sz="1800" b="0" i="0" dirty="0">
                <a:solidFill>
                  <a:srgbClr val="242021"/>
                </a:solidFill>
                <a:effectLst/>
                <a:latin typeface="WarnockPro-Light"/>
              </a:rPr>
              <a:t> can no longer be subdivided.</a:t>
            </a:r>
            <a:r>
              <a:rPr lang="en-US" dirty="0"/>
              <a:t> </a:t>
            </a:r>
            <a:br>
              <a:rPr lang="en-US" dirty="0"/>
            </a:br>
            <a:endParaRPr lang="en-US" dirty="0"/>
          </a:p>
        </p:txBody>
      </p:sp>
      <p:sp>
        <p:nvSpPr>
          <p:cNvPr id="4" name="Slide Number Placeholder 3">
            <a:extLst>
              <a:ext uri="{FF2B5EF4-FFF2-40B4-BE49-F238E27FC236}">
                <a16:creationId xmlns:a16="http://schemas.microsoft.com/office/drawing/2014/main" id="{DB363276-9143-1201-B8F8-C48AAF5EC6E1}"/>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73</a:t>
            </a:fld>
            <a:endParaRPr lang="en-US" altLang="en-US" dirty="0"/>
          </a:p>
        </p:txBody>
      </p:sp>
      <p:sp>
        <p:nvSpPr>
          <p:cNvPr id="5" name="Footer Placeholder 4">
            <a:extLst>
              <a:ext uri="{FF2B5EF4-FFF2-40B4-BE49-F238E27FC236}">
                <a16:creationId xmlns:a16="http://schemas.microsoft.com/office/drawing/2014/main" id="{3DE8263E-173D-B0F7-92E6-880219F499FC}"/>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81CD0532-24BC-B385-18FE-5B253F9AC581}"/>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39638650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5C546-9609-3D3B-051E-123377A2F83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9AD980-C64E-7108-A7E1-FA00AF53D070}"/>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7045AC69-A933-FC4B-0493-9B7AFE331885}"/>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74</a:t>
            </a:fld>
            <a:endParaRPr lang="en-US" altLang="en-US" dirty="0"/>
          </a:p>
        </p:txBody>
      </p:sp>
      <p:sp>
        <p:nvSpPr>
          <p:cNvPr id="5" name="Footer Placeholder 4">
            <a:extLst>
              <a:ext uri="{FF2B5EF4-FFF2-40B4-BE49-F238E27FC236}">
                <a16:creationId xmlns:a16="http://schemas.microsoft.com/office/drawing/2014/main" id="{2C529B9C-870E-AA0E-1108-83C5BEA9D296}"/>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7A17D3B6-DD30-3791-9000-C734B9CF047E}"/>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6FDEC16B-047C-96F8-A358-4B6AF000B8A2}"/>
              </a:ext>
            </a:extLst>
          </p:cNvPr>
          <p:cNvPicPr>
            <a:picLocks noChangeAspect="1"/>
          </p:cNvPicPr>
          <p:nvPr/>
        </p:nvPicPr>
        <p:blipFill>
          <a:blip r:embed="rId2"/>
          <a:stretch>
            <a:fillRect/>
          </a:stretch>
        </p:blipFill>
        <p:spPr>
          <a:xfrm>
            <a:off x="1319212" y="2095500"/>
            <a:ext cx="9553575" cy="2667000"/>
          </a:xfrm>
          <a:prstGeom prst="rect">
            <a:avLst/>
          </a:prstGeom>
        </p:spPr>
      </p:pic>
    </p:spTree>
    <p:extLst>
      <p:ext uri="{BB962C8B-B14F-4D97-AF65-F5344CB8AC3E}">
        <p14:creationId xmlns:p14="http://schemas.microsoft.com/office/powerpoint/2010/main" val="32875362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CF725B-6680-721A-41ED-631319291CAC}"/>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F0C7C871-0D55-55A0-4F9A-F3A599ECE645}"/>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75</a:t>
            </a:fld>
            <a:endParaRPr lang="en-US" dirty="0"/>
          </a:p>
        </p:txBody>
      </p:sp>
      <p:sp>
        <p:nvSpPr>
          <p:cNvPr id="4" name="Footer Placeholder 3">
            <a:extLst>
              <a:ext uri="{FF2B5EF4-FFF2-40B4-BE49-F238E27FC236}">
                <a16:creationId xmlns:a16="http://schemas.microsoft.com/office/drawing/2014/main" id="{79EA0703-D289-E591-03CF-40952E187334}"/>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3A9C55FC-C9B3-0DA2-361C-55BBC8309D78}"/>
              </a:ext>
            </a:extLst>
          </p:cNvPr>
          <p:cNvPicPr>
            <a:picLocks noChangeAspect="1"/>
          </p:cNvPicPr>
          <p:nvPr/>
        </p:nvPicPr>
        <p:blipFill>
          <a:blip r:embed="rId2"/>
          <a:stretch>
            <a:fillRect/>
          </a:stretch>
        </p:blipFill>
        <p:spPr>
          <a:xfrm>
            <a:off x="995362" y="1490662"/>
            <a:ext cx="10201275" cy="3876675"/>
          </a:xfrm>
          <a:prstGeom prst="rect">
            <a:avLst/>
          </a:prstGeom>
        </p:spPr>
      </p:pic>
    </p:spTree>
    <p:extLst>
      <p:ext uri="{BB962C8B-B14F-4D97-AF65-F5344CB8AC3E}">
        <p14:creationId xmlns:p14="http://schemas.microsoft.com/office/powerpoint/2010/main" val="28656943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114A9F-07A9-90EF-E8B6-0C035646EADE}"/>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3D39B369-DD55-1328-50CE-B126B025F89F}"/>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76</a:t>
            </a:fld>
            <a:endParaRPr lang="en-US" dirty="0"/>
          </a:p>
        </p:txBody>
      </p:sp>
      <p:sp>
        <p:nvSpPr>
          <p:cNvPr id="4" name="Footer Placeholder 3">
            <a:extLst>
              <a:ext uri="{FF2B5EF4-FFF2-40B4-BE49-F238E27FC236}">
                <a16:creationId xmlns:a16="http://schemas.microsoft.com/office/drawing/2014/main" id="{8882938C-F2EE-7060-1AF4-C525B1F2A486}"/>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ADB417E6-885F-B4E5-2A66-BE9C12692576}"/>
              </a:ext>
            </a:extLst>
          </p:cNvPr>
          <p:cNvPicPr>
            <a:picLocks noChangeAspect="1"/>
          </p:cNvPicPr>
          <p:nvPr/>
        </p:nvPicPr>
        <p:blipFill>
          <a:blip r:embed="rId2"/>
          <a:stretch>
            <a:fillRect/>
          </a:stretch>
        </p:blipFill>
        <p:spPr>
          <a:xfrm>
            <a:off x="1595437" y="614362"/>
            <a:ext cx="9001125" cy="5629275"/>
          </a:xfrm>
          <a:prstGeom prst="rect">
            <a:avLst/>
          </a:prstGeom>
        </p:spPr>
      </p:pic>
    </p:spTree>
    <p:extLst>
      <p:ext uri="{BB962C8B-B14F-4D97-AF65-F5344CB8AC3E}">
        <p14:creationId xmlns:p14="http://schemas.microsoft.com/office/powerpoint/2010/main" val="17404024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6E500A-F50F-ECB8-CEF7-51DFBD2FE4AC}"/>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CBCE6ED1-3263-DB71-9AC1-B518F85093B6}"/>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77</a:t>
            </a:fld>
            <a:endParaRPr lang="en-US" dirty="0"/>
          </a:p>
        </p:txBody>
      </p:sp>
      <p:sp>
        <p:nvSpPr>
          <p:cNvPr id="4" name="Footer Placeholder 3">
            <a:extLst>
              <a:ext uri="{FF2B5EF4-FFF2-40B4-BE49-F238E27FC236}">
                <a16:creationId xmlns:a16="http://schemas.microsoft.com/office/drawing/2014/main" id="{A15DD83E-5519-DFFF-C296-A31865244659}"/>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C62437DF-B4F9-51DD-D59D-033C08A4D2A1}"/>
              </a:ext>
            </a:extLst>
          </p:cNvPr>
          <p:cNvPicPr>
            <a:picLocks noChangeAspect="1"/>
          </p:cNvPicPr>
          <p:nvPr/>
        </p:nvPicPr>
        <p:blipFill>
          <a:blip r:embed="rId2"/>
          <a:stretch>
            <a:fillRect/>
          </a:stretch>
        </p:blipFill>
        <p:spPr>
          <a:xfrm>
            <a:off x="1681162" y="595312"/>
            <a:ext cx="8829675" cy="5667375"/>
          </a:xfrm>
          <a:prstGeom prst="rect">
            <a:avLst/>
          </a:prstGeom>
        </p:spPr>
      </p:pic>
    </p:spTree>
    <p:extLst>
      <p:ext uri="{BB962C8B-B14F-4D97-AF65-F5344CB8AC3E}">
        <p14:creationId xmlns:p14="http://schemas.microsoft.com/office/powerpoint/2010/main" val="30311391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4A54D2-82FB-8D57-CFB4-D73AEB384AB0}"/>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61D67372-F246-289D-313C-6BFF39AD69C8}"/>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78</a:t>
            </a:fld>
            <a:endParaRPr lang="en-US" dirty="0"/>
          </a:p>
        </p:txBody>
      </p:sp>
      <p:sp>
        <p:nvSpPr>
          <p:cNvPr id="4" name="Footer Placeholder 3">
            <a:extLst>
              <a:ext uri="{FF2B5EF4-FFF2-40B4-BE49-F238E27FC236}">
                <a16:creationId xmlns:a16="http://schemas.microsoft.com/office/drawing/2014/main" id="{67E6AEBD-55BE-C170-B1E8-009BE41E132D}"/>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62610B7F-D385-F8C6-8091-6A3A05CBB577}"/>
              </a:ext>
            </a:extLst>
          </p:cNvPr>
          <p:cNvPicPr>
            <a:picLocks noChangeAspect="1"/>
          </p:cNvPicPr>
          <p:nvPr/>
        </p:nvPicPr>
        <p:blipFill>
          <a:blip r:embed="rId2"/>
          <a:stretch>
            <a:fillRect/>
          </a:stretch>
        </p:blipFill>
        <p:spPr>
          <a:xfrm>
            <a:off x="723900" y="1562100"/>
            <a:ext cx="10744200" cy="3733800"/>
          </a:xfrm>
          <a:prstGeom prst="rect">
            <a:avLst/>
          </a:prstGeom>
        </p:spPr>
      </p:pic>
    </p:spTree>
    <p:extLst>
      <p:ext uri="{BB962C8B-B14F-4D97-AF65-F5344CB8AC3E}">
        <p14:creationId xmlns:p14="http://schemas.microsoft.com/office/powerpoint/2010/main" val="259543712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2B6BAB-56B0-5C79-81D5-54C4E4E521AF}"/>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16EBE34A-2F3B-4307-F645-32B952F3363B}"/>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79</a:t>
            </a:fld>
            <a:endParaRPr lang="en-US" dirty="0"/>
          </a:p>
        </p:txBody>
      </p:sp>
      <p:sp>
        <p:nvSpPr>
          <p:cNvPr id="4" name="Footer Placeholder 3">
            <a:extLst>
              <a:ext uri="{FF2B5EF4-FFF2-40B4-BE49-F238E27FC236}">
                <a16:creationId xmlns:a16="http://schemas.microsoft.com/office/drawing/2014/main" id="{92EF85C2-5EE9-203F-FBDA-06B0CE0F34AE}"/>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79AED036-5BAE-AE21-7581-C382F11A3108}"/>
              </a:ext>
            </a:extLst>
          </p:cNvPr>
          <p:cNvPicPr>
            <a:picLocks noChangeAspect="1"/>
          </p:cNvPicPr>
          <p:nvPr/>
        </p:nvPicPr>
        <p:blipFill>
          <a:blip r:embed="rId2"/>
          <a:stretch>
            <a:fillRect/>
          </a:stretch>
        </p:blipFill>
        <p:spPr>
          <a:xfrm>
            <a:off x="200025" y="304800"/>
            <a:ext cx="11791950" cy="6248400"/>
          </a:xfrm>
          <a:prstGeom prst="rect">
            <a:avLst/>
          </a:prstGeom>
        </p:spPr>
      </p:pic>
    </p:spTree>
    <p:extLst>
      <p:ext uri="{BB962C8B-B14F-4D97-AF65-F5344CB8AC3E}">
        <p14:creationId xmlns:p14="http://schemas.microsoft.com/office/powerpoint/2010/main" val="2581819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79F97A-08AD-5CA7-1C24-1C27958F0C51}"/>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FDC9E4E0-EBDC-0112-A0B6-1D551FF8B2A6}"/>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80</a:t>
            </a:fld>
            <a:endParaRPr lang="en-US" dirty="0"/>
          </a:p>
        </p:txBody>
      </p:sp>
      <p:sp>
        <p:nvSpPr>
          <p:cNvPr id="4" name="Footer Placeholder 3">
            <a:extLst>
              <a:ext uri="{FF2B5EF4-FFF2-40B4-BE49-F238E27FC236}">
                <a16:creationId xmlns:a16="http://schemas.microsoft.com/office/drawing/2014/main" id="{C723D8FE-D599-D2DD-1CD5-17D03DE4893E}"/>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594ED080-E358-5EE1-FF6B-CBF80A675B72}"/>
              </a:ext>
            </a:extLst>
          </p:cNvPr>
          <p:cNvPicPr>
            <a:picLocks noChangeAspect="1"/>
          </p:cNvPicPr>
          <p:nvPr/>
        </p:nvPicPr>
        <p:blipFill>
          <a:blip r:embed="rId2"/>
          <a:stretch>
            <a:fillRect/>
          </a:stretch>
        </p:blipFill>
        <p:spPr>
          <a:xfrm>
            <a:off x="944176" y="1022902"/>
            <a:ext cx="10303648" cy="4812196"/>
          </a:xfrm>
          <a:prstGeom prst="rect">
            <a:avLst/>
          </a:prstGeom>
        </p:spPr>
      </p:pic>
    </p:spTree>
    <p:extLst>
      <p:ext uri="{BB962C8B-B14F-4D97-AF65-F5344CB8AC3E}">
        <p14:creationId xmlns:p14="http://schemas.microsoft.com/office/powerpoint/2010/main" val="15352008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1C570E-B497-683E-E030-2C978DBF616B}"/>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3C39CCA7-89EB-6584-61EC-586470B82E15}"/>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81</a:t>
            </a:fld>
            <a:endParaRPr lang="en-US" dirty="0"/>
          </a:p>
        </p:txBody>
      </p:sp>
      <p:sp>
        <p:nvSpPr>
          <p:cNvPr id="4" name="Footer Placeholder 3">
            <a:extLst>
              <a:ext uri="{FF2B5EF4-FFF2-40B4-BE49-F238E27FC236}">
                <a16:creationId xmlns:a16="http://schemas.microsoft.com/office/drawing/2014/main" id="{889B8F7F-D9A7-CE59-9D23-7BAD5A3449E5}"/>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3F5C920D-66B7-9FD5-2C9F-A8BEA9B2419C}"/>
              </a:ext>
            </a:extLst>
          </p:cNvPr>
          <p:cNvPicPr>
            <a:picLocks noChangeAspect="1"/>
          </p:cNvPicPr>
          <p:nvPr/>
        </p:nvPicPr>
        <p:blipFill>
          <a:blip r:embed="rId2"/>
          <a:stretch>
            <a:fillRect/>
          </a:stretch>
        </p:blipFill>
        <p:spPr>
          <a:xfrm>
            <a:off x="1066800" y="860966"/>
            <a:ext cx="9883312" cy="5136067"/>
          </a:xfrm>
          <a:prstGeom prst="rect">
            <a:avLst/>
          </a:prstGeom>
        </p:spPr>
      </p:pic>
    </p:spTree>
    <p:extLst>
      <p:ext uri="{BB962C8B-B14F-4D97-AF65-F5344CB8AC3E}">
        <p14:creationId xmlns:p14="http://schemas.microsoft.com/office/powerpoint/2010/main" val="1761854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2726DB-50F5-AB02-FFD2-B4504244ABFC}"/>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7183A1EE-EB0E-E794-A792-FE1CF216226B}"/>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82</a:t>
            </a:fld>
            <a:endParaRPr lang="en-US" dirty="0"/>
          </a:p>
        </p:txBody>
      </p:sp>
      <p:sp>
        <p:nvSpPr>
          <p:cNvPr id="4" name="Footer Placeholder 3">
            <a:extLst>
              <a:ext uri="{FF2B5EF4-FFF2-40B4-BE49-F238E27FC236}">
                <a16:creationId xmlns:a16="http://schemas.microsoft.com/office/drawing/2014/main" id="{9146D4FF-D0CE-3683-8888-FC39C3821B66}"/>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1AFB7FF9-BD2F-B332-9C6C-238575C499B6}"/>
              </a:ext>
            </a:extLst>
          </p:cNvPr>
          <p:cNvPicPr>
            <a:picLocks noChangeAspect="1"/>
          </p:cNvPicPr>
          <p:nvPr/>
        </p:nvPicPr>
        <p:blipFill>
          <a:blip r:embed="rId2"/>
          <a:stretch>
            <a:fillRect/>
          </a:stretch>
        </p:blipFill>
        <p:spPr>
          <a:xfrm>
            <a:off x="0" y="450898"/>
            <a:ext cx="12192000" cy="5956203"/>
          </a:xfrm>
          <a:prstGeom prst="rect">
            <a:avLst/>
          </a:prstGeom>
        </p:spPr>
      </p:pic>
    </p:spTree>
    <p:extLst>
      <p:ext uri="{BB962C8B-B14F-4D97-AF65-F5344CB8AC3E}">
        <p14:creationId xmlns:p14="http://schemas.microsoft.com/office/powerpoint/2010/main" val="62649132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F7287-9E83-6D5F-FEF4-31F843D3BCC6}"/>
              </a:ext>
            </a:extLst>
          </p:cNvPr>
          <p:cNvSpPr>
            <a:spLocks noGrp="1"/>
          </p:cNvSpPr>
          <p:nvPr>
            <p:ph type="title"/>
          </p:nvPr>
        </p:nvSpPr>
        <p:spPr/>
        <p:txBody>
          <a:bodyPr/>
          <a:lstStyle/>
          <a:p>
            <a:r>
              <a:rPr lang="en-US" dirty="0"/>
              <a:t>Practice</a:t>
            </a:r>
          </a:p>
        </p:txBody>
      </p:sp>
      <p:sp>
        <p:nvSpPr>
          <p:cNvPr id="3" name="Content Placeholder 2">
            <a:extLst>
              <a:ext uri="{FF2B5EF4-FFF2-40B4-BE49-F238E27FC236}">
                <a16:creationId xmlns:a16="http://schemas.microsoft.com/office/drawing/2014/main" id="{E5A3345B-2624-16B1-772B-CDDC6F880C96}"/>
              </a:ext>
            </a:extLst>
          </p:cNvPr>
          <p:cNvSpPr>
            <a:spLocks noGrp="1"/>
          </p:cNvSpPr>
          <p:nvPr>
            <p:ph idx="1"/>
          </p:nvPr>
        </p:nvSpPr>
        <p:spPr/>
        <p:txBody>
          <a:bodyPr/>
          <a:lstStyle/>
          <a:p>
            <a:r>
              <a:rPr lang="en-US" dirty="0">
                <a:hlinkClick r:id="rId2"/>
              </a:rPr>
              <a:t>Top MCQs on </a:t>
            </a:r>
            <a:r>
              <a:rPr lang="en-US" dirty="0" err="1">
                <a:hlinkClick r:id="rId2"/>
              </a:rPr>
              <a:t>MergeSort</a:t>
            </a:r>
            <a:r>
              <a:rPr lang="en-US" dirty="0">
                <a:hlinkClick r:id="rId2"/>
              </a:rPr>
              <a:t> Algorithm with Answers – </a:t>
            </a:r>
            <a:r>
              <a:rPr lang="en-US" dirty="0" err="1">
                <a:hlinkClick r:id="rId2"/>
              </a:rPr>
              <a:t>GeeksforGeeks</a:t>
            </a:r>
            <a:endParaRPr lang="en-US" dirty="0"/>
          </a:p>
          <a:p>
            <a:r>
              <a:rPr lang="en-US" dirty="0">
                <a:hlinkClick r:id="rId3"/>
              </a:rPr>
              <a:t>Top MCQs on </a:t>
            </a:r>
            <a:r>
              <a:rPr lang="en-US" dirty="0" err="1">
                <a:hlinkClick r:id="rId3"/>
              </a:rPr>
              <a:t>QuickSort</a:t>
            </a:r>
            <a:r>
              <a:rPr lang="en-US" dirty="0">
                <a:hlinkClick r:id="rId3"/>
              </a:rPr>
              <a:t> Algorithm with Answers - </a:t>
            </a:r>
            <a:r>
              <a:rPr lang="en-US" dirty="0" err="1">
                <a:hlinkClick r:id="rId3"/>
              </a:rPr>
              <a:t>GeeksforGeeks</a:t>
            </a:r>
            <a:endParaRPr lang="en-US" dirty="0"/>
          </a:p>
          <a:p>
            <a:r>
              <a:rPr lang="en-US" dirty="0">
                <a:hlinkClick r:id="rId4"/>
              </a:rPr>
              <a:t>Practice | </a:t>
            </a:r>
            <a:r>
              <a:rPr lang="en-US" dirty="0" err="1">
                <a:hlinkClick r:id="rId4"/>
              </a:rPr>
              <a:t>GeeksforGeeks</a:t>
            </a:r>
            <a:r>
              <a:rPr lang="en-US" dirty="0">
                <a:hlinkClick r:id="rId4"/>
              </a:rPr>
              <a:t> | A computer science portal for geeks</a:t>
            </a:r>
            <a:endParaRPr lang="en-US" dirty="0"/>
          </a:p>
        </p:txBody>
      </p:sp>
      <p:sp>
        <p:nvSpPr>
          <p:cNvPr id="4" name="Slide Number Placeholder 3">
            <a:extLst>
              <a:ext uri="{FF2B5EF4-FFF2-40B4-BE49-F238E27FC236}">
                <a16:creationId xmlns:a16="http://schemas.microsoft.com/office/drawing/2014/main" id="{24919881-8DA8-8C10-E442-8D3B366F4792}"/>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83</a:t>
            </a:fld>
            <a:endParaRPr lang="en-US" altLang="en-US" dirty="0"/>
          </a:p>
        </p:txBody>
      </p:sp>
      <p:sp>
        <p:nvSpPr>
          <p:cNvPr id="5" name="Footer Placeholder 4">
            <a:extLst>
              <a:ext uri="{FF2B5EF4-FFF2-40B4-BE49-F238E27FC236}">
                <a16:creationId xmlns:a16="http://schemas.microsoft.com/office/drawing/2014/main" id="{6F84ABA7-13EB-8BF2-18D1-314FECCEA2E1}"/>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14AB2A86-40B4-6B9E-6495-E956DC80DB83}"/>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560915284"/>
      </p:ext>
    </p:extLst>
  </p:cSld>
  <p:clrMapOvr>
    <a:masterClrMapping/>
  </p:clrMapOvr>
</p:sld>
</file>

<file path=ppt/theme/theme1.xml><?xml version="1.0" encoding="utf-8"?>
<a:theme xmlns:a="http://schemas.openxmlformats.org/drawingml/2006/main" name="Vicostone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u thuyet trình cong ty Vicostone" id="{123813FF-2186-4307-88AB-E52DC4E764C5}" vid="{7A2E833A-1ED4-4E30-9CFE-D6481D7B3B5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14474</TotalTime>
  <Words>2067</Words>
  <Application>Microsoft Office PowerPoint</Application>
  <PresentationFormat>Widescreen</PresentationFormat>
  <Paragraphs>374</Paragraphs>
  <Slides>83</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83</vt:i4>
      </vt:variant>
    </vt:vector>
  </HeadingPairs>
  <TitlesOfParts>
    <vt:vector size="94" baseType="lpstr">
      <vt:lpstr>ＭＳ Ｐゴシック</vt:lpstr>
      <vt:lpstr>Arial</vt:lpstr>
      <vt:lpstr>Calibri</vt:lpstr>
      <vt:lpstr>Courier New</vt:lpstr>
      <vt:lpstr>JansonText-Roman</vt:lpstr>
      <vt:lpstr>Monotype Sorts</vt:lpstr>
      <vt:lpstr>NewsGothicStd-Bold</vt:lpstr>
      <vt:lpstr>Times New Roman</vt:lpstr>
      <vt:lpstr>WarnockPro-Light</vt:lpstr>
      <vt:lpstr>Wingdings</vt:lpstr>
      <vt:lpstr>Vicostone Template</vt:lpstr>
      <vt:lpstr>Database Systems:  Design, Implementation, and Management 14th Edition</vt:lpstr>
      <vt:lpstr>National Economics University Faculty of Data Science &amp; Artificial Intelligence</vt:lpstr>
      <vt:lpstr>Learning Objectives</vt:lpstr>
      <vt:lpstr>Learning Objectives</vt:lpstr>
      <vt:lpstr>11.1 Measuring the Efficiency of Algorithms</vt:lpstr>
      <vt:lpstr>PowerPoint Presentation</vt:lpstr>
      <vt:lpstr>PowerPoint Presentation</vt:lpstr>
      <vt:lpstr>PowerPoint Presentation</vt:lpstr>
      <vt:lpstr>PowerPoint Presentation</vt:lpstr>
      <vt:lpstr>11.1.2 Counting Instructions</vt:lpstr>
      <vt:lpstr>PowerPoint Presentation</vt:lpstr>
      <vt:lpstr>PowerPoint Presentation</vt:lpstr>
      <vt:lpstr>PowerPoint Presentation</vt:lpstr>
      <vt:lpstr>PowerPoint Presentation</vt:lpstr>
      <vt:lpstr>PowerPoint Presentation</vt:lpstr>
      <vt:lpstr>11.2 Complexity Analysis</vt:lpstr>
      <vt:lpstr>11.2.1 Orders of Complexity</vt:lpstr>
      <vt:lpstr>PowerPoint Presentation</vt:lpstr>
      <vt:lpstr>11.2.1 Orders of Complexity</vt:lpstr>
      <vt:lpstr>PowerPoint Presentation</vt:lpstr>
      <vt:lpstr>11.2.2 Big-O Notation</vt:lpstr>
      <vt:lpstr>11.2.3 The Role of the Constant of Proportionality</vt:lpstr>
      <vt:lpstr>PowerPoint Presentation</vt:lpstr>
      <vt:lpstr>11.3 Search Algorithms </vt:lpstr>
      <vt:lpstr>11.3 Search Algorithms</vt:lpstr>
      <vt:lpstr>11.3 Search Algorithms</vt:lpstr>
      <vt:lpstr>11.3 Search Algorithms</vt:lpstr>
      <vt:lpstr>11.3 Search Algorithms</vt:lpstr>
      <vt:lpstr>11.3.3 Best-Case, Worst-Case, and Average-Case Performance</vt:lpstr>
      <vt:lpstr>11.3.4 Binary Search of a List</vt:lpstr>
      <vt:lpstr>PowerPoint Presentation</vt:lpstr>
      <vt:lpstr>PowerPoint Presentation</vt:lpstr>
      <vt:lpstr>PowerPoint Presentation</vt:lpstr>
      <vt:lpstr>11.4 Sort Algorithms</vt:lpstr>
      <vt:lpstr>11.4 Sort Algorithms</vt:lpstr>
      <vt:lpstr>PowerPoint Presentation</vt:lpstr>
      <vt:lpstr>11.4.1 Selection Sort</vt:lpstr>
      <vt:lpstr>PowerPoint Presentation</vt:lpstr>
      <vt:lpstr>PowerPoint Presentation</vt:lpstr>
      <vt:lpstr>11.4.2 Bubble Sort</vt:lpstr>
      <vt:lpstr>PowerPoint Presentation</vt:lpstr>
      <vt:lpstr>PowerPoint Presentation</vt:lpstr>
      <vt:lpstr>PowerPoint Presentation</vt:lpstr>
      <vt:lpstr>11.4.3 Insertion Sort</vt:lpstr>
      <vt:lpstr>PowerPoint Presentation</vt:lpstr>
      <vt:lpstr>PowerPoint Presentation</vt:lpstr>
      <vt:lpstr>PowerPoint Presentation</vt:lpstr>
      <vt:lpstr>11.4.4 Best-Case, Worst-Case, and Average-Case Performance Revisited</vt:lpstr>
      <vt:lpstr>11.4.4 Best-Case, Worst-Case, and Average-Case Performance Revisited</vt:lpstr>
      <vt:lpstr>PowerPoint Presentation</vt:lpstr>
      <vt:lpstr>11.5 An Exponential Algorithm: Recursive Fibonacci</vt:lpstr>
      <vt:lpstr>11.6 Converting Fibonacci to a Linear Algorithm</vt:lpstr>
      <vt:lpstr>REVIEW QUESTIONS</vt:lpstr>
      <vt:lpstr>PowerPoint Presentation</vt:lpstr>
      <vt:lpstr>PowerPoint Presentation</vt:lpstr>
      <vt:lpstr>PowerPoint Presentation</vt:lpstr>
      <vt:lpstr>PowerPoint Presentation</vt:lpstr>
      <vt:lpstr>Faster Sorting</vt:lpstr>
      <vt:lpstr>PowerPoint Presentation</vt:lpstr>
      <vt:lpstr>Quicksort</vt:lpstr>
      <vt:lpstr>Quicksort</vt:lpstr>
      <vt:lpstr>Partition</vt:lpstr>
      <vt:lpstr>PowerPoint Presentation</vt:lpstr>
      <vt:lpstr>PowerPoint Presentation</vt:lpstr>
      <vt:lpstr>PowerPoint Presentation</vt:lpstr>
      <vt:lpstr>Implementation of Quicksort</vt:lpstr>
      <vt:lpstr>PowerPoint Presentation</vt:lpstr>
      <vt:lpstr>PowerPoint Presentation</vt:lpstr>
      <vt:lpstr>PowerPoint Presentation</vt:lpstr>
      <vt:lpstr>PowerPoint Presentation</vt:lpstr>
      <vt:lpstr>Merge Sort</vt:lpstr>
      <vt:lpstr>PowerPoint Presentation</vt:lpstr>
      <vt:lpstr>Merge Sort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Practice</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  Design, Implementation, and Management Ninth Edition</dc:title>
  <dc:creator>Duc Minh Vu</dc:creator>
  <cp:lastModifiedBy>Vu Duc Minh</cp:lastModifiedBy>
  <cp:revision>274</cp:revision>
  <cp:lastPrinted>2024-12-19T14:33:32Z</cp:lastPrinted>
  <dcterms:created xsi:type="dcterms:W3CDTF">2009-10-12T20:16:00Z</dcterms:created>
  <dcterms:modified xsi:type="dcterms:W3CDTF">2024-12-19T14:38:33Z</dcterms:modified>
</cp:coreProperties>
</file>