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663" r:id="rId1"/>
  </p:sldMasterIdLst>
  <p:notesMasterIdLst>
    <p:notesMasterId r:id="rId5"/>
  </p:notesMasterIdLst>
  <p:handoutMasterIdLst>
    <p:handoutMasterId r:id="rId6"/>
  </p:handoutMasterIdLst>
  <p:sldIdLst>
    <p:sldId id="349" r:id="rId2"/>
    <p:sldId id="384" r:id="rId3"/>
    <p:sldId id="257" r:id="rId4"/>
  </p:sldIdLst>
  <p:sldSz cx="12192000" cy="6858000"/>
  <p:notesSz cx="7102475" cy="9388475"/>
  <p:defaultTextStyle>
    <a:defPPr>
      <a:defRPr lang="en-US"/>
    </a:defPPr>
    <a:lvl1pPr algn="l" rtl="0" eaLnBrk="0" fontAlgn="base" hangingPunct="0">
      <a:spcBef>
        <a:spcPct val="20000"/>
      </a:spcBef>
      <a:spcAft>
        <a:spcPct val="0"/>
      </a:spcAft>
      <a:buClr>
        <a:srgbClr val="FF6600"/>
      </a:buClr>
      <a:buSzPct val="75000"/>
      <a:buFont typeface="Monotype Sorts" charset="2"/>
      <a:buChar char="l"/>
      <a:defRPr sz="2800" kern="1200">
        <a:solidFill>
          <a:schemeClr val="tx1"/>
        </a:solidFill>
        <a:latin typeface="Arial" panose="020B0604020202020204" pitchFamily="34" charset="0"/>
        <a:ea typeface="ＭＳ Ｐゴシック" panose="020B0600070205080204" pitchFamily="34" charset="-128"/>
        <a:cs typeface="+mn-cs"/>
      </a:defRPr>
    </a:lvl1pPr>
    <a:lvl2pPr marL="457200" algn="l" rtl="0" eaLnBrk="0" fontAlgn="base" hangingPunct="0">
      <a:spcBef>
        <a:spcPct val="20000"/>
      </a:spcBef>
      <a:spcAft>
        <a:spcPct val="0"/>
      </a:spcAft>
      <a:buClr>
        <a:srgbClr val="FF6600"/>
      </a:buClr>
      <a:buSzPct val="75000"/>
      <a:buFont typeface="Monotype Sorts" charset="2"/>
      <a:buChar char="l"/>
      <a:defRPr sz="2800" kern="1200">
        <a:solidFill>
          <a:schemeClr val="tx1"/>
        </a:solidFill>
        <a:latin typeface="Arial" panose="020B0604020202020204" pitchFamily="34" charset="0"/>
        <a:ea typeface="ＭＳ Ｐゴシック" panose="020B0600070205080204" pitchFamily="34" charset="-128"/>
        <a:cs typeface="+mn-cs"/>
      </a:defRPr>
    </a:lvl2pPr>
    <a:lvl3pPr marL="914400" algn="l" rtl="0" eaLnBrk="0" fontAlgn="base" hangingPunct="0">
      <a:spcBef>
        <a:spcPct val="20000"/>
      </a:spcBef>
      <a:spcAft>
        <a:spcPct val="0"/>
      </a:spcAft>
      <a:buClr>
        <a:srgbClr val="FF6600"/>
      </a:buClr>
      <a:buSzPct val="75000"/>
      <a:buFont typeface="Monotype Sorts" charset="2"/>
      <a:buChar char="l"/>
      <a:defRPr sz="2800" kern="1200">
        <a:solidFill>
          <a:schemeClr val="tx1"/>
        </a:solidFill>
        <a:latin typeface="Arial" panose="020B0604020202020204" pitchFamily="34" charset="0"/>
        <a:ea typeface="ＭＳ Ｐゴシック" panose="020B0600070205080204" pitchFamily="34" charset="-128"/>
        <a:cs typeface="+mn-cs"/>
      </a:defRPr>
    </a:lvl3pPr>
    <a:lvl4pPr marL="1371600" algn="l" rtl="0" eaLnBrk="0" fontAlgn="base" hangingPunct="0">
      <a:spcBef>
        <a:spcPct val="20000"/>
      </a:spcBef>
      <a:spcAft>
        <a:spcPct val="0"/>
      </a:spcAft>
      <a:buClr>
        <a:srgbClr val="FF6600"/>
      </a:buClr>
      <a:buSzPct val="75000"/>
      <a:buFont typeface="Monotype Sorts" charset="2"/>
      <a:buChar char="l"/>
      <a:defRPr sz="2800" kern="1200">
        <a:solidFill>
          <a:schemeClr val="tx1"/>
        </a:solidFill>
        <a:latin typeface="Arial" panose="020B0604020202020204" pitchFamily="34" charset="0"/>
        <a:ea typeface="ＭＳ Ｐゴシック" panose="020B0600070205080204" pitchFamily="34" charset="-128"/>
        <a:cs typeface="+mn-cs"/>
      </a:defRPr>
    </a:lvl4pPr>
    <a:lvl5pPr marL="1828800" algn="l" rtl="0" eaLnBrk="0" fontAlgn="base" hangingPunct="0">
      <a:spcBef>
        <a:spcPct val="20000"/>
      </a:spcBef>
      <a:spcAft>
        <a:spcPct val="0"/>
      </a:spcAft>
      <a:buClr>
        <a:srgbClr val="FF6600"/>
      </a:buClr>
      <a:buSzPct val="75000"/>
      <a:buFont typeface="Monotype Sorts" charset="2"/>
      <a:buChar char="l"/>
      <a:defRPr sz="2800" kern="1200">
        <a:solidFill>
          <a:schemeClr val="tx1"/>
        </a:solidFill>
        <a:latin typeface="Arial" panose="020B0604020202020204" pitchFamily="34" charset="0"/>
        <a:ea typeface="ＭＳ Ｐゴシック" panose="020B0600070205080204" pitchFamily="34" charset="-128"/>
        <a:cs typeface="+mn-cs"/>
      </a:defRPr>
    </a:lvl5pPr>
    <a:lvl6pPr marL="2286000" algn="l" defTabSz="914400" rtl="0" eaLnBrk="1" latinLnBrk="0" hangingPunct="1">
      <a:defRPr sz="2800" kern="1200">
        <a:solidFill>
          <a:schemeClr val="tx1"/>
        </a:solidFill>
        <a:latin typeface="Arial" panose="020B0604020202020204" pitchFamily="34" charset="0"/>
        <a:ea typeface="ＭＳ Ｐゴシック" panose="020B0600070205080204" pitchFamily="34" charset="-128"/>
        <a:cs typeface="+mn-cs"/>
      </a:defRPr>
    </a:lvl6pPr>
    <a:lvl7pPr marL="2743200" algn="l" defTabSz="914400" rtl="0" eaLnBrk="1" latinLnBrk="0" hangingPunct="1">
      <a:defRPr sz="2800" kern="1200">
        <a:solidFill>
          <a:schemeClr val="tx1"/>
        </a:solidFill>
        <a:latin typeface="Arial" panose="020B0604020202020204" pitchFamily="34" charset="0"/>
        <a:ea typeface="ＭＳ Ｐゴシック" panose="020B0600070205080204" pitchFamily="34" charset="-128"/>
        <a:cs typeface="+mn-cs"/>
      </a:defRPr>
    </a:lvl7pPr>
    <a:lvl8pPr marL="3200400" algn="l" defTabSz="914400" rtl="0" eaLnBrk="1" latinLnBrk="0" hangingPunct="1">
      <a:defRPr sz="2800" kern="1200">
        <a:solidFill>
          <a:schemeClr val="tx1"/>
        </a:solidFill>
        <a:latin typeface="Arial" panose="020B0604020202020204" pitchFamily="34" charset="0"/>
        <a:ea typeface="ＭＳ Ｐゴシック" panose="020B0600070205080204" pitchFamily="34" charset="-128"/>
        <a:cs typeface="+mn-cs"/>
      </a:defRPr>
    </a:lvl8pPr>
    <a:lvl9pPr marL="3657600" algn="l" defTabSz="914400" rtl="0" eaLnBrk="1" latinLnBrk="0" hangingPunct="1">
      <a:defRPr sz="2800" kern="1200">
        <a:solidFill>
          <a:schemeClr val="tx1"/>
        </a:solidFill>
        <a:latin typeface="Arial" panose="020B0604020202020204" pitchFamily="34" charset="0"/>
        <a:ea typeface="ＭＳ Ｐゴシック" panose="020B0600070205080204" pitchFamily="34" charset="-128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>
      <p:cViewPr varScale="1">
        <p:scale>
          <a:sx n="78" d="100"/>
          <a:sy n="78" d="100"/>
        </p:scale>
        <p:origin x="850" y="62"/>
      </p:cViewPr>
      <p:guideLst>
        <p:guide orient="horz" pos="2160"/>
        <p:guide pos="384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handoutMaster" Target="handoutMasters/handoutMaster1.xml"/><Relationship Id="rId5" Type="http://schemas.openxmlformats.org/officeDocument/2006/relationships/notesMaster" Target="notesMasters/notesMaster1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6130" name="Rectangle 2">
            <a:extLst>
              <a:ext uri="{FF2B5EF4-FFF2-40B4-BE49-F238E27FC236}">
                <a16:creationId xmlns:a16="http://schemas.microsoft.com/office/drawing/2014/main" id="{96D549CF-6DFD-CFDB-4965-58194CF4F2D7}"/>
              </a:ext>
            </a:extLst>
          </p:cNvPr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3078163" cy="4699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eaLnBrk="1" hangingPunct="1">
              <a:spcBef>
                <a:spcPct val="0"/>
              </a:spcBef>
              <a:buClrTx/>
              <a:buSzTx/>
              <a:buFontTx/>
              <a:buNone/>
              <a:defRPr sz="1200" dirty="0">
                <a:latin typeface="Arial" charset="0"/>
                <a:ea typeface="+mn-ea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176131" name="Rectangle 3">
            <a:extLst>
              <a:ext uri="{FF2B5EF4-FFF2-40B4-BE49-F238E27FC236}">
                <a16:creationId xmlns:a16="http://schemas.microsoft.com/office/drawing/2014/main" id="{8E19A229-EAF8-2AAF-E6EC-E0366ADCBC21}"/>
              </a:ext>
            </a:extLst>
          </p:cNvPr>
          <p:cNvSpPr>
            <a:spLocks noGrp="1" noChangeArrowheads="1"/>
          </p:cNvSpPr>
          <p:nvPr>
            <p:ph type="dt" sz="quarter" idx="1"/>
          </p:nvPr>
        </p:nvSpPr>
        <p:spPr bwMode="auto">
          <a:xfrm>
            <a:off x="4022725" y="0"/>
            <a:ext cx="3078163" cy="4699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 eaLnBrk="1" hangingPunct="1">
              <a:spcBef>
                <a:spcPct val="0"/>
              </a:spcBef>
              <a:buClrTx/>
              <a:buSzTx/>
              <a:buFontTx/>
              <a:buNone/>
              <a:defRPr sz="1200" dirty="0">
                <a:latin typeface="Arial" charset="0"/>
                <a:ea typeface="+mn-ea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176132" name="Rectangle 4">
            <a:extLst>
              <a:ext uri="{FF2B5EF4-FFF2-40B4-BE49-F238E27FC236}">
                <a16:creationId xmlns:a16="http://schemas.microsoft.com/office/drawing/2014/main" id="{F0195859-3B9C-EA5A-DAC2-F772721978B9}"/>
              </a:ext>
            </a:extLst>
          </p:cNvPr>
          <p:cNvSpPr>
            <a:spLocks noGrp="1" noChangeArrowheads="1"/>
          </p:cNvSpPr>
          <p:nvPr>
            <p:ph type="ftr" sz="quarter" idx="2"/>
          </p:nvPr>
        </p:nvSpPr>
        <p:spPr bwMode="auto">
          <a:xfrm>
            <a:off x="0" y="8916988"/>
            <a:ext cx="3078163" cy="4699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eaLnBrk="1" hangingPunct="1">
              <a:spcBef>
                <a:spcPct val="0"/>
              </a:spcBef>
              <a:buClrTx/>
              <a:buSzTx/>
              <a:buFontTx/>
              <a:buNone/>
              <a:defRPr sz="1200" dirty="0">
                <a:latin typeface="Arial" charset="0"/>
                <a:ea typeface="+mn-ea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176133" name="Rectangle 5">
            <a:extLst>
              <a:ext uri="{FF2B5EF4-FFF2-40B4-BE49-F238E27FC236}">
                <a16:creationId xmlns:a16="http://schemas.microsoft.com/office/drawing/2014/main" id="{B8E62657-3ACA-464B-2D2E-4F1C967F22F3}"/>
              </a:ext>
            </a:extLst>
          </p:cNvPr>
          <p:cNvSpPr>
            <a:spLocks noGrp="1" noChangeArrowheads="1"/>
          </p:cNvSpPr>
          <p:nvPr>
            <p:ph type="sldNum" sz="quarter" idx="3"/>
          </p:nvPr>
        </p:nvSpPr>
        <p:spPr bwMode="auto">
          <a:xfrm>
            <a:off x="4022725" y="8916988"/>
            <a:ext cx="3078163" cy="4699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 eaLnBrk="1" hangingPunct="1">
              <a:spcBef>
                <a:spcPct val="0"/>
              </a:spcBef>
              <a:buClrTx/>
              <a:buSzTx/>
              <a:buFontTx/>
              <a:buNone/>
              <a:defRPr sz="1200"/>
            </a:lvl1pPr>
          </a:lstStyle>
          <a:p>
            <a:fld id="{1AA94293-E3C3-4E54-B9F5-BDD568EB9DED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"/>
      </p:ext>
    </p:extLst>
  </p:cSld>
  <p:clrMap bg1="lt1" tx1="dk1" bg2="lt2" tx2="dk2" accent1="accent1" accent2="accent2" accent3="accent3" accent4="accent4" accent5="accent5" accent6="accent6" hlink="hlink" folHlink="folHlink"/>
  <p:hf hdr="0" ft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226" name="Rectangle 2">
            <a:extLst>
              <a:ext uri="{FF2B5EF4-FFF2-40B4-BE49-F238E27FC236}">
                <a16:creationId xmlns:a16="http://schemas.microsoft.com/office/drawing/2014/main" id="{07B0EA7D-2BA2-8120-5ABC-58CDE72589F4}"/>
              </a:ext>
            </a:extLst>
          </p:cNvPr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3078163" cy="4699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4229" tIns="47114" rIns="94229" bIns="47114" numCol="1" anchor="t" anchorCtr="0" compatLnSpc="1">
            <a:prstTxWarp prst="textNoShape">
              <a:avLst/>
            </a:prstTxWarp>
          </a:bodyPr>
          <a:lstStyle>
            <a:lvl1pPr defTabSz="942975" eaLnBrk="1" hangingPunct="1">
              <a:spcBef>
                <a:spcPct val="0"/>
              </a:spcBef>
              <a:buClrTx/>
              <a:buSzTx/>
              <a:buFontTx/>
              <a:buNone/>
              <a:defRPr sz="1200" dirty="0">
                <a:latin typeface="Arial" charset="0"/>
                <a:ea typeface="+mn-ea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2227" name="Rectangle 3">
            <a:extLst>
              <a:ext uri="{FF2B5EF4-FFF2-40B4-BE49-F238E27FC236}">
                <a16:creationId xmlns:a16="http://schemas.microsoft.com/office/drawing/2014/main" id="{9C10E525-0B9B-E215-412D-1BFB60849A0F}"/>
              </a:ext>
            </a:extLst>
          </p:cNvPr>
          <p:cNvSpPr>
            <a:spLocks noGrp="1" noChangeArrowheads="1"/>
          </p:cNvSpPr>
          <p:nvPr>
            <p:ph type="dt" idx="1"/>
          </p:nvPr>
        </p:nvSpPr>
        <p:spPr bwMode="auto">
          <a:xfrm>
            <a:off x="4022725" y="0"/>
            <a:ext cx="3078163" cy="4699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4229" tIns="47114" rIns="94229" bIns="47114" numCol="1" anchor="t" anchorCtr="0" compatLnSpc="1">
            <a:prstTxWarp prst="textNoShape">
              <a:avLst/>
            </a:prstTxWarp>
          </a:bodyPr>
          <a:lstStyle>
            <a:lvl1pPr algn="r" defTabSz="942975" eaLnBrk="1" hangingPunct="1">
              <a:spcBef>
                <a:spcPct val="0"/>
              </a:spcBef>
              <a:buClrTx/>
              <a:buSzTx/>
              <a:buFontTx/>
              <a:buNone/>
              <a:defRPr sz="1200" dirty="0">
                <a:latin typeface="Arial" charset="0"/>
                <a:ea typeface="+mn-ea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3252" name="Rectangle 4">
            <a:extLst>
              <a:ext uri="{FF2B5EF4-FFF2-40B4-BE49-F238E27FC236}">
                <a16:creationId xmlns:a16="http://schemas.microsoft.com/office/drawing/2014/main" id="{D0C47E53-5BA5-1AAE-751E-1F2FCB50DCDC}"/>
              </a:ext>
            </a:extLst>
          </p:cNvPr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423863" y="704850"/>
            <a:ext cx="6254750" cy="3519488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52229" name="Rectangle 5">
            <a:extLst>
              <a:ext uri="{FF2B5EF4-FFF2-40B4-BE49-F238E27FC236}">
                <a16:creationId xmlns:a16="http://schemas.microsoft.com/office/drawing/2014/main" id="{AC9F7E04-E094-DF99-87DE-5755394A5A32}"/>
              </a:ext>
            </a:extLst>
          </p:cNvPr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709613" y="4459288"/>
            <a:ext cx="5683250" cy="422433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4229" tIns="47114" rIns="94229" bIns="47114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52230" name="Rectangle 6">
            <a:extLst>
              <a:ext uri="{FF2B5EF4-FFF2-40B4-BE49-F238E27FC236}">
                <a16:creationId xmlns:a16="http://schemas.microsoft.com/office/drawing/2014/main" id="{B63EB7C0-6B53-7D30-2E9B-C6D99EA8D4D6}"/>
              </a:ext>
            </a:extLst>
          </p:cNvPr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8916988"/>
            <a:ext cx="3078163" cy="4699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4229" tIns="47114" rIns="94229" bIns="47114" numCol="1" anchor="b" anchorCtr="0" compatLnSpc="1">
            <a:prstTxWarp prst="textNoShape">
              <a:avLst/>
            </a:prstTxWarp>
          </a:bodyPr>
          <a:lstStyle>
            <a:lvl1pPr defTabSz="942975" eaLnBrk="1" hangingPunct="1">
              <a:spcBef>
                <a:spcPct val="0"/>
              </a:spcBef>
              <a:buClrTx/>
              <a:buSzTx/>
              <a:buFontTx/>
              <a:buNone/>
              <a:defRPr sz="1200" dirty="0">
                <a:latin typeface="Arial" charset="0"/>
                <a:ea typeface="+mn-ea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2231" name="Rectangle 7">
            <a:extLst>
              <a:ext uri="{FF2B5EF4-FFF2-40B4-BE49-F238E27FC236}">
                <a16:creationId xmlns:a16="http://schemas.microsoft.com/office/drawing/2014/main" id="{93E52514-5308-A2CB-4759-555ACCF9884F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4022725" y="8916988"/>
            <a:ext cx="3078163" cy="4699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4229" tIns="47114" rIns="94229" bIns="47114" numCol="1" anchor="b" anchorCtr="0" compatLnSpc="1">
            <a:prstTxWarp prst="textNoShape">
              <a:avLst/>
            </a:prstTxWarp>
          </a:bodyPr>
          <a:lstStyle>
            <a:lvl1pPr algn="r" defTabSz="942975" eaLnBrk="1" hangingPunct="1">
              <a:spcBef>
                <a:spcPct val="0"/>
              </a:spcBef>
              <a:buClrTx/>
              <a:buSzTx/>
              <a:buFontTx/>
              <a:buNone/>
              <a:defRPr sz="1200"/>
            </a:lvl1pPr>
          </a:lstStyle>
          <a:p>
            <a:fld id="{8A144A25-5569-4442-A77C-2A296DF0D21C}" type="slidenum">
              <a:rPr lang="en-US" altLang="en-US"/>
              <a:pPr/>
              <a:t>‹#›</a:t>
            </a:fld>
            <a:endParaRPr lang="en-US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hf hdr="0" ftr="0" dt="0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ＭＳ Ｐゴシック" charset="-128"/>
        <a:cs typeface="ＭＳ Ｐゴシック" charset="-128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ＭＳ Ｐゴシック" charset="-128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ＭＳ Ｐゴシック" charset="-128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ＭＳ Ｐゴシック" charset="-128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ＭＳ Ｐゴシック" charset="-128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6" name="Rectangle 7">
            <a:extLst>
              <a:ext uri="{FF2B5EF4-FFF2-40B4-BE49-F238E27FC236}">
                <a16:creationId xmlns:a16="http://schemas.microsoft.com/office/drawing/2014/main" id="{3BD0B5F7-2B7A-DA2F-7070-6EF77999754D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1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sz="1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1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1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1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fld id="{335C4C7B-183C-403B-84D5-321BC85875A1}" type="slidenum">
              <a:rPr lang="en-US" altLang="en-US" sz="1200" smtClean="0">
                <a:latin typeface="Times New Roman" panose="02020603050405020304" pitchFamily="18" charset="0"/>
              </a:rPr>
              <a:pPr/>
              <a:t>1</a:t>
            </a:fld>
            <a:endParaRPr lang="en-US" altLang="en-US" sz="1200">
              <a:latin typeface="Times New Roman" panose="02020603050405020304" pitchFamily="18" charset="0"/>
            </a:endParaRPr>
          </a:p>
        </p:txBody>
      </p:sp>
      <p:sp>
        <p:nvSpPr>
          <p:cNvPr id="16387" name="Rectangle 2">
            <a:extLst>
              <a:ext uri="{FF2B5EF4-FFF2-40B4-BE49-F238E27FC236}">
                <a16:creationId xmlns:a16="http://schemas.microsoft.com/office/drawing/2014/main" id="{DF4AD010-AA0B-CF86-F1F1-8CF3B11AFC63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6388" name="Rectangle 3">
            <a:extLst>
              <a:ext uri="{FF2B5EF4-FFF2-40B4-BE49-F238E27FC236}">
                <a16:creationId xmlns:a16="http://schemas.microsoft.com/office/drawing/2014/main" id="{BCAB0135-16F3-2242-1C12-481333311325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s-EC" alt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298" name="Rectangle 7">
            <a:extLst>
              <a:ext uri="{FF2B5EF4-FFF2-40B4-BE49-F238E27FC236}">
                <a16:creationId xmlns:a16="http://schemas.microsoft.com/office/drawing/2014/main" id="{A4991CFF-1925-B2DC-0C79-EFA4CA20EAF6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42975"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 defTabSz="942975"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 defTabSz="942975"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 defTabSz="942975"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 defTabSz="942975"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defTabSz="942975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6600"/>
              </a:buClr>
              <a:buSzPct val="75000"/>
              <a:buFont typeface="Monotype Sorts" charset="2"/>
              <a:buChar char="l"/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defTabSz="942975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6600"/>
              </a:buClr>
              <a:buSzPct val="75000"/>
              <a:buFont typeface="Monotype Sorts" charset="2"/>
              <a:buChar char="l"/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defTabSz="942975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6600"/>
              </a:buClr>
              <a:buSzPct val="75000"/>
              <a:buFont typeface="Monotype Sorts" charset="2"/>
              <a:buChar char="l"/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defTabSz="942975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6600"/>
              </a:buClr>
              <a:buSzPct val="75000"/>
              <a:buFont typeface="Monotype Sorts" charset="2"/>
              <a:buChar char="l"/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fld id="{68FBE478-A0BF-42B8-A0DC-3DB0C1A712F1}" type="slidenum">
              <a:rPr lang="en-US" altLang="en-US" sz="1200"/>
              <a:pPr/>
              <a:t>3</a:t>
            </a:fld>
            <a:endParaRPr lang="en-US" altLang="en-US" sz="1200"/>
          </a:p>
        </p:txBody>
      </p:sp>
      <p:sp>
        <p:nvSpPr>
          <p:cNvPr id="55299" name="Rectangle 2">
            <a:extLst>
              <a:ext uri="{FF2B5EF4-FFF2-40B4-BE49-F238E27FC236}">
                <a16:creationId xmlns:a16="http://schemas.microsoft.com/office/drawing/2014/main" id="{D89EA09E-FDE6-9DE3-FDF9-7CA57728B971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55300" name="Rectangle 3">
            <a:extLst>
              <a:ext uri="{FF2B5EF4-FFF2-40B4-BE49-F238E27FC236}">
                <a16:creationId xmlns:a16="http://schemas.microsoft.com/office/drawing/2014/main" id="{48AFACFC-483F-60C7-7B04-AE823E11C40F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US" altLang="en-US">
              <a:latin typeface="Arial" panose="020B0604020202020204" pitchFamily="34" charset="0"/>
              <a:ea typeface="ＭＳ Ｐゴシック" panose="020B0600070205080204" pitchFamily="34" charset="-128"/>
            </a:endParaRPr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04964BB1-7357-BCBC-C333-4CA5E7116E2E}"/>
              </a:ext>
            </a:extLst>
          </p:cNvPr>
          <p:cNvSpPr/>
          <p:nvPr userDrawn="1"/>
        </p:nvSpPr>
        <p:spPr>
          <a:xfrm>
            <a:off x="0" y="2"/>
            <a:ext cx="12192000" cy="6486525"/>
          </a:xfrm>
          <a:prstGeom prst="rect">
            <a:avLst/>
          </a:prstGeom>
          <a:solidFill>
            <a:srgbClr val="22377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defTabSz="257175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sz="1013">
              <a:solidFill>
                <a:prstClr val="white"/>
              </a:solidFill>
            </a:endParaRPr>
          </a:p>
        </p:txBody>
      </p:sp>
      <p:sp>
        <p:nvSpPr>
          <p:cNvPr id="7" name="Title 6"/>
          <p:cNvSpPr>
            <a:spLocks noGrp="1"/>
          </p:cNvSpPr>
          <p:nvPr>
            <p:ph type="title"/>
          </p:nvPr>
        </p:nvSpPr>
        <p:spPr>
          <a:xfrm>
            <a:off x="741219" y="3243266"/>
            <a:ext cx="10515600" cy="1325563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VN"/>
          </a:p>
        </p:txBody>
      </p:sp>
      <p:sp>
        <p:nvSpPr>
          <p:cNvPr id="3" name="Date Placeholder 7">
            <a:extLst>
              <a:ext uri="{FF2B5EF4-FFF2-40B4-BE49-F238E27FC236}">
                <a16:creationId xmlns:a16="http://schemas.microsoft.com/office/drawing/2014/main" id="{EFE6BCEB-9D04-0A31-13FD-E54A7886E959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0" y="6538915"/>
            <a:ext cx="2743200" cy="365125"/>
          </a:xfrm>
        </p:spPr>
        <p:txBody>
          <a:bodyPr/>
          <a:lstStyle>
            <a:lvl1pPr>
              <a:defRPr sz="1000" smtClean="0">
                <a:latin typeface="+mn-lt"/>
              </a:defRPr>
            </a:lvl1pPr>
          </a:lstStyle>
          <a:p>
            <a:pPr>
              <a:buFont typeface="Monotype Sorts" charset="2"/>
              <a:buNone/>
              <a:defRPr/>
            </a:pPr>
            <a:fld id="{0AB240B4-1A2E-4C00-9336-DA12AFA09EBD}" type="datetime1">
              <a:rPr lang="en-US" smtClean="0"/>
              <a:t>3/20/2024</a:t>
            </a:fld>
            <a:endParaRPr lang="en-US" dirty="0"/>
          </a:p>
        </p:txBody>
      </p:sp>
      <p:sp>
        <p:nvSpPr>
          <p:cNvPr id="4" name="Slide Number Placeholder 11">
            <a:extLst>
              <a:ext uri="{FF2B5EF4-FFF2-40B4-BE49-F238E27FC236}">
                <a16:creationId xmlns:a16="http://schemas.microsoft.com/office/drawing/2014/main" id="{21C2B440-578D-B562-B0A6-B54BDB743A02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>
          <a:xfrm>
            <a:off x="9448800" y="6538915"/>
            <a:ext cx="2743200" cy="365125"/>
          </a:xfrm>
        </p:spPr>
        <p:txBody>
          <a:bodyPr/>
          <a:lstStyle>
            <a:lvl1pPr>
              <a:defRPr sz="1000">
                <a:solidFill>
                  <a:prstClr val="white"/>
                </a:solidFill>
                <a:latin typeface="+mn-lt"/>
              </a:defRPr>
            </a:lvl1pPr>
          </a:lstStyle>
          <a:p>
            <a:pPr>
              <a:buFont typeface="Monotype Sorts" charset="2"/>
              <a:buNone/>
              <a:defRPr/>
            </a:pPr>
            <a:fld id="{775A0816-9807-4CA3-A3C5-68577B5C9559}" type="slidenum">
              <a:rPr lang="en-US" smtClean="0"/>
              <a:pPr>
                <a:buFont typeface="Monotype Sorts" charset="2"/>
                <a:buNone/>
                <a:defRPr/>
              </a:pPr>
              <a:t>‹#›</a:t>
            </a:fld>
            <a:endParaRPr lang="en-US" dirty="0"/>
          </a:p>
        </p:txBody>
      </p:sp>
      <p:sp>
        <p:nvSpPr>
          <p:cNvPr id="5" name="Rectangle 3">
            <a:extLst>
              <a:ext uri="{FF2B5EF4-FFF2-40B4-BE49-F238E27FC236}">
                <a16:creationId xmlns:a16="http://schemas.microsoft.com/office/drawing/2014/main" id="{AABBDFAC-3ABC-7AF1-C80F-B9A80EC5DAE2}"/>
              </a:ext>
            </a:extLst>
          </p:cNvPr>
          <p:cNvSpPr>
            <a:spLocks noGrp="1" noChangeArrowheads="1"/>
          </p:cNvSpPr>
          <p:nvPr>
            <p:ph type="ftr" sz="quarter" idx="12"/>
          </p:nvPr>
        </p:nvSpPr>
        <p:spPr/>
        <p:txBody>
          <a:bodyPr/>
          <a:lstStyle>
            <a:lvl1pPr>
              <a:defRPr sz="1000">
                <a:latin typeface="+mn-lt"/>
              </a:defRPr>
            </a:lvl1pPr>
          </a:lstStyle>
          <a:p>
            <a:pPr>
              <a:buFont typeface="Monotype Sorts" charset="2"/>
              <a:buNone/>
              <a:defRPr/>
            </a:pPr>
            <a:r>
              <a:rPr lang="en-US"/>
              <a:t>Data Structures and Algorithms in Python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5709200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>
            <a:extLst>
              <a:ext uri="{FF2B5EF4-FFF2-40B4-BE49-F238E27FC236}">
                <a16:creationId xmlns:a16="http://schemas.microsoft.com/office/drawing/2014/main" id="{41A55295-5DC2-C569-6312-199AFA24EE07}"/>
              </a:ext>
            </a:extLst>
          </p:cNvPr>
          <p:cNvSpPr/>
          <p:nvPr userDrawn="1"/>
        </p:nvSpPr>
        <p:spPr>
          <a:xfrm>
            <a:off x="392908" y="235206"/>
            <a:ext cx="1750219" cy="596044"/>
          </a:xfrm>
          <a:custGeom>
            <a:avLst/>
            <a:gdLst>
              <a:gd name="connsiteX0" fmla="*/ 471488 w 1750219"/>
              <a:gd name="connsiteY0" fmla="*/ 0 h 721518"/>
              <a:gd name="connsiteX1" fmla="*/ 0 w 1750219"/>
              <a:gd name="connsiteY1" fmla="*/ 0 h 721518"/>
              <a:gd name="connsiteX2" fmla="*/ 0 w 1750219"/>
              <a:gd name="connsiteY2" fmla="*/ 721518 h 721518"/>
              <a:gd name="connsiteX3" fmla="*/ 1750219 w 1750219"/>
              <a:gd name="connsiteY3" fmla="*/ 721518 h 72151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750219" h="721518">
                <a:moveTo>
                  <a:pt x="471488" y="0"/>
                </a:moveTo>
                <a:lnTo>
                  <a:pt x="0" y="0"/>
                </a:lnTo>
                <a:lnTo>
                  <a:pt x="0" y="721518"/>
                </a:lnTo>
                <a:lnTo>
                  <a:pt x="1750219" y="721518"/>
                </a:lnTo>
              </a:path>
            </a:pathLst>
          </a:custGeom>
          <a:noFill/>
          <a:ln w="57150" cmpd="thickThin">
            <a:solidFill>
              <a:srgbClr val="223771"/>
            </a:solidFill>
          </a:ln>
          <a:scene3d>
            <a:camera prst="orthographicFront"/>
            <a:lightRig rig="threePt" dir="t"/>
          </a:scene3d>
          <a:sp3d>
            <a:bevelB/>
            <a:contourClr>
              <a:srgbClr val="000000"/>
            </a:contourClr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defTabSz="257175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sz="1013">
              <a:solidFill>
                <a:prstClr val="white"/>
              </a:solidFill>
            </a:endParaRPr>
          </a:p>
        </p:txBody>
      </p:sp>
      <p:pic>
        <p:nvPicPr>
          <p:cNvPr id="3" name="Picture 4" descr="MFE NEU – Khoa Toán Đại học kinh tế quốc dân">
            <a:extLst>
              <a:ext uri="{FF2B5EF4-FFF2-40B4-BE49-F238E27FC236}">
                <a16:creationId xmlns:a16="http://schemas.microsoft.com/office/drawing/2014/main" id="{CB79D81B-0A4D-CD0E-CF5A-BDF1A29DDC0C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340850" y="0"/>
            <a:ext cx="2851151" cy="711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3" name="Title 1"/>
          <p:cNvSpPr>
            <a:spLocks noGrp="1"/>
          </p:cNvSpPr>
          <p:nvPr>
            <p:ph type="title"/>
          </p:nvPr>
        </p:nvSpPr>
        <p:spPr>
          <a:xfrm>
            <a:off x="482252" y="277964"/>
            <a:ext cx="7928429" cy="553289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 sz="1856" b="1" baseline="0">
                <a:solidFill>
                  <a:srgbClr val="22377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7729624-F3B5-070E-14EF-70CC1B484925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0" y="6580188"/>
            <a:ext cx="2743200" cy="277812"/>
          </a:xfrm>
        </p:spPr>
        <p:txBody>
          <a:bodyPr/>
          <a:lstStyle>
            <a:lvl1pPr>
              <a:defRPr smtClean="0"/>
            </a:lvl1pPr>
          </a:lstStyle>
          <a:p>
            <a:pPr>
              <a:buFont typeface="Monotype Sorts" charset="2"/>
              <a:buNone/>
              <a:defRPr/>
            </a:pPr>
            <a:fld id="{C4105860-DA06-4136-8ED8-157A1C8FEBE0}" type="datetime1">
              <a:rPr lang="en-US" smtClean="0"/>
              <a:t>3/20/2024</a:t>
            </a:fld>
            <a:endParaRPr lang="en-US" dirty="0"/>
          </a:p>
        </p:txBody>
      </p:sp>
      <p:sp>
        <p:nvSpPr>
          <p:cNvPr id="5" name="Slide Number Placeholder 5">
            <a:extLst>
              <a:ext uri="{FF2B5EF4-FFF2-40B4-BE49-F238E27FC236}">
                <a16:creationId xmlns:a16="http://schemas.microsoft.com/office/drawing/2014/main" id="{C685519A-3558-75C9-7D9D-2CD34FE8601A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>
          <a:xfrm>
            <a:off x="9412288" y="6623050"/>
            <a:ext cx="2743200" cy="234950"/>
          </a:xfrm>
        </p:spPr>
        <p:txBody>
          <a:bodyPr/>
          <a:lstStyle>
            <a:lvl1pPr>
              <a:defRPr/>
            </a:lvl1pPr>
          </a:lstStyle>
          <a:p>
            <a:pPr>
              <a:buFont typeface="Monotype Sorts" charset="2"/>
              <a:buNone/>
              <a:defRPr/>
            </a:pPr>
            <a:fld id="{3668E2E4-C289-40FA-803B-52DC86338CE3}" type="slidenum">
              <a:rPr lang="en-US" smtClean="0"/>
              <a:pPr>
                <a:buFont typeface="Monotype Sorts" charset="2"/>
                <a:buNone/>
                <a:defRPr/>
              </a:pPr>
              <a:t>‹#›</a:t>
            </a:fld>
            <a:endParaRPr lang="en-US" dirty="0"/>
          </a:p>
        </p:txBody>
      </p:sp>
      <p:sp>
        <p:nvSpPr>
          <p:cNvPr id="6" name="Rectangle 3">
            <a:extLst>
              <a:ext uri="{FF2B5EF4-FFF2-40B4-BE49-F238E27FC236}">
                <a16:creationId xmlns:a16="http://schemas.microsoft.com/office/drawing/2014/main" id="{3678CD4D-49EF-4866-C3F2-B2A61D010B34}"/>
              </a:ext>
            </a:extLst>
          </p:cNvPr>
          <p:cNvSpPr>
            <a:spLocks noGrp="1" noChangeArrowheads="1"/>
          </p:cNvSpPr>
          <p:nvPr>
            <p:ph type="ftr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buFont typeface="Monotype Sorts" charset="2"/>
              <a:buNone/>
              <a:defRPr/>
            </a:pPr>
            <a:r>
              <a:rPr lang="en-US" dirty="0"/>
              <a:t>Data Structures and Algorithms in Python</a:t>
            </a:r>
          </a:p>
        </p:txBody>
      </p:sp>
    </p:spTree>
    <p:extLst>
      <p:ext uri="{BB962C8B-B14F-4D97-AF65-F5344CB8AC3E}">
        <p14:creationId xmlns:p14="http://schemas.microsoft.com/office/powerpoint/2010/main" val="247985711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>
            <a:extLst>
              <a:ext uri="{FF2B5EF4-FFF2-40B4-BE49-F238E27FC236}">
                <a16:creationId xmlns:a16="http://schemas.microsoft.com/office/drawing/2014/main" id="{0E98A4D7-51AA-2B15-3D26-501BAE3FD3F8}"/>
              </a:ext>
            </a:extLst>
          </p:cNvPr>
          <p:cNvSpPr/>
          <p:nvPr userDrawn="1"/>
        </p:nvSpPr>
        <p:spPr>
          <a:xfrm>
            <a:off x="392908" y="235206"/>
            <a:ext cx="1750219" cy="596044"/>
          </a:xfrm>
          <a:custGeom>
            <a:avLst/>
            <a:gdLst>
              <a:gd name="connsiteX0" fmla="*/ 471488 w 1750219"/>
              <a:gd name="connsiteY0" fmla="*/ 0 h 721518"/>
              <a:gd name="connsiteX1" fmla="*/ 0 w 1750219"/>
              <a:gd name="connsiteY1" fmla="*/ 0 h 721518"/>
              <a:gd name="connsiteX2" fmla="*/ 0 w 1750219"/>
              <a:gd name="connsiteY2" fmla="*/ 721518 h 721518"/>
              <a:gd name="connsiteX3" fmla="*/ 1750219 w 1750219"/>
              <a:gd name="connsiteY3" fmla="*/ 721518 h 72151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750219" h="721518">
                <a:moveTo>
                  <a:pt x="471488" y="0"/>
                </a:moveTo>
                <a:lnTo>
                  <a:pt x="0" y="0"/>
                </a:lnTo>
                <a:lnTo>
                  <a:pt x="0" y="721518"/>
                </a:lnTo>
                <a:lnTo>
                  <a:pt x="1750219" y="721518"/>
                </a:lnTo>
              </a:path>
            </a:pathLst>
          </a:custGeom>
          <a:noFill/>
          <a:ln w="57150" cmpd="thickThin">
            <a:solidFill>
              <a:srgbClr val="223771"/>
            </a:solidFill>
          </a:ln>
          <a:scene3d>
            <a:camera prst="orthographicFront"/>
            <a:lightRig rig="threePt" dir="t"/>
          </a:scene3d>
          <a:sp3d>
            <a:bevelB/>
            <a:contourClr>
              <a:srgbClr val="000000"/>
            </a:contourClr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defTabSz="257175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sz="1013">
              <a:solidFill>
                <a:prstClr val="white"/>
              </a:solidFill>
            </a:endParaRPr>
          </a:p>
        </p:txBody>
      </p:sp>
      <p:pic>
        <p:nvPicPr>
          <p:cNvPr id="3" name="Picture 4" descr="MFE NEU – Khoa Toán Đại học kinh tế quốc dân">
            <a:extLst>
              <a:ext uri="{FF2B5EF4-FFF2-40B4-BE49-F238E27FC236}">
                <a16:creationId xmlns:a16="http://schemas.microsoft.com/office/drawing/2014/main" id="{D54CA3DE-1E83-4AFB-79E9-4A8E692D81DE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340850" y="0"/>
            <a:ext cx="2851151" cy="711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7" name="Title 6"/>
          <p:cNvSpPr>
            <a:spLocks noGrp="1"/>
          </p:cNvSpPr>
          <p:nvPr>
            <p:ph type="title"/>
          </p:nvPr>
        </p:nvSpPr>
        <p:spPr>
          <a:xfrm>
            <a:off x="487476" y="2949388"/>
            <a:ext cx="10515600" cy="1325563"/>
          </a:xfrm>
          <a:prstGeom prst="rect">
            <a:avLst/>
          </a:prstGeom>
        </p:spPr>
        <p:txBody>
          <a:bodyPr/>
          <a:lstStyle>
            <a:lvl1pPr>
              <a:defRPr sz="3375"/>
            </a:lvl1pPr>
          </a:lstStyle>
          <a:p>
            <a:r>
              <a:rPr lang="en-US"/>
              <a:t>Click to edit Master title style</a:t>
            </a:r>
            <a:endParaRPr lang="en-V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C24508C-232F-8AA0-F1C6-36CFF9ACCA6D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0" y="6592890"/>
            <a:ext cx="2743200" cy="268287"/>
          </a:xfrm>
        </p:spPr>
        <p:txBody>
          <a:bodyPr/>
          <a:lstStyle>
            <a:lvl1pPr>
              <a:defRPr smtClean="0"/>
            </a:lvl1pPr>
          </a:lstStyle>
          <a:p>
            <a:pPr>
              <a:buFont typeface="Monotype Sorts" charset="2"/>
              <a:buNone/>
              <a:defRPr/>
            </a:pPr>
            <a:fld id="{C84426FF-70A0-4692-A209-ADABD479B6F8}" type="datetime1">
              <a:rPr lang="en-US" smtClean="0"/>
              <a:t>3/20/2024</a:t>
            </a:fld>
            <a:endParaRPr lang="en-US" dirty="0"/>
          </a:p>
        </p:txBody>
      </p:sp>
      <p:sp>
        <p:nvSpPr>
          <p:cNvPr id="5" name="Slide Number Placeholder 5">
            <a:extLst>
              <a:ext uri="{FF2B5EF4-FFF2-40B4-BE49-F238E27FC236}">
                <a16:creationId xmlns:a16="http://schemas.microsoft.com/office/drawing/2014/main" id="{5E118D7B-5BE4-D162-C63C-02493336AEA7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>
          <a:xfrm>
            <a:off x="9366251" y="6589715"/>
            <a:ext cx="2743200" cy="314325"/>
          </a:xfrm>
        </p:spPr>
        <p:txBody>
          <a:bodyPr/>
          <a:lstStyle>
            <a:lvl1pPr>
              <a:defRPr sz="1000"/>
            </a:lvl1pPr>
          </a:lstStyle>
          <a:p>
            <a:pPr>
              <a:buFont typeface="Monotype Sorts" charset="2"/>
              <a:buNone/>
              <a:defRPr/>
            </a:pPr>
            <a:fld id="{F9126DDB-45DE-4D72-94FB-1E2D565E80AF}" type="slidenum">
              <a:rPr lang="en-US" smtClean="0"/>
              <a:pPr>
                <a:buFont typeface="Monotype Sorts" charset="2"/>
                <a:buNone/>
                <a:defRPr/>
              </a:pPr>
              <a:t>‹#›</a:t>
            </a:fld>
            <a:endParaRPr lang="en-US" dirty="0"/>
          </a:p>
        </p:txBody>
      </p:sp>
      <p:sp>
        <p:nvSpPr>
          <p:cNvPr id="6" name="Rectangle 3">
            <a:extLst>
              <a:ext uri="{FF2B5EF4-FFF2-40B4-BE49-F238E27FC236}">
                <a16:creationId xmlns:a16="http://schemas.microsoft.com/office/drawing/2014/main" id="{38007CFB-2610-ACA1-B2EA-E3DDAC766C94}"/>
              </a:ext>
            </a:extLst>
          </p:cNvPr>
          <p:cNvSpPr>
            <a:spLocks noGrp="1" noChangeArrowheads="1"/>
          </p:cNvSpPr>
          <p:nvPr>
            <p:ph type="ftr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buFont typeface="Monotype Sorts" charset="2"/>
              <a:buNone/>
              <a:defRPr/>
            </a:pPr>
            <a:r>
              <a:rPr lang="en-US"/>
              <a:t>Data Structures and Algorithms in Python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5894317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7">
            <a:extLst>
              <a:ext uri="{FF2B5EF4-FFF2-40B4-BE49-F238E27FC236}">
                <a16:creationId xmlns:a16="http://schemas.microsoft.com/office/drawing/2014/main" id="{858F73B4-3EA4-F35A-3D60-2923D5658ED7}"/>
              </a:ext>
            </a:extLst>
          </p:cNvPr>
          <p:cNvSpPr/>
          <p:nvPr userDrawn="1"/>
        </p:nvSpPr>
        <p:spPr>
          <a:xfrm>
            <a:off x="311261" y="235206"/>
            <a:ext cx="1750219" cy="596044"/>
          </a:xfrm>
          <a:custGeom>
            <a:avLst/>
            <a:gdLst>
              <a:gd name="connsiteX0" fmla="*/ 471488 w 1750219"/>
              <a:gd name="connsiteY0" fmla="*/ 0 h 721518"/>
              <a:gd name="connsiteX1" fmla="*/ 0 w 1750219"/>
              <a:gd name="connsiteY1" fmla="*/ 0 h 721518"/>
              <a:gd name="connsiteX2" fmla="*/ 0 w 1750219"/>
              <a:gd name="connsiteY2" fmla="*/ 721518 h 721518"/>
              <a:gd name="connsiteX3" fmla="*/ 1750219 w 1750219"/>
              <a:gd name="connsiteY3" fmla="*/ 721518 h 72151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750219" h="721518">
                <a:moveTo>
                  <a:pt x="471488" y="0"/>
                </a:moveTo>
                <a:lnTo>
                  <a:pt x="0" y="0"/>
                </a:lnTo>
                <a:lnTo>
                  <a:pt x="0" y="721518"/>
                </a:lnTo>
                <a:lnTo>
                  <a:pt x="1750219" y="721518"/>
                </a:lnTo>
              </a:path>
            </a:pathLst>
          </a:custGeom>
          <a:noFill/>
          <a:ln w="57150" cmpd="thickThin">
            <a:solidFill>
              <a:srgbClr val="223771"/>
            </a:solidFill>
          </a:ln>
          <a:scene3d>
            <a:camera prst="orthographicFront"/>
            <a:lightRig rig="threePt" dir="t"/>
          </a:scene3d>
          <a:sp3d>
            <a:bevelB/>
            <a:contourClr>
              <a:srgbClr val="000000"/>
            </a:contourClr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defTabSz="257175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sz="1013">
              <a:solidFill>
                <a:prstClr val="white"/>
              </a:solidFill>
            </a:endParaRPr>
          </a:p>
        </p:txBody>
      </p:sp>
      <p:pic>
        <p:nvPicPr>
          <p:cNvPr id="3" name="Picture 4" descr="MFE NEU – Khoa Toán Đại học kinh tế quốc dân">
            <a:extLst>
              <a:ext uri="{FF2B5EF4-FFF2-40B4-BE49-F238E27FC236}">
                <a16:creationId xmlns:a16="http://schemas.microsoft.com/office/drawing/2014/main" id="{54DECEA9-BFAC-F01E-60B4-9A01859707D7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340850" y="0"/>
            <a:ext cx="2851151" cy="711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2" name="Title 1"/>
          <p:cNvSpPr>
            <a:spLocks noGrp="1"/>
          </p:cNvSpPr>
          <p:nvPr>
            <p:ph type="title"/>
          </p:nvPr>
        </p:nvSpPr>
        <p:spPr>
          <a:xfrm>
            <a:off x="340859" y="243492"/>
            <a:ext cx="8061101" cy="553289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 sz="1856" b="1" baseline="0">
                <a:solidFill>
                  <a:srgbClr val="22377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3" name="Content Placeholder 12"/>
          <p:cNvSpPr>
            <a:spLocks noGrp="1"/>
          </p:cNvSpPr>
          <p:nvPr>
            <p:ph sz="quarter" idx="13"/>
          </p:nvPr>
        </p:nvSpPr>
        <p:spPr>
          <a:xfrm>
            <a:off x="309221" y="1169083"/>
            <a:ext cx="11551617" cy="4954133"/>
          </a:xfrm>
          <a:prstGeom prst="rect">
            <a:avLst/>
          </a:prstGeom>
        </p:spPr>
        <p:txBody>
          <a:bodyPr/>
          <a:lstStyle>
            <a:lvl1pPr>
              <a:defRPr sz="2400"/>
            </a:lvl1pPr>
            <a:lvl2pPr>
              <a:defRPr sz="2800"/>
            </a:lvl2pPr>
            <a:lvl3pPr>
              <a:defRPr sz="1800"/>
            </a:lvl3pPr>
            <a:lvl4pPr>
              <a:defRPr sz="1200"/>
            </a:lvl4pPr>
            <a:lvl5pPr>
              <a:defRPr sz="120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VN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25778A0-1739-29FF-2284-D0326B623CD9}"/>
              </a:ext>
            </a:extLst>
          </p:cNvPr>
          <p:cNvSpPr>
            <a:spLocks noGrp="1"/>
          </p:cNvSpPr>
          <p:nvPr>
            <p:ph type="dt" sz="half" idx="14"/>
          </p:nvPr>
        </p:nvSpPr>
        <p:spPr/>
        <p:txBody>
          <a:bodyPr/>
          <a:lstStyle>
            <a:lvl1pPr>
              <a:defRPr sz="1000" smtClean="0"/>
            </a:lvl1pPr>
          </a:lstStyle>
          <a:p>
            <a:pPr>
              <a:buFont typeface="Monotype Sorts" charset="2"/>
              <a:buNone/>
              <a:defRPr/>
            </a:pPr>
            <a:fld id="{BBEB22E7-5009-4A4A-A166-B272187857D2}" type="datetime1">
              <a:rPr lang="en-US" smtClean="0"/>
              <a:t>3/20/2024</a:t>
            </a:fld>
            <a:endParaRPr lang="en-US" dirty="0"/>
          </a:p>
        </p:txBody>
      </p:sp>
      <p:sp>
        <p:nvSpPr>
          <p:cNvPr id="5" name="Slide Number Placeholder 5">
            <a:extLst>
              <a:ext uri="{FF2B5EF4-FFF2-40B4-BE49-F238E27FC236}">
                <a16:creationId xmlns:a16="http://schemas.microsoft.com/office/drawing/2014/main" id="{BDC1F769-2EA0-3B74-8A9C-9BD515A3FA5A}"/>
              </a:ext>
            </a:extLst>
          </p:cNvPr>
          <p:cNvSpPr>
            <a:spLocks noGrp="1"/>
          </p:cNvSpPr>
          <p:nvPr>
            <p:ph type="sldNum" sz="quarter" idx="15"/>
          </p:nvPr>
        </p:nvSpPr>
        <p:spPr>
          <a:xfrm>
            <a:off x="9421813" y="6600825"/>
            <a:ext cx="2743200" cy="274638"/>
          </a:xfrm>
        </p:spPr>
        <p:txBody>
          <a:bodyPr/>
          <a:lstStyle>
            <a:lvl1pPr>
              <a:defRPr sz="1000"/>
            </a:lvl1pPr>
          </a:lstStyle>
          <a:p>
            <a:pPr>
              <a:buFont typeface="Monotype Sorts" charset="2"/>
              <a:buNone/>
              <a:defRPr/>
            </a:pPr>
            <a:fld id="{BC9EDAA9-37F3-4614-95D5-5B7FFAB71D04}" type="slidenum">
              <a:rPr lang="en-US" smtClean="0"/>
              <a:pPr>
                <a:buFont typeface="Monotype Sorts" charset="2"/>
                <a:buNone/>
                <a:defRPr/>
              </a:pPr>
              <a:t>‹#›</a:t>
            </a:fld>
            <a:endParaRPr lang="en-US" dirty="0"/>
          </a:p>
        </p:txBody>
      </p:sp>
      <p:sp>
        <p:nvSpPr>
          <p:cNvPr id="6" name="Rectangle 3">
            <a:extLst>
              <a:ext uri="{FF2B5EF4-FFF2-40B4-BE49-F238E27FC236}">
                <a16:creationId xmlns:a16="http://schemas.microsoft.com/office/drawing/2014/main" id="{2EB4D491-05E9-53AB-E987-C6383C7B7C83}"/>
              </a:ext>
            </a:extLst>
          </p:cNvPr>
          <p:cNvSpPr>
            <a:spLocks noGrp="1" noChangeArrowheads="1"/>
          </p:cNvSpPr>
          <p:nvPr>
            <p:ph type="ftr" sz="quarter" idx="16"/>
          </p:nvPr>
        </p:nvSpPr>
        <p:spPr/>
        <p:txBody>
          <a:bodyPr/>
          <a:lstStyle>
            <a:lvl1pPr>
              <a:defRPr sz="1000"/>
            </a:lvl1pPr>
          </a:lstStyle>
          <a:p>
            <a:pPr>
              <a:buFont typeface="Monotype Sorts" charset="2"/>
              <a:buNone/>
              <a:defRPr/>
            </a:pPr>
            <a:r>
              <a:rPr lang="en-US"/>
              <a:t>Data Structures and Algorithms in Python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2814077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1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4" descr="MFE NEU – Khoa Toán Đại học kinh tế quốc dân">
            <a:extLst>
              <a:ext uri="{FF2B5EF4-FFF2-40B4-BE49-F238E27FC236}">
                <a16:creationId xmlns:a16="http://schemas.microsoft.com/office/drawing/2014/main" id="{B7FB5D43-4603-DE81-8776-249FE8F99EDD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340850" y="0"/>
            <a:ext cx="2851151" cy="711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7263687" y="2846231"/>
            <a:ext cx="4417452" cy="1460428"/>
          </a:xfrm>
          <a:prstGeom prst="rect">
            <a:avLst/>
          </a:prstGeom>
        </p:spPr>
        <p:txBody>
          <a:bodyPr anchor="b">
            <a:normAutofit/>
          </a:bodyPr>
          <a:lstStyle>
            <a:lvl1pPr algn="r">
              <a:defRPr sz="3150" b="1" baseline="0">
                <a:solidFill>
                  <a:srgbClr val="22377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7263687" y="4429523"/>
            <a:ext cx="4417452" cy="750072"/>
          </a:xfrm>
          <a:prstGeom prst="rect">
            <a:avLst/>
          </a:prstGeom>
        </p:spPr>
        <p:txBody>
          <a:bodyPr/>
          <a:lstStyle>
            <a:lvl1pPr marL="0" indent="0" algn="r">
              <a:buNone/>
              <a:defRPr sz="1350" baseline="0"/>
            </a:lvl1pPr>
            <a:lvl2pPr marL="257175" indent="0" algn="ctr">
              <a:buNone/>
              <a:defRPr sz="1125"/>
            </a:lvl2pPr>
            <a:lvl3pPr marL="514350" indent="0" algn="ctr">
              <a:buNone/>
              <a:defRPr sz="1013"/>
            </a:lvl3pPr>
            <a:lvl4pPr marL="771525" indent="0" algn="ctr">
              <a:buNone/>
              <a:defRPr sz="900"/>
            </a:lvl4pPr>
            <a:lvl5pPr marL="1028700" indent="0" algn="ctr">
              <a:buNone/>
              <a:defRPr sz="900"/>
            </a:lvl5pPr>
            <a:lvl6pPr marL="1285875" indent="0" algn="ctr">
              <a:buNone/>
              <a:defRPr sz="900"/>
            </a:lvl6pPr>
            <a:lvl7pPr marL="1543050" indent="0" algn="ctr">
              <a:buNone/>
              <a:defRPr sz="900"/>
            </a:lvl7pPr>
            <a:lvl8pPr marL="1800225" indent="0" algn="ctr">
              <a:buNone/>
              <a:defRPr sz="900"/>
            </a:lvl8pPr>
            <a:lvl9pPr marL="2057400" indent="0" algn="ctr">
              <a:buNone/>
              <a:defRPr sz="9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11" name="Content Placeholder 2"/>
          <p:cNvSpPr>
            <a:spLocks noGrp="1"/>
          </p:cNvSpPr>
          <p:nvPr>
            <p:ph idx="13"/>
          </p:nvPr>
        </p:nvSpPr>
        <p:spPr>
          <a:xfrm>
            <a:off x="1" y="862153"/>
            <a:ext cx="7096259" cy="5631943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baseline="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3">
            <a:extLst>
              <a:ext uri="{FF2B5EF4-FFF2-40B4-BE49-F238E27FC236}">
                <a16:creationId xmlns:a16="http://schemas.microsoft.com/office/drawing/2014/main" id="{F1888363-DACF-4CD3-2499-6E28B3D6969D}"/>
              </a:ext>
            </a:extLst>
          </p:cNvPr>
          <p:cNvSpPr>
            <a:spLocks noGrp="1"/>
          </p:cNvSpPr>
          <p:nvPr>
            <p:ph type="dt" sz="half" idx="14"/>
          </p:nvPr>
        </p:nvSpPr>
        <p:spPr/>
        <p:txBody>
          <a:bodyPr/>
          <a:lstStyle>
            <a:lvl1pPr>
              <a:defRPr smtClean="0"/>
            </a:lvl1pPr>
          </a:lstStyle>
          <a:p>
            <a:pPr>
              <a:buFont typeface="Monotype Sorts" charset="2"/>
              <a:buNone/>
              <a:defRPr/>
            </a:pPr>
            <a:fld id="{83F9286B-6EB0-415E-9FD7-53754A124BCC}" type="datetime1">
              <a:rPr lang="en-US" smtClean="0"/>
              <a:t>3/20/2024</a:t>
            </a:fld>
            <a:endParaRPr lang="en-US" dirty="0"/>
          </a:p>
        </p:txBody>
      </p:sp>
      <p:sp>
        <p:nvSpPr>
          <p:cNvPr id="6" name="Footer Placeholder 4">
            <a:extLst>
              <a:ext uri="{FF2B5EF4-FFF2-40B4-BE49-F238E27FC236}">
                <a16:creationId xmlns:a16="http://schemas.microsoft.com/office/drawing/2014/main" id="{32A37517-8DD7-EEA6-F2E6-49FC8CC73AB6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>
          <a:xfrm>
            <a:off x="3871913" y="6604000"/>
            <a:ext cx="4114800" cy="254000"/>
          </a:xfrm>
        </p:spPr>
        <p:txBody>
          <a:bodyPr/>
          <a:lstStyle>
            <a:lvl1pPr defTabSz="257175" eaLnBrk="1" fontAlgn="auto" hangingPunct="1">
              <a:spcBef>
                <a:spcPts val="0"/>
              </a:spcBef>
              <a:spcAft>
                <a:spcPts val="0"/>
              </a:spcAft>
              <a:defRPr>
                <a:solidFill>
                  <a:prstClr val="white"/>
                </a:solidFill>
                <a:latin typeface="Calibri" panose="020F0502020204030204"/>
                <a:ea typeface="+mn-ea"/>
              </a:defRPr>
            </a:lvl1pPr>
          </a:lstStyle>
          <a:p>
            <a:pPr>
              <a:buFont typeface="Monotype Sorts" charset="2"/>
              <a:buNone/>
              <a:defRPr/>
            </a:pPr>
            <a:r>
              <a:rPr lang="en-US" dirty="0"/>
              <a:t>Data Structures and Algorithms in Python</a:t>
            </a:r>
          </a:p>
        </p:txBody>
      </p:sp>
      <p:sp>
        <p:nvSpPr>
          <p:cNvPr id="7" name="Slide Number Placeholder 5">
            <a:extLst>
              <a:ext uri="{FF2B5EF4-FFF2-40B4-BE49-F238E27FC236}">
                <a16:creationId xmlns:a16="http://schemas.microsoft.com/office/drawing/2014/main" id="{9E06BDF5-0E4B-7D5D-4DE0-26F369F0EB12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>
            <a:lvl1pPr>
              <a:defRPr/>
            </a:lvl1pPr>
          </a:lstStyle>
          <a:p>
            <a:pPr>
              <a:buFont typeface="Monotype Sorts" charset="2"/>
              <a:buNone/>
              <a:defRPr/>
            </a:pPr>
            <a:fld id="{4FC3DE7D-4EEA-43B2-9617-70FD3CFD639D}" type="slidenum">
              <a:rPr lang="en-US" smtClean="0"/>
              <a:pPr>
                <a:buFont typeface="Monotype Sorts" charset="2"/>
                <a:buNone/>
                <a:defRPr/>
              </a:pPr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428093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Freeform 13">
            <a:extLst>
              <a:ext uri="{FF2B5EF4-FFF2-40B4-BE49-F238E27FC236}">
                <a16:creationId xmlns:a16="http://schemas.microsoft.com/office/drawing/2014/main" id="{397F7F79-C88E-7534-6D6C-7E21232DD335}"/>
              </a:ext>
            </a:extLst>
          </p:cNvPr>
          <p:cNvSpPr/>
          <p:nvPr userDrawn="1"/>
        </p:nvSpPr>
        <p:spPr>
          <a:xfrm>
            <a:off x="392908" y="235206"/>
            <a:ext cx="1750219" cy="596044"/>
          </a:xfrm>
          <a:custGeom>
            <a:avLst/>
            <a:gdLst>
              <a:gd name="connsiteX0" fmla="*/ 471488 w 1750219"/>
              <a:gd name="connsiteY0" fmla="*/ 0 h 721518"/>
              <a:gd name="connsiteX1" fmla="*/ 0 w 1750219"/>
              <a:gd name="connsiteY1" fmla="*/ 0 h 721518"/>
              <a:gd name="connsiteX2" fmla="*/ 0 w 1750219"/>
              <a:gd name="connsiteY2" fmla="*/ 721518 h 721518"/>
              <a:gd name="connsiteX3" fmla="*/ 1750219 w 1750219"/>
              <a:gd name="connsiteY3" fmla="*/ 721518 h 72151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750219" h="721518">
                <a:moveTo>
                  <a:pt x="471488" y="0"/>
                </a:moveTo>
                <a:lnTo>
                  <a:pt x="0" y="0"/>
                </a:lnTo>
                <a:lnTo>
                  <a:pt x="0" y="721518"/>
                </a:lnTo>
                <a:lnTo>
                  <a:pt x="1750219" y="721518"/>
                </a:lnTo>
              </a:path>
            </a:pathLst>
          </a:custGeom>
          <a:noFill/>
          <a:ln w="57150" cmpd="thickThin">
            <a:solidFill>
              <a:srgbClr val="223771"/>
            </a:solidFill>
          </a:ln>
          <a:scene3d>
            <a:camera prst="orthographicFront"/>
            <a:lightRig rig="threePt" dir="t"/>
          </a:scene3d>
          <a:sp3d>
            <a:bevelB/>
            <a:contourClr>
              <a:srgbClr val="000000"/>
            </a:contourClr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defTabSz="257175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sz="1013">
              <a:solidFill>
                <a:prstClr val="white"/>
              </a:solidFill>
            </a:endParaRPr>
          </a:p>
        </p:txBody>
      </p:sp>
      <p:pic>
        <p:nvPicPr>
          <p:cNvPr id="5" name="Picture 4" descr="MFE NEU – Khoa Toán Đại học kinh tế quốc dân">
            <a:extLst>
              <a:ext uri="{FF2B5EF4-FFF2-40B4-BE49-F238E27FC236}">
                <a16:creationId xmlns:a16="http://schemas.microsoft.com/office/drawing/2014/main" id="{6187C4AF-BC0A-827B-F0CB-5F0B6BE69DB5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340850" y="0"/>
            <a:ext cx="2851151" cy="711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1" y="1709742"/>
            <a:ext cx="10515600" cy="2852737"/>
          </a:xfrm>
          <a:prstGeom prst="rect">
            <a:avLst/>
          </a:prstGeom>
        </p:spPr>
        <p:txBody>
          <a:bodyPr anchor="b"/>
          <a:lstStyle>
            <a:lvl1pPr>
              <a:defRPr sz="3375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1" y="4589467"/>
            <a:ext cx="10515600" cy="1500187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1pPr>
            <a:lvl2pPr marL="257175" indent="0">
              <a:buNone/>
              <a:defRPr sz="1125">
                <a:solidFill>
                  <a:schemeClr val="tx1">
                    <a:tint val="75000"/>
                  </a:schemeClr>
                </a:solidFill>
              </a:defRPr>
            </a:lvl2pPr>
            <a:lvl3pPr marL="514350" indent="0">
              <a:buNone/>
              <a:defRPr sz="1013">
                <a:solidFill>
                  <a:schemeClr val="tx1">
                    <a:tint val="75000"/>
                  </a:schemeClr>
                </a:solidFill>
              </a:defRPr>
            </a:lvl3pPr>
            <a:lvl4pPr marL="771525" indent="0">
              <a:buNone/>
              <a:defRPr sz="900">
                <a:solidFill>
                  <a:schemeClr val="tx1">
                    <a:tint val="75000"/>
                  </a:schemeClr>
                </a:solidFill>
              </a:defRPr>
            </a:lvl4pPr>
            <a:lvl5pPr marL="1028700" indent="0">
              <a:buNone/>
              <a:defRPr sz="900">
                <a:solidFill>
                  <a:schemeClr val="tx1">
                    <a:tint val="75000"/>
                  </a:schemeClr>
                </a:solidFill>
              </a:defRPr>
            </a:lvl5pPr>
            <a:lvl6pPr marL="1285875" indent="0">
              <a:buNone/>
              <a:defRPr sz="900">
                <a:solidFill>
                  <a:schemeClr val="tx1">
                    <a:tint val="75000"/>
                  </a:schemeClr>
                </a:solidFill>
              </a:defRPr>
            </a:lvl6pPr>
            <a:lvl7pPr marL="1543050" indent="0">
              <a:buNone/>
              <a:defRPr sz="900">
                <a:solidFill>
                  <a:schemeClr val="tx1">
                    <a:tint val="75000"/>
                  </a:schemeClr>
                </a:solidFill>
              </a:defRPr>
            </a:lvl7pPr>
            <a:lvl8pPr marL="1800225" indent="0">
              <a:buNone/>
              <a:defRPr sz="900">
                <a:solidFill>
                  <a:schemeClr val="tx1">
                    <a:tint val="75000"/>
                  </a:schemeClr>
                </a:solidFill>
              </a:defRPr>
            </a:lvl8pPr>
            <a:lvl9pPr marL="2057400" indent="0">
              <a:buNone/>
              <a:defRPr sz="9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16" name="Content Placeholder 15"/>
          <p:cNvSpPr>
            <a:spLocks noGrp="1"/>
          </p:cNvSpPr>
          <p:nvPr>
            <p:ph sz="quarter" idx="13"/>
          </p:nvPr>
        </p:nvSpPr>
        <p:spPr>
          <a:xfrm>
            <a:off x="392907" y="278800"/>
            <a:ext cx="5813199" cy="457200"/>
          </a:xfrm>
          <a:prstGeom prst="rect">
            <a:avLst/>
          </a:prstGeom>
        </p:spPr>
        <p:txBody>
          <a:bodyPr/>
          <a:lstStyle>
            <a:lvl1pPr>
              <a:defRPr lang="en-VN" sz="1856" b="1" baseline="0" dirty="0">
                <a:solidFill>
                  <a:srgbClr val="223771"/>
                </a:solidFill>
                <a:ea typeface="+mj-ea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Date Placeholder 3">
            <a:extLst>
              <a:ext uri="{FF2B5EF4-FFF2-40B4-BE49-F238E27FC236}">
                <a16:creationId xmlns:a16="http://schemas.microsoft.com/office/drawing/2014/main" id="{7E8D8520-2EEF-7DFE-992F-B17199C9D3A9}"/>
              </a:ext>
            </a:extLst>
          </p:cNvPr>
          <p:cNvSpPr>
            <a:spLocks noGrp="1"/>
          </p:cNvSpPr>
          <p:nvPr>
            <p:ph type="dt" sz="half" idx="14"/>
          </p:nvPr>
        </p:nvSpPr>
        <p:spPr/>
        <p:txBody>
          <a:bodyPr/>
          <a:lstStyle>
            <a:lvl1pPr>
              <a:defRPr sz="1000" smtClean="0"/>
            </a:lvl1pPr>
          </a:lstStyle>
          <a:p>
            <a:pPr>
              <a:buFont typeface="Monotype Sorts" charset="2"/>
              <a:buNone/>
              <a:defRPr/>
            </a:pPr>
            <a:fld id="{C1CF96D5-A543-45D5-8992-B94C1177E4C6}" type="datetime1">
              <a:rPr lang="en-US" smtClean="0"/>
              <a:t>3/20/2024</a:t>
            </a:fld>
            <a:endParaRPr lang="en-US" dirty="0"/>
          </a:p>
        </p:txBody>
      </p:sp>
      <p:sp>
        <p:nvSpPr>
          <p:cNvPr id="7" name="Slide Number Placeholder 5">
            <a:extLst>
              <a:ext uri="{FF2B5EF4-FFF2-40B4-BE49-F238E27FC236}">
                <a16:creationId xmlns:a16="http://schemas.microsoft.com/office/drawing/2014/main" id="{B86DAE71-5E4C-AD44-94BB-40E3E9BE3B2A}"/>
              </a:ext>
            </a:extLst>
          </p:cNvPr>
          <p:cNvSpPr>
            <a:spLocks noGrp="1"/>
          </p:cNvSpPr>
          <p:nvPr>
            <p:ph type="sldNum" sz="quarter" idx="15"/>
          </p:nvPr>
        </p:nvSpPr>
        <p:spPr/>
        <p:txBody>
          <a:bodyPr/>
          <a:lstStyle>
            <a:lvl1pPr>
              <a:defRPr sz="1000"/>
            </a:lvl1pPr>
          </a:lstStyle>
          <a:p>
            <a:pPr>
              <a:buFont typeface="Monotype Sorts" charset="2"/>
              <a:buNone/>
              <a:defRPr/>
            </a:pPr>
            <a:fld id="{B9B03C63-2273-46E4-B7DF-3CCA315B6CB6}" type="slidenum">
              <a:rPr lang="en-US" smtClean="0"/>
              <a:pPr>
                <a:buFont typeface="Monotype Sorts" charset="2"/>
                <a:buNone/>
                <a:defRPr/>
              </a:pPr>
              <a:t>‹#›</a:t>
            </a:fld>
            <a:endParaRPr lang="en-US" dirty="0"/>
          </a:p>
        </p:txBody>
      </p:sp>
      <p:sp>
        <p:nvSpPr>
          <p:cNvPr id="8" name="Rectangle 3">
            <a:extLst>
              <a:ext uri="{FF2B5EF4-FFF2-40B4-BE49-F238E27FC236}">
                <a16:creationId xmlns:a16="http://schemas.microsoft.com/office/drawing/2014/main" id="{474D9259-758C-E063-00D3-B9F2238CDAAB}"/>
              </a:ext>
            </a:extLst>
          </p:cNvPr>
          <p:cNvSpPr>
            <a:spLocks noGrp="1" noChangeArrowheads="1"/>
          </p:cNvSpPr>
          <p:nvPr>
            <p:ph type="ftr" sz="quarter" idx="16"/>
          </p:nvPr>
        </p:nvSpPr>
        <p:spPr/>
        <p:txBody>
          <a:bodyPr/>
          <a:lstStyle>
            <a:lvl1pPr>
              <a:defRPr sz="1000"/>
            </a:lvl1pPr>
          </a:lstStyle>
          <a:p>
            <a:pPr>
              <a:buFont typeface="Monotype Sorts" charset="2"/>
              <a:buNone/>
              <a:defRPr/>
            </a:pPr>
            <a:r>
              <a:rPr lang="en-US" dirty="0"/>
              <a:t>Data Structures and Algorithms in Python</a:t>
            </a:r>
          </a:p>
        </p:txBody>
      </p:sp>
    </p:spTree>
    <p:extLst>
      <p:ext uri="{BB962C8B-B14F-4D97-AF65-F5344CB8AC3E}">
        <p14:creationId xmlns:p14="http://schemas.microsoft.com/office/powerpoint/2010/main" val="258661770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1" descr="MFE NEU – Khoa Toán Đại học kinh tế quốc dân">
            <a:extLst>
              <a:ext uri="{FF2B5EF4-FFF2-40B4-BE49-F238E27FC236}">
                <a16:creationId xmlns:a16="http://schemas.microsoft.com/office/drawing/2014/main" id="{9BAA4C63-7B4E-82F4-553C-3B14BC3A1203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340850" y="0"/>
            <a:ext cx="2851151" cy="711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6" name="Freeform 13">
            <a:extLst>
              <a:ext uri="{FF2B5EF4-FFF2-40B4-BE49-F238E27FC236}">
                <a16:creationId xmlns:a16="http://schemas.microsoft.com/office/drawing/2014/main" id="{E54F1EF8-213B-FF64-8429-F8F6501B5178}"/>
              </a:ext>
            </a:extLst>
          </p:cNvPr>
          <p:cNvSpPr/>
          <p:nvPr userDrawn="1"/>
        </p:nvSpPr>
        <p:spPr>
          <a:xfrm>
            <a:off x="701900" y="515148"/>
            <a:ext cx="1750219" cy="596044"/>
          </a:xfrm>
          <a:custGeom>
            <a:avLst/>
            <a:gdLst>
              <a:gd name="connsiteX0" fmla="*/ 471488 w 1750219"/>
              <a:gd name="connsiteY0" fmla="*/ 0 h 721518"/>
              <a:gd name="connsiteX1" fmla="*/ 0 w 1750219"/>
              <a:gd name="connsiteY1" fmla="*/ 0 h 721518"/>
              <a:gd name="connsiteX2" fmla="*/ 0 w 1750219"/>
              <a:gd name="connsiteY2" fmla="*/ 721518 h 721518"/>
              <a:gd name="connsiteX3" fmla="*/ 1750219 w 1750219"/>
              <a:gd name="connsiteY3" fmla="*/ 721518 h 72151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750219" h="721518">
                <a:moveTo>
                  <a:pt x="471488" y="0"/>
                </a:moveTo>
                <a:lnTo>
                  <a:pt x="0" y="0"/>
                </a:lnTo>
                <a:lnTo>
                  <a:pt x="0" y="721518"/>
                </a:lnTo>
                <a:lnTo>
                  <a:pt x="1750219" y="721518"/>
                </a:lnTo>
              </a:path>
            </a:pathLst>
          </a:custGeom>
          <a:noFill/>
          <a:ln w="57150" cmpd="thickThin">
            <a:solidFill>
              <a:srgbClr val="223771"/>
            </a:solidFill>
          </a:ln>
          <a:scene3d>
            <a:camera prst="orthographicFront"/>
            <a:lightRig rig="threePt" dir="t"/>
          </a:scene3d>
          <a:sp3d>
            <a:bevelB/>
            <a:contourClr>
              <a:srgbClr val="000000"/>
            </a:contourClr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defTabSz="257175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sz="1013">
              <a:solidFill>
                <a:prstClr val="white"/>
              </a:solidFill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01900" y="351789"/>
            <a:ext cx="8061101" cy="922762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 sz="1688" b="1">
                <a:solidFill>
                  <a:srgbClr val="22377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701901" y="1639781"/>
            <a:ext cx="3336703" cy="435133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11711" y="1639781"/>
            <a:ext cx="3331872" cy="435133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9" name="Content Placeholder 3"/>
          <p:cNvSpPr>
            <a:spLocks noGrp="1"/>
          </p:cNvSpPr>
          <p:nvPr>
            <p:ph sz="half" idx="13"/>
          </p:nvPr>
        </p:nvSpPr>
        <p:spPr>
          <a:xfrm>
            <a:off x="8426539" y="1639781"/>
            <a:ext cx="3331872" cy="435133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4">
            <a:extLst>
              <a:ext uri="{FF2B5EF4-FFF2-40B4-BE49-F238E27FC236}">
                <a16:creationId xmlns:a16="http://schemas.microsoft.com/office/drawing/2014/main" id="{9E9E4F77-455A-34FF-7394-C19D63B430BC}"/>
              </a:ext>
            </a:extLst>
          </p:cNvPr>
          <p:cNvSpPr>
            <a:spLocks noGrp="1"/>
          </p:cNvSpPr>
          <p:nvPr>
            <p:ph type="dt" sz="half" idx="14"/>
          </p:nvPr>
        </p:nvSpPr>
        <p:spPr/>
        <p:txBody>
          <a:bodyPr/>
          <a:lstStyle>
            <a:lvl1pPr>
              <a:defRPr smtClean="0"/>
            </a:lvl1pPr>
          </a:lstStyle>
          <a:p>
            <a:pPr>
              <a:buFont typeface="Monotype Sorts" charset="2"/>
              <a:buNone/>
              <a:defRPr/>
            </a:pPr>
            <a:fld id="{DF507722-439B-4523-9CE9-B70AFEB2097E}" type="datetime1">
              <a:rPr lang="en-US" smtClean="0"/>
              <a:t>3/20/2024</a:t>
            </a:fld>
            <a:endParaRPr lang="en-US" dirty="0"/>
          </a:p>
        </p:txBody>
      </p:sp>
      <p:sp>
        <p:nvSpPr>
          <p:cNvPr id="8" name="Slide Number Placeholder 6">
            <a:extLst>
              <a:ext uri="{FF2B5EF4-FFF2-40B4-BE49-F238E27FC236}">
                <a16:creationId xmlns:a16="http://schemas.microsoft.com/office/drawing/2014/main" id="{7A7C627D-779A-8D83-E2C4-C40DC84F78DD}"/>
              </a:ext>
            </a:extLst>
          </p:cNvPr>
          <p:cNvSpPr>
            <a:spLocks noGrp="1"/>
          </p:cNvSpPr>
          <p:nvPr>
            <p:ph type="sldNum" sz="quarter" idx="15"/>
          </p:nvPr>
        </p:nvSpPr>
        <p:spPr/>
        <p:txBody>
          <a:bodyPr/>
          <a:lstStyle>
            <a:lvl1pPr>
              <a:defRPr/>
            </a:lvl1pPr>
          </a:lstStyle>
          <a:p>
            <a:pPr>
              <a:buFont typeface="Monotype Sorts" charset="2"/>
              <a:buNone/>
              <a:defRPr/>
            </a:pPr>
            <a:fld id="{FE967A2B-7DC3-460F-82C1-37366D5A5F1B}" type="slidenum">
              <a:rPr lang="en-US" smtClean="0"/>
              <a:pPr>
                <a:buFont typeface="Monotype Sorts" charset="2"/>
                <a:buNone/>
                <a:defRPr/>
              </a:pPr>
              <a:t>‹#›</a:t>
            </a:fld>
            <a:endParaRPr lang="en-US" dirty="0"/>
          </a:p>
        </p:txBody>
      </p:sp>
      <p:sp>
        <p:nvSpPr>
          <p:cNvPr id="10" name="Rectangle 3">
            <a:extLst>
              <a:ext uri="{FF2B5EF4-FFF2-40B4-BE49-F238E27FC236}">
                <a16:creationId xmlns:a16="http://schemas.microsoft.com/office/drawing/2014/main" id="{2E03B860-9F7C-2731-9CAC-7601DE48A514}"/>
              </a:ext>
            </a:extLst>
          </p:cNvPr>
          <p:cNvSpPr>
            <a:spLocks noGrp="1" noChangeArrowheads="1"/>
          </p:cNvSpPr>
          <p:nvPr>
            <p:ph type="ftr" sz="quarter" idx="16"/>
          </p:nvPr>
        </p:nvSpPr>
        <p:spPr/>
        <p:txBody>
          <a:bodyPr/>
          <a:lstStyle>
            <a:lvl1pPr>
              <a:defRPr/>
            </a:lvl1pPr>
          </a:lstStyle>
          <a:p>
            <a:pPr>
              <a:buFont typeface="Monotype Sorts" charset="2"/>
              <a:buNone/>
              <a:defRPr/>
            </a:pPr>
            <a:r>
              <a:rPr lang="en-US" dirty="0"/>
              <a:t>Data Structures and Algorithms in Python</a:t>
            </a:r>
          </a:p>
        </p:txBody>
      </p:sp>
    </p:spTree>
    <p:extLst>
      <p:ext uri="{BB962C8B-B14F-4D97-AF65-F5344CB8AC3E}">
        <p14:creationId xmlns:p14="http://schemas.microsoft.com/office/powerpoint/2010/main" val="380227199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4" descr="MFE NEU – Khoa Toán Đại học kinh tế quốc dân">
            <a:extLst>
              <a:ext uri="{FF2B5EF4-FFF2-40B4-BE49-F238E27FC236}">
                <a16:creationId xmlns:a16="http://schemas.microsoft.com/office/drawing/2014/main" id="{D31798AE-B162-0E97-9756-EE1871F9926C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340850" y="0"/>
            <a:ext cx="2851151" cy="711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3" name="Date Placeholder 1">
            <a:extLst>
              <a:ext uri="{FF2B5EF4-FFF2-40B4-BE49-F238E27FC236}">
                <a16:creationId xmlns:a16="http://schemas.microsoft.com/office/drawing/2014/main" id="{3916733C-FBD8-62DA-599D-9BAE44D832F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 smtClean="0"/>
            </a:lvl1pPr>
          </a:lstStyle>
          <a:p>
            <a:pPr>
              <a:buFont typeface="Monotype Sorts" charset="2"/>
              <a:buNone/>
              <a:defRPr/>
            </a:pPr>
            <a:fld id="{65A71745-A66D-4D2C-AB6B-F5743AD780F4}" type="datetime1">
              <a:rPr lang="en-US" smtClean="0"/>
              <a:t>3/20/2024</a:t>
            </a:fld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DA71387-83EF-1FFD-724E-49A6E970C5CC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buFont typeface="Monotype Sorts" charset="2"/>
              <a:buNone/>
              <a:defRPr/>
            </a:pPr>
            <a:fld id="{D1AD3536-327C-4937-83AF-A64971CFA6D9}" type="slidenum">
              <a:rPr lang="en-US" smtClean="0"/>
              <a:pPr>
                <a:buFont typeface="Monotype Sorts" charset="2"/>
                <a:buNone/>
                <a:defRPr/>
              </a:pPr>
              <a:t>‹#›</a:t>
            </a:fld>
            <a:endParaRPr lang="en-US" dirty="0"/>
          </a:p>
        </p:txBody>
      </p:sp>
      <p:sp>
        <p:nvSpPr>
          <p:cNvPr id="5" name="Rectangle 3">
            <a:extLst>
              <a:ext uri="{FF2B5EF4-FFF2-40B4-BE49-F238E27FC236}">
                <a16:creationId xmlns:a16="http://schemas.microsoft.com/office/drawing/2014/main" id="{82812D8D-EA8D-1B75-F994-BA3986DCE525}"/>
              </a:ext>
            </a:extLst>
          </p:cNvPr>
          <p:cNvSpPr>
            <a:spLocks noGrp="1" noChangeArrowheads="1"/>
          </p:cNvSpPr>
          <p:nvPr>
            <p:ph type="ftr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buFont typeface="Monotype Sorts" charset="2"/>
              <a:buNone/>
              <a:defRPr/>
            </a:pPr>
            <a:r>
              <a:rPr lang="en-US" dirty="0"/>
              <a:t>Data Structures and Algorithms in Python</a:t>
            </a:r>
          </a:p>
        </p:txBody>
      </p:sp>
    </p:spTree>
    <p:extLst>
      <p:ext uri="{BB962C8B-B14F-4D97-AF65-F5344CB8AC3E}">
        <p14:creationId xmlns:p14="http://schemas.microsoft.com/office/powerpoint/2010/main" val="186073787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4" descr="MFE NEU – Khoa Toán Đại học kinh tế quốc dân">
            <a:extLst>
              <a:ext uri="{FF2B5EF4-FFF2-40B4-BE49-F238E27FC236}">
                <a16:creationId xmlns:a16="http://schemas.microsoft.com/office/drawing/2014/main" id="{688C9D86-E730-E613-2489-76191531AF4A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340850" y="0"/>
            <a:ext cx="2851151" cy="711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4" name="Title 1"/>
          <p:cNvSpPr>
            <a:spLocks noGrp="1"/>
          </p:cNvSpPr>
          <p:nvPr>
            <p:ph type="title"/>
          </p:nvPr>
        </p:nvSpPr>
        <p:spPr>
          <a:xfrm>
            <a:off x="741484" y="785430"/>
            <a:ext cx="8061101" cy="553289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 sz="1406" b="1" baseline="0">
                <a:solidFill>
                  <a:srgbClr val="22377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3">
            <a:extLst>
              <a:ext uri="{FF2B5EF4-FFF2-40B4-BE49-F238E27FC236}">
                <a16:creationId xmlns:a16="http://schemas.microsoft.com/office/drawing/2014/main" id="{95DDBC1F-BF9C-7B51-59FB-F19B6984EB6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 smtClean="0"/>
            </a:lvl1pPr>
          </a:lstStyle>
          <a:p>
            <a:pPr>
              <a:buFont typeface="Monotype Sorts" charset="2"/>
              <a:buNone/>
              <a:defRPr/>
            </a:pPr>
            <a:fld id="{239B916D-9C2D-42AB-AE14-E538FDD0069B}" type="datetime1">
              <a:rPr lang="en-US" smtClean="0"/>
              <a:t>3/20/2024</a:t>
            </a:fld>
            <a:endParaRPr lang="en-US" dirty="0"/>
          </a:p>
        </p:txBody>
      </p:sp>
      <p:sp>
        <p:nvSpPr>
          <p:cNvPr id="4" name="Slide Number Placeholder 5">
            <a:extLst>
              <a:ext uri="{FF2B5EF4-FFF2-40B4-BE49-F238E27FC236}">
                <a16:creationId xmlns:a16="http://schemas.microsoft.com/office/drawing/2014/main" id="{F3C17964-6658-65D0-C4E0-286261C6CE64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buFont typeface="Monotype Sorts" charset="2"/>
              <a:buNone/>
              <a:defRPr/>
            </a:pPr>
            <a:fld id="{2BE77ECF-F060-4D46-A3D9-128B9B0DFB4A}" type="slidenum">
              <a:rPr lang="en-US" smtClean="0"/>
              <a:pPr>
                <a:buFont typeface="Monotype Sorts" charset="2"/>
                <a:buNone/>
                <a:defRPr/>
              </a:pPr>
              <a:t>‹#›</a:t>
            </a:fld>
            <a:endParaRPr lang="en-US" dirty="0"/>
          </a:p>
        </p:txBody>
      </p:sp>
      <p:sp>
        <p:nvSpPr>
          <p:cNvPr id="5" name="Rectangle 3">
            <a:extLst>
              <a:ext uri="{FF2B5EF4-FFF2-40B4-BE49-F238E27FC236}">
                <a16:creationId xmlns:a16="http://schemas.microsoft.com/office/drawing/2014/main" id="{C83511F7-1E66-04C0-64CE-2CA8940B2D71}"/>
              </a:ext>
            </a:extLst>
          </p:cNvPr>
          <p:cNvSpPr>
            <a:spLocks noGrp="1" noChangeArrowheads="1"/>
          </p:cNvSpPr>
          <p:nvPr>
            <p:ph type="ftr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buFont typeface="Monotype Sorts" charset="2"/>
              <a:buNone/>
              <a:defRPr/>
            </a:pPr>
            <a:r>
              <a:rPr lang="en-US" dirty="0"/>
              <a:t>Data Structures and Algorithms in Python</a:t>
            </a:r>
          </a:p>
        </p:txBody>
      </p:sp>
    </p:spTree>
    <p:extLst>
      <p:ext uri="{BB962C8B-B14F-4D97-AF65-F5344CB8AC3E}">
        <p14:creationId xmlns:p14="http://schemas.microsoft.com/office/powerpoint/2010/main" val="131378502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3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4" descr="MFE NEU – Khoa Toán Đại học kinh tế quốc dân">
            <a:extLst>
              <a:ext uri="{FF2B5EF4-FFF2-40B4-BE49-F238E27FC236}">
                <a16:creationId xmlns:a16="http://schemas.microsoft.com/office/drawing/2014/main" id="{E3DD5CD5-03D4-60F7-A7D2-418ECFBB3570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340850" y="0"/>
            <a:ext cx="2851151" cy="711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5" name="Freeform 13">
            <a:extLst>
              <a:ext uri="{FF2B5EF4-FFF2-40B4-BE49-F238E27FC236}">
                <a16:creationId xmlns:a16="http://schemas.microsoft.com/office/drawing/2014/main" id="{AB79923C-0D24-F53B-D9C9-FA068E03CBFF}"/>
              </a:ext>
            </a:extLst>
          </p:cNvPr>
          <p:cNvSpPr/>
          <p:nvPr userDrawn="1"/>
        </p:nvSpPr>
        <p:spPr>
          <a:xfrm>
            <a:off x="851141" y="711200"/>
            <a:ext cx="1750219" cy="596044"/>
          </a:xfrm>
          <a:custGeom>
            <a:avLst/>
            <a:gdLst>
              <a:gd name="connsiteX0" fmla="*/ 471488 w 1750219"/>
              <a:gd name="connsiteY0" fmla="*/ 0 h 721518"/>
              <a:gd name="connsiteX1" fmla="*/ 0 w 1750219"/>
              <a:gd name="connsiteY1" fmla="*/ 0 h 721518"/>
              <a:gd name="connsiteX2" fmla="*/ 0 w 1750219"/>
              <a:gd name="connsiteY2" fmla="*/ 721518 h 721518"/>
              <a:gd name="connsiteX3" fmla="*/ 1750219 w 1750219"/>
              <a:gd name="connsiteY3" fmla="*/ 721518 h 72151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750219" h="721518">
                <a:moveTo>
                  <a:pt x="471488" y="0"/>
                </a:moveTo>
                <a:lnTo>
                  <a:pt x="0" y="0"/>
                </a:lnTo>
                <a:lnTo>
                  <a:pt x="0" y="721518"/>
                </a:lnTo>
                <a:lnTo>
                  <a:pt x="1750219" y="721518"/>
                </a:lnTo>
              </a:path>
            </a:pathLst>
          </a:custGeom>
          <a:noFill/>
          <a:ln w="57150" cmpd="thickThin">
            <a:solidFill>
              <a:srgbClr val="223771"/>
            </a:solidFill>
          </a:ln>
          <a:scene3d>
            <a:camera prst="orthographicFront"/>
            <a:lightRig rig="threePt" dir="t"/>
          </a:scene3d>
          <a:sp3d>
            <a:bevelB/>
            <a:contourClr>
              <a:srgbClr val="000000"/>
            </a:contourClr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defTabSz="257175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sz="1013">
              <a:solidFill>
                <a:prstClr val="white"/>
              </a:solidFill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sz="28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>
            <a:lvl1pPr marL="128588" indent="-128588">
              <a:lnSpc>
                <a:spcPct val="150000"/>
              </a:lnSpc>
              <a:buClr>
                <a:schemeClr val="accent2"/>
              </a:buClr>
              <a:buFont typeface="Wingdings" panose="05000000000000000000" pitchFamily="2" charset="2"/>
              <a:buChar char="q"/>
              <a:defRPr sz="2400"/>
            </a:lvl1pPr>
            <a:lvl2pPr marL="385763" indent="-128588">
              <a:lnSpc>
                <a:spcPct val="150000"/>
              </a:lnSpc>
              <a:buClr>
                <a:schemeClr val="accent2"/>
              </a:buClr>
              <a:buFont typeface="Wingdings" panose="05000000000000000000" pitchFamily="2" charset="2"/>
              <a:buChar char="Ø"/>
              <a:defRPr sz="2000"/>
            </a:lvl2pPr>
            <a:lvl3pPr marL="642938" indent="-128588">
              <a:lnSpc>
                <a:spcPct val="150000"/>
              </a:lnSpc>
              <a:buClr>
                <a:schemeClr val="accent2"/>
              </a:buClr>
              <a:buFont typeface="Wingdings" panose="05000000000000000000" pitchFamily="2" charset="2"/>
              <a:buChar char="ü"/>
              <a:defRPr sz="2000"/>
            </a:lvl3pPr>
            <a:lvl4pPr marL="900113" indent="-128588">
              <a:lnSpc>
                <a:spcPct val="150000"/>
              </a:lnSpc>
              <a:buClr>
                <a:schemeClr val="accent2"/>
              </a:buClr>
              <a:buFont typeface="Courier New" panose="02070309020205020404" pitchFamily="49" charset="0"/>
              <a:buChar char="o"/>
              <a:defRPr sz="1600"/>
            </a:lvl4pPr>
            <a:lvl5pPr marL="1157288" indent="-128588">
              <a:lnSpc>
                <a:spcPct val="150000"/>
              </a:lnSpc>
              <a:buClr>
                <a:schemeClr val="accent2"/>
              </a:buClr>
              <a:buFont typeface="Wingdings" panose="05000000000000000000" pitchFamily="2" charset="2"/>
              <a:buChar char="§"/>
              <a:defRPr sz="140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6" name="Rectangle 8">
            <a:extLst>
              <a:ext uri="{FF2B5EF4-FFF2-40B4-BE49-F238E27FC236}">
                <a16:creationId xmlns:a16="http://schemas.microsoft.com/office/drawing/2014/main" id="{6123AFBE-2234-186F-5F0C-22D156916CE5}"/>
              </a:ext>
            </a:extLst>
          </p:cNvPr>
          <p:cNvSpPr>
            <a:spLocks noGrp="1" noChangeArrowheads="1"/>
          </p:cNvSpPr>
          <p:nvPr>
            <p:ph type="sldNum" sz="quarter" idx="10"/>
          </p:nvPr>
        </p:nvSpPr>
        <p:spPr/>
        <p:txBody>
          <a:bodyPr/>
          <a:lstStyle>
            <a:lvl1pPr defTabSz="685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</a:lstStyle>
          <a:p>
            <a:pPr>
              <a:buFont typeface="Monotype Sorts" charset="2"/>
              <a:buNone/>
              <a:defRPr/>
            </a:pPr>
            <a:fld id="{34A84676-C444-4AC5-8B4E-405A7C81C0FB}" type="slidenum">
              <a:rPr lang="en-US" altLang="en-US" smtClean="0"/>
              <a:pPr>
                <a:buFont typeface="Monotype Sorts" charset="2"/>
                <a:buNone/>
                <a:defRPr/>
              </a:pPr>
              <a:t>‹#›</a:t>
            </a:fld>
            <a:endParaRPr lang="en-US" altLang="en-US" dirty="0"/>
          </a:p>
        </p:txBody>
      </p:sp>
      <p:sp>
        <p:nvSpPr>
          <p:cNvPr id="7" name="Rectangle 3">
            <a:extLst>
              <a:ext uri="{FF2B5EF4-FFF2-40B4-BE49-F238E27FC236}">
                <a16:creationId xmlns:a16="http://schemas.microsoft.com/office/drawing/2014/main" id="{2964D1F0-47D7-5B21-B6DA-1122FAFAABBE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buFont typeface="Monotype Sorts" charset="2"/>
              <a:buNone/>
              <a:defRPr/>
            </a:pPr>
            <a:r>
              <a:rPr lang="en-US" dirty="0"/>
              <a:t>Data Structures and Algorithms in Python</a:t>
            </a:r>
          </a:p>
        </p:txBody>
      </p:sp>
      <p:sp>
        <p:nvSpPr>
          <p:cNvPr id="8" name="Date Placeholder 1">
            <a:extLst>
              <a:ext uri="{FF2B5EF4-FFF2-40B4-BE49-F238E27FC236}">
                <a16:creationId xmlns:a16="http://schemas.microsoft.com/office/drawing/2014/main" id="{AD08CD51-62C0-58FD-6E1D-88EF84F0130D}"/>
              </a:ext>
            </a:extLst>
          </p:cNvPr>
          <p:cNvSpPr>
            <a:spLocks noGrp="1"/>
          </p:cNvSpPr>
          <p:nvPr>
            <p:ph type="dt" sz="half" idx="12"/>
          </p:nvPr>
        </p:nvSpPr>
        <p:spPr/>
        <p:txBody>
          <a:bodyPr/>
          <a:lstStyle>
            <a:lvl1pPr>
              <a:defRPr smtClean="0"/>
            </a:lvl1pPr>
          </a:lstStyle>
          <a:p>
            <a:pPr>
              <a:buFont typeface="Monotype Sorts" charset="2"/>
              <a:buNone/>
              <a:defRPr/>
            </a:pPr>
            <a:fld id="{FC32583D-C3E8-4AE3-B635-FDFA2D64A695}" type="datetime1">
              <a:rPr lang="en-US" smtClean="0"/>
              <a:t>3/20/2024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3070851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4" descr="MFE NEU – Khoa Toán Đại học kinh tế quốc dân">
            <a:extLst>
              <a:ext uri="{FF2B5EF4-FFF2-40B4-BE49-F238E27FC236}">
                <a16:creationId xmlns:a16="http://schemas.microsoft.com/office/drawing/2014/main" id="{674A9898-7971-B5A8-417E-1AFD68C3E8EE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340850" y="0"/>
            <a:ext cx="2851151" cy="711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4" name="Rectangle 8">
            <a:extLst>
              <a:ext uri="{FF2B5EF4-FFF2-40B4-BE49-F238E27FC236}">
                <a16:creationId xmlns:a16="http://schemas.microsoft.com/office/drawing/2014/main" id="{661F23F4-6AD8-94D5-2C85-4CB1F4DB441C}"/>
              </a:ext>
            </a:extLst>
          </p:cNvPr>
          <p:cNvSpPr>
            <a:spLocks noGrp="1" noChangeArrowheads="1"/>
          </p:cNvSpPr>
          <p:nvPr>
            <p:ph type="sldNum" sz="quarter" idx="10"/>
          </p:nvPr>
        </p:nvSpPr>
        <p:spPr/>
        <p:txBody>
          <a:bodyPr/>
          <a:lstStyle>
            <a:lvl1pPr defTabSz="685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</a:lstStyle>
          <a:p>
            <a:pPr>
              <a:buFont typeface="Monotype Sorts" charset="2"/>
              <a:buNone/>
              <a:defRPr/>
            </a:pPr>
            <a:fld id="{B0510DBD-B54C-4BB2-9910-15204BA8081C}" type="slidenum">
              <a:rPr lang="en-US" altLang="en-US" smtClean="0"/>
              <a:pPr>
                <a:buFont typeface="Monotype Sorts" charset="2"/>
                <a:buNone/>
                <a:defRPr/>
              </a:pPr>
              <a:t>‹#›</a:t>
            </a:fld>
            <a:endParaRPr lang="en-US" altLang="en-US" dirty="0"/>
          </a:p>
        </p:txBody>
      </p:sp>
      <p:sp>
        <p:nvSpPr>
          <p:cNvPr id="5" name="Footer Placeholder 11">
            <a:extLst>
              <a:ext uri="{FF2B5EF4-FFF2-40B4-BE49-F238E27FC236}">
                <a16:creationId xmlns:a16="http://schemas.microsoft.com/office/drawing/2014/main" id="{928E7F04-0F8E-0741-CB89-B9A5C1DC84CD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buFont typeface="Monotype Sorts" charset="2"/>
              <a:buNone/>
              <a:defRPr/>
            </a:pPr>
            <a:r>
              <a:rPr lang="en-US" dirty="0"/>
              <a:t>Data Structures and Algorithms in Python</a:t>
            </a:r>
          </a:p>
        </p:txBody>
      </p:sp>
      <p:sp>
        <p:nvSpPr>
          <p:cNvPr id="6" name="Date Placeholder 1">
            <a:extLst>
              <a:ext uri="{FF2B5EF4-FFF2-40B4-BE49-F238E27FC236}">
                <a16:creationId xmlns:a16="http://schemas.microsoft.com/office/drawing/2014/main" id="{8F00BDC9-ED95-ECCB-3AA2-7C715A291A58}"/>
              </a:ext>
            </a:extLst>
          </p:cNvPr>
          <p:cNvSpPr>
            <a:spLocks noGrp="1"/>
          </p:cNvSpPr>
          <p:nvPr>
            <p:ph type="dt" sz="half" idx="12"/>
          </p:nvPr>
        </p:nvSpPr>
        <p:spPr/>
        <p:txBody>
          <a:bodyPr/>
          <a:lstStyle>
            <a:lvl1pPr>
              <a:defRPr smtClean="0"/>
            </a:lvl1pPr>
          </a:lstStyle>
          <a:p>
            <a:pPr>
              <a:buFont typeface="Monotype Sorts" charset="2"/>
              <a:buNone/>
              <a:defRPr/>
            </a:pPr>
            <a:fld id="{3F34B5DD-F4AF-4694-A8F2-2077CF152765}" type="datetime1">
              <a:rPr lang="en-US" smtClean="0"/>
              <a:t>3/20/2024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6350825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26" name="Group 6">
            <a:extLst>
              <a:ext uri="{FF2B5EF4-FFF2-40B4-BE49-F238E27FC236}">
                <a16:creationId xmlns:a16="http://schemas.microsoft.com/office/drawing/2014/main" id="{95787B45-CCD1-2665-35CA-26FF8EFF88D7}"/>
              </a:ext>
            </a:extLst>
          </p:cNvPr>
          <p:cNvGrpSpPr>
            <a:grpSpLocks/>
          </p:cNvGrpSpPr>
          <p:nvPr/>
        </p:nvGrpSpPr>
        <p:grpSpPr bwMode="auto">
          <a:xfrm>
            <a:off x="0" y="6494463"/>
            <a:ext cx="12192000" cy="373062"/>
            <a:chOff x="0" y="1661375"/>
            <a:chExt cx="12192000" cy="373091"/>
          </a:xfrm>
        </p:grpSpPr>
        <p:sp>
          <p:nvSpPr>
            <p:cNvPr id="8" name="Rectangle 7">
              <a:extLst>
                <a:ext uri="{FF2B5EF4-FFF2-40B4-BE49-F238E27FC236}">
                  <a16:creationId xmlns:a16="http://schemas.microsoft.com/office/drawing/2014/main" id="{E0A8C841-F6D0-23B2-733A-1CD90B3F4DAD}"/>
                </a:ext>
              </a:extLst>
            </p:cNvPr>
            <p:cNvSpPr/>
            <p:nvPr/>
          </p:nvSpPr>
          <p:spPr>
            <a:xfrm>
              <a:off x="0" y="1661375"/>
              <a:ext cx="12192000" cy="109546"/>
            </a:xfrm>
            <a:prstGeom prst="rect">
              <a:avLst/>
            </a:prstGeom>
            <a:solidFill>
              <a:srgbClr val="F2652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defTabSz="257175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 sz="1000">
                <a:solidFill>
                  <a:prstClr val="white"/>
                </a:solidFill>
              </a:endParaRPr>
            </a:p>
          </p:txBody>
        </p:sp>
        <p:sp>
          <p:nvSpPr>
            <p:cNvPr id="9" name="Rectangle 8">
              <a:extLst>
                <a:ext uri="{FF2B5EF4-FFF2-40B4-BE49-F238E27FC236}">
                  <a16:creationId xmlns:a16="http://schemas.microsoft.com/office/drawing/2014/main" id="{3F0B988D-9418-5175-B8F1-38CA646ADBA2}"/>
                </a:ext>
              </a:extLst>
            </p:cNvPr>
            <p:cNvSpPr/>
            <p:nvPr/>
          </p:nvSpPr>
          <p:spPr>
            <a:xfrm>
              <a:off x="0" y="1759808"/>
              <a:ext cx="12192000" cy="274658"/>
            </a:xfrm>
            <a:prstGeom prst="rect">
              <a:avLst/>
            </a:prstGeom>
            <a:solidFill>
              <a:srgbClr val="22377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defTabSz="257175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 sz="1000" dirty="0">
                <a:solidFill>
                  <a:prstClr val="white"/>
                </a:solidFill>
              </a:endParaRPr>
            </a:p>
          </p:txBody>
        </p:sp>
      </p:grp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B3B3991-06E6-1D64-C030-E5657676DBB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9448800" y="6600825"/>
            <a:ext cx="2743200" cy="2746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 defTabSz="257175" eaLnBrk="1" fontAlgn="auto" hangingPunct="1">
              <a:spcBef>
                <a:spcPts val="0"/>
              </a:spcBef>
              <a:spcAft>
                <a:spcPts val="0"/>
              </a:spcAft>
              <a:defRPr sz="1000">
                <a:solidFill>
                  <a:prstClr val="white"/>
                </a:solidFill>
                <a:latin typeface="Calibri" panose="020F0502020204030204"/>
                <a:ea typeface="+mn-ea"/>
              </a:defRPr>
            </a:lvl1pPr>
          </a:lstStyle>
          <a:p>
            <a:pPr>
              <a:buFont typeface="Monotype Sorts" charset="2"/>
              <a:buNone/>
              <a:defRPr/>
            </a:pPr>
            <a:fld id="{B77A7909-E221-4E66-A5EF-13497EA60DDF}" type="slidenum">
              <a:rPr lang="en-US" smtClean="0"/>
              <a:pPr>
                <a:buFont typeface="Monotype Sorts" charset="2"/>
                <a:buNone/>
                <a:defRPr/>
              </a:pPr>
              <a:t>‹#›</a:t>
            </a:fld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DB57D17-CBC3-C51E-EB1C-7963F0F1D19C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0" y="6600827"/>
            <a:ext cx="2743200" cy="25717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 defTabSz="257175" eaLnBrk="1" fontAlgn="auto" hangingPunct="1">
              <a:spcBef>
                <a:spcPts val="0"/>
              </a:spcBef>
              <a:spcAft>
                <a:spcPts val="0"/>
              </a:spcAft>
              <a:defRPr sz="1000" smtClean="0">
                <a:solidFill>
                  <a:prstClr val="white"/>
                </a:solidFill>
                <a:latin typeface="Calibri" panose="020F0502020204030204"/>
                <a:ea typeface="+mn-ea"/>
              </a:defRPr>
            </a:lvl1pPr>
          </a:lstStyle>
          <a:p>
            <a:pPr>
              <a:buFont typeface="Monotype Sorts" charset="2"/>
              <a:buNone/>
              <a:defRPr/>
            </a:pPr>
            <a:fld id="{D956F7ED-D063-4ECE-9B57-E455597CA494}" type="datetime1">
              <a:rPr lang="en-US" smtClean="0"/>
              <a:t>3/20/2024</a:t>
            </a:fld>
            <a:endParaRPr lang="en-US" dirty="0"/>
          </a:p>
        </p:txBody>
      </p:sp>
      <p:sp>
        <p:nvSpPr>
          <p:cNvPr id="1029" name="Title Placeholder 1">
            <a:extLst>
              <a:ext uri="{FF2B5EF4-FFF2-40B4-BE49-F238E27FC236}">
                <a16:creationId xmlns:a16="http://schemas.microsoft.com/office/drawing/2014/main" id="{B3DE4959-DECB-5DE9-5280-05B3FE6EB057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 bwMode="auto">
          <a:xfrm>
            <a:off x="838200" y="365127"/>
            <a:ext cx="10515600" cy="13255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/>
              <a:t>Click to edit Master title style</a:t>
            </a:r>
          </a:p>
        </p:txBody>
      </p:sp>
      <p:sp>
        <p:nvSpPr>
          <p:cNvPr id="1030" name="Text Placeholder 2">
            <a:extLst>
              <a:ext uri="{FF2B5EF4-FFF2-40B4-BE49-F238E27FC236}">
                <a16:creationId xmlns:a16="http://schemas.microsoft.com/office/drawing/2014/main" id="{810CF440-6E0B-2021-0C2C-5CE6B0FDCE52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 dirty="0"/>
              <a:t>Click to edit Master text styles</a:t>
            </a:r>
          </a:p>
          <a:p>
            <a:pPr lvl="1"/>
            <a:r>
              <a:rPr lang="en-US" altLang="en-US" dirty="0"/>
              <a:t>Second level</a:t>
            </a:r>
          </a:p>
          <a:p>
            <a:pPr lvl="2"/>
            <a:r>
              <a:rPr lang="en-US" altLang="en-US" dirty="0"/>
              <a:t>Third level</a:t>
            </a:r>
          </a:p>
          <a:p>
            <a:pPr lvl="3"/>
            <a:r>
              <a:rPr lang="en-US" altLang="en-US" dirty="0"/>
              <a:t>Fourth level</a:t>
            </a:r>
          </a:p>
          <a:p>
            <a:pPr lvl="4"/>
            <a:r>
              <a:rPr lang="en-US" altLang="en-US" dirty="0"/>
              <a:t>Fifth level</a:t>
            </a:r>
          </a:p>
        </p:txBody>
      </p:sp>
      <p:sp>
        <p:nvSpPr>
          <p:cNvPr id="10" name="Rectangle 3">
            <a:extLst>
              <a:ext uri="{FF2B5EF4-FFF2-40B4-BE49-F238E27FC236}">
                <a16:creationId xmlns:a16="http://schemas.microsoft.com/office/drawing/2014/main" id="{CCD044D3-EBD5-9CF6-2CD8-89513494DC68}"/>
              </a:ext>
            </a:extLst>
          </p:cNvPr>
          <p:cNvSpPr>
            <a:spLocks noGrp="1" noChangeArrowheads="1"/>
          </p:cNvSpPr>
          <p:nvPr>
            <p:ph type="ftr" sz="quarter" idx="3"/>
          </p:nvPr>
        </p:nvSpPr>
        <p:spPr>
          <a:xfrm>
            <a:off x="3871914" y="6604000"/>
            <a:ext cx="4967287" cy="254000"/>
          </a:xfrm>
          <a:prstGeom prst="rect">
            <a:avLst/>
          </a:prstGeom>
          <a:ln/>
        </p:spPr>
        <p:txBody>
          <a:bodyPr/>
          <a:lstStyle>
            <a:lvl1pPr>
              <a:defRPr sz="1000">
                <a:solidFill>
                  <a:schemeClr val="bg1"/>
                </a:solidFill>
              </a:defRPr>
            </a:lvl1pPr>
          </a:lstStyle>
          <a:p>
            <a:pPr>
              <a:buFont typeface="Monotype Sorts" charset="2"/>
              <a:buNone/>
              <a:defRPr/>
            </a:pPr>
            <a:r>
              <a:rPr lang="en-US"/>
              <a:t>Data Structures and Algorithms in Python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132012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4" r:id="rId1"/>
    <p:sldLayoutId id="2147483665" r:id="rId2"/>
    <p:sldLayoutId id="2147483666" r:id="rId3"/>
    <p:sldLayoutId id="2147483667" r:id="rId4"/>
    <p:sldLayoutId id="2147483668" r:id="rId5"/>
    <p:sldLayoutId id="2147483669" r:id="rId6"/>
    <p:sldLayoutId id="2147483670" r:id="rId7"/>
    <p:sldLayoutId id="2147483671" r:id="rId8"/>
    <p:sldLayoutId id="2147483672" r:id="rId9"/>
    <p:sldLayoutId id="2147483673" r:id="rId10"/>
    <p:sldLayoutId id="2147483674" r:id="rId11"/>
  </p:sldLayoutIdLst>
  <p:hf hdr="0"/>
  <p:txStyles>
    <p:titleStyle>
      <a:lvl1pPr algn="l" defTabSz="514350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2475" kern="1200">
          <a:solidFill>
            <a:schemeClr val="tx1"/>
          </a:solidFill>
          <a:latin typeface="Arial" panose="020B0604020202020204" pitchFamily="34" charset="0"/>
          <a:ea typeface="+mj-ea"/>
          <a:cs typeface="Arial" panose="020B0604020202020204" pitchFamily="34" charset="0"/>
        </a:defRPr>
      </a:lvl1pPr>
      <a:lvl2pPr algn="l" defTabSz="514350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2475">
          <a:solidFill>
            <a:schemeClr val="tx1"/>
          </a:solidFill>
          <a:latin typeface="Arial" panose="020B0604020202020204" pitchFamily="34" charset="0"/>
          <a:cs typeface="Arial" panose="020B0604020202020204" pitchFamily="34" charset="0"/>
        </a:defRPr>
      </a:lvl2pPr>
      <a:lvl3pPr algn="l" defTabSz="514350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2475">
          <a:solidFill>
            <a:schemeClr val="tx1"/>
          </a:solidFill>
          <a:latin typeface="Arial" panose="020B0604020202020204" pitchFamily="34" charset="0"/>
          <a:cs typeface="Arial" panose="020B0604020202020204" pitchFamily="34" charset="0"/>
        </a:defRPr>
      </a:lvl3pPr>
      <a:lvl4pPr algn="l" defTabSz="514350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2475">
          <a:solidFill>
            <a:schemeClr val="tx1"/>
          </a:solidFill>
          <a:latin typeface="Arial" panose="020B0604020202020204" pitchFamily="34" charset="0"/>
          <a:cs typeface="Arial" panose="020B0604020202020204" pitchFamily="34" charset="0"/>
        </a:defRPr>
      </a:lvl4pPr>
      <a:lvl5pPr algn="l" defTabSz="514350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2475">
          <a:solidFill>
            <a:schemeClr val="tx1"/>
          </a:solidFill>
          <a:latin typeface="Arial" panose="020B0604020202020204" pitchFamily="34" charset="0"/>
          <a:cs typeface="Arial" panose="020B0604020202020204" pitchFamily="34" charset="0"/>
        </a:defRPr>
      </a:lvl5pPr>
      <a:lvl6pPr marL="342900" algn="l" defTabSz="514350" rtl="0" fontAlgn="base">
        <a:lnSpc>
          <a:spcPct val="90000"/>
        </a:lnSpc>
        <a:spcBef>
          <a:spcPct val="0"/>
        </a:spcBef>
        <a:spcAft>
          <a:spcPct val="0"/>
        </a:spcAft>
        <a:defRPr sz="2475">
          <a:solidFill>
            <a:schemeClr val="tx1"/>
          </a:solidFill>
          <a:latin typeface="Arial" panose="020B0604020202020204" pitchFamily="34" charset="0"/>
          <a:cs typeface="Arial" panose="020B0604020202020204" pitchFamily="34" charset="0"/>
        </a:defRPr>
      </a:lvl6pPr>
      <a:lvl7pPr marL="685800" algn="l" defTabSz="514350" rtl="0" fontAlgn="base">
        <a:lnSpc>
          <a:spcPct val="90000"/>
        </a:lnSpc>
        <a:spcBef>
          <a:spcPct val="0"/>
        </a:spcBef>
        <a:spcAft>
          <a:spcPct val="0"/>
        </a:spcAft>
        <a:defRPr sz="2475">
          <a:solidFill>
            <a:schemeClr val="tx1"/>
          </a:solidFill>
          <a:latin typeface="Arial" panose="020B0604020202020204" pitchFamily="34" charset="0"/>
          <a:cs typeface="Arial" panose="020B0604020202020204" pitchFamily="34" charset="0"/>
        </a:defRPr>
      </a:lvl7pPr>
      <a:lvl8pPr marL="1028700" algn="l" defTabSz="514350" rtl="0" fontAlgn="base">
        <a:lnSpc>
          <a:spcPct val="90000"/>
        </a:lnSpc>
        <a:spcBef>
          <a:spcPct val="0"/>
        </a:spcBef>
        <a:spcAft>
          <a:spcPct val="0"/>
        </a:spcAft>
        <a:defRPr sz="2475">
          <a:solidFill>
            <a:schemeClr val="tx1"/>
          </a:solidFill>
          <a:latin typeface="Arial" panose="020B0604020202020204" pitchFamily="34" charset="0"/>
          <a:cs typeface="Arial" panose="020B0604020202020204" pitchFamily="34" charset="0"/>
        </a:defRPr>
      </a:lvl8pPr>
      <a:lvl9pPr marL="1371600" algn="l" defTabSz="514350" rtl="0" fontAlgn="base">
        <a:lnSpc>
          <a:spcPct val="90000"/>
        </a:lnSpc>
        <a:spcBef>
          <a:spcPct val="0"/>
        </a:spcBef>
        <a:spcAft>
          <a:spcPct val="0"/>
        </a:spcAft>
        <a:defRPr sz="2475">
          <a:solidFill>
            <a:schemeClr val="tx1"/>
          </a:solidFill>
          <a:latin typeface="Arial" panose="020B0604020202020204" pitchFamily="34" charset="0"/>
          <a:cs typeface="Arial" panose="020B0604020202020204" pitchFamily="34" charset="0"/>
        </a:defRPr>
      </a:lvl9pPr>
    </p:titleStyle>
    <p:bodyStyle>
      <a:lvl1pPr marL="128588" indent="-128588" algn="l" defTabSz="514350" rtl="0" eaLnBrk="0" fontAlgn="base" hangingPunct="0">
        <a:lnSpc>
          <a:spcPct val="90000"/>
        </a:lnSpc>
        <a:spcBef>
          <a:spcPts val="563"/>
        </a:spcBef>
        <a:spcAft>
          <a:spcPct val="0"/>
        </a:spcAft>
        <a:buFont typeface="Arial" panose="020B0604020202020204" pitchFamily="34" charset="0"/>
        <a:buChar char="•"/>
        <a:defRPr sz="1575" kern="120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1pPr>
      <a:lvl2pPr marL="385763" indent="-128588" algn="l" defTabSz="514350" rtl="0" eaLnBrk="0" fontAlgn="base" hangingPunct="0">
        <a:lnSpc>
          <a:spcPct val="90000"/>
        </a:lnSpc>
        <a:spcBef>
          <a:spcPts val="281"/>
        </a:spcBef>
        <a:spcAft>
          <a:spcPct val="0"/>
        </a:spcAft>
        <a:buFont typeface="Arial" panose="020B0604020202020204" pitchFamily="34" charset="0"/>
        <a:buChar char="•"/>
        <a:defRPr kern="120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2pPr>
      <a:lvl3pPr marL="642938" indent="-128588" algn="l" defTabSz="514350" rtl="0" eaLnBrk="0" fontAlgn="base" hangingPunct="0">
        <a:lnSpc>
          <a:spcPct val="90000"/>
        </a:lnSpc>
        <a:spcBef>
          <a:spcPts val="281"/>
        </a:spcBef>
        <a:spcAft>
          <a:spcPct val="0"/>
        </a:spcAft>
        <a:buFont typeface="Arial" panose="020B0604020202020204" pitchFamily="34" charset="0"/>
        <a:buChar char="•"/>
        <a:defRPr sz="1125" kern="120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3pPr>
      <a:lvl4pPr marL="900113" indent="-128588" algn="l" defTabSz="514350" rtl="0" eaLnBrk="0" fontAlgn="base" hangingPunct="0">
        <a:lnSpc>
          <a:spcPct val="90000"/>
        </a:lnSpc>
        <a:spcBef>
          <a:spcPts val="281"/>
        </a:spcBef>
        <a:spcAft>
          <a:spcPct val="0"/>
        </a:spcAft>
        <a:buFont typeface="Arial" panose="020B0604020202020204" pitchFamily="34" charset="0"/>
        <a:buChar char="•"/>
        <a:defRPr sz="975" kern="120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4pPr>
      <a:lvl5pPr marL="1157288" indent="-128588" algn="l" defTabSz="514350" rtl="0" eaLnBrk="0" fontAlgn="base" hangingPunct="0">
        <a:lnSpc>
          <a:spcPct val="90000"/>
        </a:lnSpc>
        <a:spcBef>
          <a:spcPts val="281"/>
        </a:spcBef>
        <a:spcAft>
          <a:spcPct val="0"/>
        </a:spcAft>
        <a:buFont typeface="Arial" panose="020B0604020202020204" pitchFamily="34" charset="0"/>
        <a:buChar char="•"/>
        <a:defRPr sz="975" kern="120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5pPr>
      <a:lvl6pPr marL="1414463" indent="-128588" algn="l" defTabSz="514350" rtl="0" eaLnBrk="1" latinLnBrk="0" hangingPunct="1">
        <a:lnSpc>
          <a:spcPct val="90000"/>
        </a:lnSpc>
        <a:spcBef>
          <a:spcPts val="281"/>
        </a:spcBef>
        <a:buFont typeface="Arial" panose="020B0604020202020204" pitchFamily="34" charset="0"/>
        <a:buChar char="•"/>
        <a:defRPr sz="1013" kern="1200">
          <a:solidFill>
            <a:schemeClr val="tx1"/>
          </a:solidFill>
          <a:latin typeface="+mn-lt"/>
          <a:ea typeface="+mn-ea"/>
          <a:cs typeface="+mn-cs"/>
        </a:defRPr>
      </a:lvl6pPr>
      <a:lvl7pPr marL="1671638" indent="-128588" algn="l" defTabSz="514350" rtl="0" eaLnBrk="1" latinLnBrk="0" hangingPunct="1">
        <a:lnSpc>
          <a:spcPct val="90000"/>
        </a:lnSpc>
        <a:spcBef>
          <a:spcPts val="281"/>
        </a:spcBef>
        <a:buFont typeface="Arial" panose="020B0604020202020204" pitchFamily="34" charset="0"/>
        <a:buChar char="•"/>
        <a:defRPr sz="1013" kern="1200">
          <a:solidFill>
            <a:schemeClr val="tx1"/>
          </a:solidFill>
          <a:latin typeface="+mn-lt"/>
          <a:ea typeface="+mn-ea"/>
          <a:cs typeface="+mn-cs"/>
        </a:defRPr>
      </a:lvl7pPr>
      <a:lvl8pPr marL="1928813" indent="-128588" algn="l" defTabSz="514350" rtl="0" eaLnBrk="1" latinLnBrk="0" hangingPunct="1">
        <a:lnSpc>
          <a:spcPct val="90000"/>
        </a:lnSpc>
        <a:spcBef>
          <a:spcPts val="281"/>
        </a:spcBef>
        <a:buFont typeface="Arial" panose="020B0604020202020204" pitchFamily="34" charset="0"/>
        <a:buChar char="•"/>
        <a:defRPr sz="1013" kern="1200">
          <a:solidFill>
            <a:schemeClr val="tx1"/>
          </a:solidFill>
          <a:latin typeface="+mn-lt"/>
          <a:ea typeface="+mn-ea"/>
          <a:cs typeface="+mn-cs"/>
        </a:defRPr>
      </a:lvl8pPr>
      <a:lvl9pPr marL="2185988" indent="-128588" algn="l" defTabSz="514350" rtl="0" eaLnBrk="1" latinLnBrk="0" hangingPunct="1">
        <a:lnSpc>
          <a:spcPct val="90000"/>
        </a:lnSpc>
        <a:spcBef>
          <a:spcPts val="281"/>
        </a:spcBef>
        <a:buFont typeface="Arial" panose="020B0604020202020204" pitchFamily="34" charset="0"/>
        <a:buChar char="•"/>
        <a:defRPr sz="1013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514350" rtl="0" eaLnBrk="1" latinLnBrk="0" hangingPunct="1">
        <a:defRPr sz="1013" kern="1200">
          <a:solidFill>
            <a:schemeClr val="tx1"/>
          </a:solidFill>
          <a:latin typeface="+mn-lt"/>
          <a:ea typeface="+mn-ea"/>
          <a:cs typeface="+mn-cs"/>
        </a:defRPr>
      </a:lvl1pPr>
      <a:lvl2pPr marL="257175" algn="l" defTabSz="514350" rtl="0" eaLnBrk="1" latinLnBrk="0" hangingPunct="1">
        <a:defRPr sz="1013" kern="1200">
          <a:solidFill>
            <a:schemeClr val="tx1"/>
          </a:solidFill>
          <a:latin typeface="+mn-lt"/>
          <a:ea typeface="+mn-ea"/>
          <a:cs typeface="+mn-cs"/>
        </a:defRPr>
      </a:lvl2pPr>
      <a:lvl3pPr marL="514350" algn="l" defTabSz="514350" rtl="0" eaLnBrk="1" latinLnBrk="0" hangingPunct="1">
        <a:defRPr sz="1013" kern="1200">
          <a:solidFill>
            <a:schemeClr val="tx1"/>
          </a:solidFill>
          <a:latin typeface="+mn-lt"/>
          <a:ea typeface="+mn-ea"/>
          <a:cs typeface="+mn-cs"/>
        </a:defRPr>
      </a:lvl3pPr>
      <a:lvl4pPr marL="771525" algn="l" defTabSz="514350" rtl="0" eaLnBrk="1" latinLnBrk="0" hangingPunct="1">
        <a:defRPr sz="1013" kern="1200">
          <a:solidFill>
            <a:schemeClr val="tx1"/>
          </a:solidFill>
          <a:latin typeface="+mn-lt"/>
          <a:ea typeface="+mn-ea"/>
          <a:cs typeface="+mn-cs"/>
        </a:defRPr>
      </a:lvl4pPr>
      <a:lvl5pPr marL="1028700" algn="l" defTabSz="514350" rtl="0" eaLnBrk="1" latinLnBrk="0" hangingPunct="1">
        <a:defRPr sz="1013" kern="1200">
          <a:solidFill>
            <a:schemeClr val="tx1"/>
          </a:solidFill>
          <a:latin typeface="+mn-lt"/>
          <a:ea typeface="+mn-ea"/>
          <a:cs typeface="+mn-cs"/>
        </a:defRPr>
      </a:lvl5pPr>
      <a:lvl6pPr marL="1285875" algn="l" defTabSz="514350" rtl="0" eaLnBrk="1" latinLnBrk="0" hangingPunct="1">
        <a:defRPr sz="1013" kern="1200">
          <a:solidFill>
            <a:schemeClr val="tx1"/>
          </a:solidFill>
          <a:latin typeface="+mn-lt"/>
          <a:ea typeface="+mn-ea"/>
          <a:cs typeface="+mn-cs"/>
        </a:defRPr>
      </a:lvl6pPr>
      <a:lvl7pPr marL="1543050" algn="l" defTabSz="514350" rtl="0" eaLnBrk="1" latinLnBrk="0" hangingPunct="1">
        <a:defRPr sz="1013" kern="1200">
          <a:solidFill>
            <a:schemeClr val="tx1"/>
          </a:solidFill>
          <a:latin typeface="+mn-lt"/>
          <a:ea typeface="+mn-ea"/>
          <a:cs typeface="+mn-cs"/>
        </a:defRPr>
      </a:lvl7pPr>
      <a:lvl8pPr marL="1800225" algn="l" defTabSz="514350" rtl="0" eaLnBrk="1" latinLnBrk="0" hangingPunct="1">
        <a:defRPr sz="1013" kern="1200">
          <a:solidFill>
            <a:schemeClr val="tx1"/>
          </a:solidFill>
          <a:latin typeface="+mn-lt"/>
          <a:ea typeface="+mn-ea"/>
          <a:cs typeface="+mn-cs"/>
        </a:defRPr>
      </a:lvl8pPr>
      <a:lvl9pPr marL="2057400" algn="l" defTabSz="514350" rtl="0" eaLnBrk="1" latinLnBrk="0" hangingPunct="1">
        <a:defRPr sz="1013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8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2" name="Rectangle 1026">
            <a:extLst>
              <a:ext uri="{FF2B5EF4-FFF2-40B4-BE49-F238E27FC236}">
                <a16:creationId xmlns:a16="http://schemas.microsoft.com/office/drawing/2014/main" id="{92E5D540-A172-47D4-6805-9B492CBB4B8E}"/>
              </a:ext>
            </a:extLst>
          </p:cNvPr>
          <p:cNvSpPr>
            <a:spLocks noGrp="1" noChangeArrowheads="1"/>
          </p:cNvSpPr>
          <p:nvPr>
            <p:ph type="ctrTitle" idx="4294967295"/>
          </p:nvPr>
        </p:nvSpPr>
        <p:spPr>
          <a:xfrm>
            <a:off x="2667000" y="1447800"/>
            <a:ext cx="8001000" cy="2209800"/>
          </a:xfrm>
        </p:spPr>
        <p:txBody>
          <a:bodyPr/>
          <a:lstStyle/>
          <a:p>
            <a:pPr eaLnBrk="1" hangingPunct="1"/>
            <a:r>
              <a:rPr lang="en-US" altLang="en-US" sz="4000" b="1"/>
              <a:t>Database Systems: </a:t>
            </a:r>
            <a:br>
              <a:rPr lang="en-US" altLang="en-US" sz="4000" b="1"/>
            </a:br>
            <a:r>
              <a:rPr lang="en-US" altLang="en-US" sz="4000" b="1"/>
              <a:t>Design, Implementation, and Management</a:t>
            </a:r>
            <a:br>
              <a:rPr lang="en-US" altLang="en-US" sz="4000" b="1"/>
            </a:br>
            <a:r>
              <a:rPr lang="en-US" altLang="en-US" sz="4000" b="1"/>
              <a:t>14</a:t>
            </a:r>
            <a:r>
              <a:rPr lang="en-US" altLang="en-US" sz="2800" b="1"/>
              <a:t>th Edition</a:t>
            </a:r>
          </a:p>
        </p:txBody>
      </p:sp>
      <p:sp>
        <p:nvSpPr>
          <p:cNvPr id="15363" name="Rectangle 1027">
            <a:extLst>
              <a:ext uri="{FF2B5EF4-FFF2-40B4-BE49-F238E27FC236}">
                <a16:creationId xmlns:a16="http://schemas.microsoft.com/office/drawing/2014/main" id="{248535E3-6B0B-E1D8-9717-427E36E84EA0}"/>
              </a:ext>
            </a:extLst>
          </p:cNvPr>
          <p:cNvSpPr>
            <a:spLocks noGrp="1" noChangeArrowheads="1"/>
          </p:cNvSpPr>
          <p:nvPr>
            <p:ph type="subTitle" idx="4294967295"/>
          </p:nvPr>
        </p:nvSpPr>
        <p:spPr>
          <a:xfrm>
            <a:off x="2740025" y="4524375"/>
            <a:ext cx="7927975" cy="1462088"/>
          </a:xfrm>
        </p:spPr>
        <p:txBody>
          <a:bodyPr/>
          <a:lstStyle/>
          <a:p>
            <a:pPr marL="0" indent="0" algn="ctr" eaLnBrk="1" hangingPunct="1">
              <a:buFont typeface="Arial" panose="020B0604020202020204" pitchFamily="34" charset="0"/>
              <a:buNone/>
            </a:pPr>
            <a:r>
              <a:rPr lang="en-US" altLang="en-US" sz="3400" i="1"/>
              <a:t>Chapter 1</a:t>
            </a:r>
          </a:p>
          <a:p>
            <a:pPr marL="0" indent="0" algn="ctr" eaLnBrk="1" hangingPunct="1">
              <a:buFont typeface="Arial" panose="020B0604020202020204" pitchFamily="34" charset="0"/>
              <a:buNone/>
            </a:pPr>
            <a:r>
              <a:rPr lang="en-US" altLang="en-US" sz="3400" i="1"/>
              <a:t>Database Systems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A548246-CEB8-0971-5EF9-56854AD4362F}"/>
              </a:ext>
            </a:extLst>
          </p:cNvPr>
          <p:cNvSpPr>
            <a:spLocks noGrp="1"/>
          </p:cNvSpPr>
          <p:nvPr>
            <p:ph type="dt" sz="quarter" idx="10"/>
          </p:nvPr>
        </p:nvSpPr>
        <p:spPr/>
        <p:txBody>
          <a:bodyPr/>
          <a:lstStyle/>
          <a:p>
            <a:pPr>
              <a:defRPr/>
            </a:pPr>
            <a:fld id="{4863D60C-B233-4073-9E4F-853A6F50270F}" type="datetime1">
              <a:rPr lang="en-US" smtClean="0"/>
              <a:t>3/20/2024</a:t>
            </a:fld>
            <a:endParaRPr lang="en-US" dirty="0"/>
          </a:p>
        </p:txBody>
      </p:sp>
      <p:sp>
        <p:nvSpPr>
          <p:cNvPr id="15365" name="Footer Placeholder 5">
            <a:extLst>
              <a:ext uri="{FF2B5EF4-FFF2-40B4-BE49-F238E27FC236}">
                <a16:creationId xmlns:a16="http://schemas.microsoft.com/office/drawing/2014/main" id="{AAF4E8F2-2222-1382-2DBB-5EDCE12E239C}"/>
              </a:ext>
            </a:extLst>
          </p:cNvPr>
          <p:cNvSpPr>
            <a:spLocks noGrp="1" noChangeArrowheads="1"/>
          </p:cNvSpPr>
          <p:nvPr>
            <p:ph type="ftr" sz="quarter" idx="12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sz="1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1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1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1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r>
              <a:rPr lang="en-US" altLang="en-US" sz="1000">
                <a:solidFill>
                  <a:schemeClr val="bg1"/>
                </a:solidFill>
              </a:rPr>
              <a:t>Data Structures and Algorithms in Python</a:t>
            </a:r>
            <a:endParaRPr lang="en-US" altLang="en-US" sz="1000" dirty="0">
              <a:solidFill>
                <a:schemeClr val="bg1"/>
              </a:solidFill>
            </a:endParaRP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8A4F77A-56CD-A304-C081-F43792560CE5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endParaRPr lang="en-US" dirty="0"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774FF61F-2683-08B0-9745-3DDA87C764B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101995"/>
            <a:ext cx="12192000" cy="665401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0" name="Title 1">
            <a:extLst>
              <a:ext uri="{FF2B5EF4-FFF2-40B4-BE49-F238E27FC236}">
                <a16:creationId xmlns:a16="http://schemas.microsoft.com/office/drawing/2014/main" id="{20FFC1CF-C6D1-C190-5CBD-BA8BD4CDF186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838200" y="304800"/>
            <a:ext cx="10515600" cy="1325563"/>
          </a:xfrm>
        </p:spPr>
        <p:txBody>
          <a:bodyPr/>
          <a:lstStyle/>
          <a:p>
            <a:pPr algn="ctr" eaLnBrk="1" hangingPunct="1"/>
            <a:r>
              <a:rPr lang="en-US" altLang="en-US" dirty="0"/>
              <a:t>National Economics University</a:t>
            </a:r>
            <a:br>
              <a:rPr lang="en-US" altLang="en-US" dirty="0"/>
            </a:br>
            <a:r>
              <a:rPr lang="en-US" altLang="en-US" dirty="0"/>
              <a:t>Faculty of Mathematical Economics</a:t>
            </a:r>
          </a:p>
        </p:txBody>
      </p:sp>
      <p:sp>
        <p:nvSpPr>
          <p:cNvPr id="3" name="Title 1">
            <a:extLst>
              <a:ext uri="{FF2B5EF4-FFF2-40B4-BE49-F238E27FC236}">
                <a16:creationId xmlns:a16="http://schemas.microsoft.com/office/drawing/2014/main" id="{650F7E22-523E-06DC-63AF-3DDDA301838E}"/>
              </a:ext>
            </a:extLst>
          </p:cNvPr>
          <p:cNvSpPr txBox="1">
            <a:spLocks/>
          </p:cNvSpPr>
          <p:nvPr/>
        </p:nvSpPr>
        <p:spPr bwMode="auto">
          <a:xfrm>
            <a:off x="838200" y="1828800"/>
            <a:ext cx="10515600" cy="3657600"/>
          </a:xfrm>
          <a:prstGeom prst="rect">
            <a:avLst/>
          </a:prstGeom>
          <a:noFill/>
          <a:ln>
            <a:noFill/>
          </a:ln>
        </p:spPr>
        <p:txBody>
          <a:bodyPr anchor="ctr"/>
          <a:lstStyle>
            <a:lvl1pPr algn="l" defTabSz="685800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300" kern="1200">
                <a:solidFill>
                  <a:schemeClr val="bg1"/>
                </a:solidFill>
                <a:latin typeface="Arial" panose="020B0604020202020204" pitchFamily="34" charset="0"/>
                <a:ea typeface="+mj-ea"/>
                <a:cs typeface="Arial" panose="020B0604020202020204" pitchFamily="34" charset="0"/>
              </a:defRPr>
            </a:lvl1pPr>
            <a:lvl2pPr algn="l" defTabSz="685800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3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algn="l" defTabSz="685800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3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algn="l" defTabSz="685800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3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algn="l" defTabSz="685800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3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457200" algn="l" defTabSz="685800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3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914400" algn="l" defTabSz="685800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3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1371600" algn="l" defTabSz="685800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3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1828800" algn="l" defTabSz="685800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3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>
              <a:buNone/>
              <a:defRPr/>
            </a:pPr>
            <a:r>
              <a:rPr lang="en-US" dirty="0"/>
              <a:t>EP03.TITH1121 - DATA STRUCTURES AND ALGORITHMS: Searching and Sorting</a:t>
            </a:r>
          </a:p>
          <a:p>
            <a:pPr eaLnBrk="1" hangingPunct="1">
              <a:buNone/>
              <a:defRPr/>
            </a:pPr>
            <a:endParaRPr lang="en-US" dirty="0"/>
          </a:p>
          <a:p>
            <a:pPr marL="457200" indent="-457200" eaLnBrk="1" hangingPunct="1">
              <a:buFont typeface="Wingdings" panose="05000000000000000000" pitchFamily="2" charset="2"/>
              <a:buChar char="q"/>
              <a:defRPr/>
            </a:pPr>
            <a:r>
              <a:rPr lang="en-US" dirty="0"/>
              <a:t>Instructor: Duc Minh Vu (MFE)</a:t>
            </a:r>
          </a:p>
          <a:p>
            <a:pPr marL="457200" indent="-457200" eaLnBrk="1" hangingPunct="1">
              <a:buFont typeface="Wingdings" panose="05000000000000000000" pitchFamily="2" charset="2"/>
              <a:buChar char="q"/>
              <a:defRPr/>
            </a:pPr>
            <a:r>
              <a:rPr lang="en-US" dirty="0"/>
              <a:t>Email: </a:t>
            </a:r>
            <a:r>
              <a:rPr lang="en-US" dirty="0" err="1"/>
              <a:t>minhvd</a:t>
            </a:r>
            <a:r>
              <a:rPr lang="en-US" dirty="0"/>
              <a:t> [at] neu.edu.vn</a:t>
            </a:r>
            <a:br>
              <a:rPr lang="en-US" dirty="0"/>
            </a:br>
            <a:endParaRPr lang="en-US" dirty="0"/>
          </a:p>
        </p:txBody>
      </p:sp>
      <p:pic>
        <p:nvPicPr>
          <p:cNvPr id="119810" name="Picture 2">
            <a:extLst>
              <a:ext uri="{FF2B5EF4-FFF2-40B4-BE49-F238E27FC236}">
                <a16:creationId xmlns:a16="http://schemas.microsoft.com/office/drawing/2014/main" id="{5E8352BB-95F8-731F-2EE2-CDB382ECF0A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752600" y="472281"/>
            <a:ext cx="990600" cy="9906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0" name="Date Placeholder 1">
            <a:extLst>
              <a:ext uri="{FF2B5EF4-FFF2-40B4-BE49-F238E27FC236}">
                <a16:creationId xmlns:a16="http://schemas.microsoft.com/office/drawing/2014/main" id="{FF2E9559-A610-6BCA-EEBA-A8DDB5882BF8}"/>
              </a:ext>
            </a:extLst>
          </p:cNvPr>
          <p:cNvSpPr txBox="1">
            <a:spLocks/>
          </p:cNvSpPr>
          <p:nvPr/>
        </p:nvSpPr>
        <p:spPr>
          <a:xfrm>
            <a:off x="0" y="6600827"/>
            <a:ext cx="2743200" cy="257175"/>
          </a:xfrm>
          <a:prstGeom prst="rect">
            <a:avLst/>
          </a:prstGeom>
          <a:ln/>
        </p:spPr>
        <p:txBody>
          <a:bodyPr/>
          <a:lstStyle>
            <a:defPPr>
              <a:defRPr lang="en-US"/>
            </a:defPPr>
            <a:lvl1pPr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6600"/>
              </a:buClr>
              <a:buSzPct val="75000"/>
              <a:buFont typeface="Monotype Sorts" charset="2"/>
              <a:buChar char="l"/>
              <a:defRPr sz="750" kern="12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defRPr>
            </a:lvl1pPr>
            <a:lvl2pPr marL="4572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6600"/>
              </a:buClr>
              <a:buSzPct val="75000"/>
              <a:buFont typeface="Monotype Sorts" charset="2"/>
              <a:buChar char="l"/>
              <a:defRPr sz="2800" kern="12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defRPr>
            </a:lvl2pPr>
            <a:lvl3pPr marL="9144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6600"/>
              </a:buClr>
              <a:buSzPct val="75000"/>
              <a:buFont typeface="Monotype Sorts" charset="2"/>
              <a:buChar char="l"/>
              <a:defRPr sz="2800" kern="12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defRPr>
            </a:lvl3pPr>
            <a:lvl4pPr marL="1371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6600"/>
              </a:buClr>
              <a:buSzPct val="75000"/>
              <a:buFont typeface="Monotype Sorts" charset="2"/>
              <a:buChar char="l"/>
              <a:defRPr sz="2800" kern="12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defRPr>
            </a:lvl4pPr>
            <a:lvl5pPr marL="18288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6600"/>
              </a:buClr>
              <a:buSzPct val="75000"/>
              <a:buFont typeface="Monotype Sorts" charset="2"/>
              <a:buChar char="l"/>
              <a:defRPr sz="2800" kern="12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defRPr>
            </a:lvl5pPr>
            <a:lvl6pPr marL="2286000" algn="l" defTabSz="914400" rtl="0" eaLnBrk="1" latinLnBrk="0" hangingPunct="1">
              <a:defRPr sz="2800" kern="12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defRPr>
            </a:lvl6pPr>
            <a:lvl7pPr marL="2743200" algn="l" defTabSz="914400" rtl="0" eaLnBrk="1" latinLnBrk="0" hangingPunct="1">
              <a:defRPr sz="2800" kern="12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defRPr>
            </a:lvl7pPr>
            <a:lvl8pPr marL="3200400" algn="l" defTabSz="914400" rtl="0" eaLnBrk="1" latinLnBrk="0" hangingPunct="1">
              <a:defRPr sz="2800" kern="12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defRPr>
            </a:lvl8pPr>
            <a:lvl9pPr marL="3657600" algn="l" defTabSz="914400" rtl="0" eaLnBrk="1" latinLnBrk="0" hangingPunct="1">
              <a:defRPr sz="2800" kern="12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defRPr>
            </a:lvl9pPr>
          </a:lstStyle>
          <a:p>
            <a:pPr>
              <a:defRPr/>
            </a:pPr>
            <a:fld id="{51F7BAB8-80DB-4E62-842E-B5FE49FBC773}" type="datetime1">
              <a:rPr lang="en-US" sz="1000" smtClean="0">
                <a:latin typeface="+mn-lt"/>
              </a:rPr>
              <a:pPr>
                <a:defRPr/>
              </a:pPr>
              <a:t>3/20/2024</a:t>
            </a:fld>
            <a:endParaRPr lang="en-US" sz="1000" dirty="0">
              <a:latin typeface="+mn-lt"/>
            </a:endParaRPr>
          </a:p>
        </p:txBody>
      </p:sp>
      <p:sp>
        <p:nvSpPr>
          <p:cNvPr id="11" name="Footer Placeholder 3">
            <a:extLst>
              <a:ext uri="{FF2B5EF4-FFF2-40B4-BE49-F238E27FC236}">
                <a16:creationId xmlns:a16="http://schemas.microsoft.com/office/drawing/2014/main" id="{6296C59F-53C6-1B43-72EC-A1FCFF66E337}"/>
              </a:ext>
            </a:extLst>
          </p:cNvPr>
          <p:cNvSpPr txBox="1">
            <a:spLocks/>
          </p:cNvSpPr>
          <p:nvPr/>
        </p:nvSpPr>
        <p:spPr>
          <a:xfrm>
            <a:off x="3871914" y="6604000"/>
            <a:ext cx="4967287" cy="2540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algn="r" defTabSz="257175" rtl="0" eaLnBrk="1" fontAlgn="auto" hangingPunct="1">
              <a:spcBef>
                <a:spcPts val="0"/>
              </a:spcBef>
              <a:spcAft>
                <a:spcPts val="0"/>
              </a:spcAft>
              <a:buClr>
                <a:srgbClr val="FF6600"/>
              </a:buClr>
              <a:buSzPct val="75000"/>
              <a:buFont typeface="Monotype Sorts" charset="2"/>
              <a:buChar char="l"/>
              <a:defRPr sz="675" kern="1200">
                <a:solidFill>
                  <a:prstClr val="white"/>
                </a:solidFill>
                <a:latin typeface="Calibri" panose="020F0502020204030204"/>
                <a:ea typeface="+mn-ea"/>
                <a:cs typeface="+mn-cs"/>
              </a:defRPr>
            </a:lvl1pPr>
            <a:lvl2pPr marL="4572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6600"/>
              </a:buClr>
              <a:buSzPct val="75000"/>
              <a:buFont typeface="Monotype Sorts" charset="2"/>
              <a:buChar char="l"/>
              <a:defRPr sz="2800" kern="12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defRPr>
            </a:lvl2pPr>
            <a:lvl3pPr marL="9144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6600"/>
              </a:buClr>
              <a:buSzPct val="75000"/>
              <a:buFont typeface="Monotype Sorts" charset="2"/>
              <a:buChar char="l"/>
              <a:defRPr sz="2800" kern="12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defRPr>
            </a:lvl3pPr>
            <a:lvl4pPr marL="1371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6600"/>
              </a:buClr>
              <a:buSzPct val="75000"/>
              <a:buFont typeface="Monotype Sorts" charset="2"/>
              <a:buChar char="l"/>
              <a:defRPr sz="2800" kern="12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defRPr>
            </a:lvl4pPr>
            <a:lvl5pPr marL="18288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6600"/>
              </a:buClr>
              <a:buSzPct val="75000"/>
              <a:buFont typeface="Monotype Sorts" charset="2"/>
              <a:buChar char="l"/>
              <a:defRPr sz="2800" kern="12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defRPr>
            </a:lvl5pPr>
            <a:lvl6pPr marL="2286000" algn="l" defTabSz="914400" rtl="0" eaLnBrk="1" latinLnBrk="0" hangingPunct="1">
              <a:defRPr sz="2800" kern="12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defRPr>
            </a:lvl6pPr>
            <a:lvl7pPr marL="2743200" algn="l" defTabSz="914400" rtl="0" eaLnBrk="1" latinLnBrk="0" hangingPunct="1">
              <a:defRPr sz="2800" kern="12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defRPr>
            </a:lvl7pPr>
            <a:lvl8pPr marL="3200400" algn="l" defTabSz="914400" rtl="0" eaLnBrk="1" latinLnBrk="0" hangingPunct="1">
              <a:defRPr sz="2800" kern="12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defRPr>
            </a:lvl8pPr>
            <a:lvl9pPr marL="3657600" algn="l" defTabSz="914400" rtl="0" eaLnBrk="1" latinLnBrk="0" hangingPunct="1">
              <a:defRPr sz="2800" kern="12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defRPr>
            </a:lvl9pPr>
          </a:lstStyle>
          <a:p>
            <a:pPr algn="ctr">
              <a:buFont typeface="Monotype Sorts" charset="2"/>
              <a:buNone/>
              <a:defRPr/>
            </a:pPr>
            <a:r>
              <a:rPr lang="en-US" sz="1000" dirty="0">
                <a:latin typeface="+mn-lt"/>
              </a:rPr>
              <a:t>Data Structures and Algorithms in Python</a:t>
            </a:r>
          </a:p>
        </p:txBody>
      </p:sp>
      <p:sp>
        <p:nvSpPr>
          <p:cNvPr id="12" name="Slide Number Placeholder 4">
            <a:extLst>
              <a:ext uri="{FF2B5EF4-FFF2-40B4-BE49-F238E27FC236}">
                <a16:creationId xmlns:a16="http://schemas.microsoft.com/office/drawing/2014/main" id="{A6ECC19A-CE8F-18B3-D359-9CCECB6EABCC}"/>
              </a:ext>
            </a:extLst>
          </p:cNvPr>
          <p:cNvSpPr txBox="1">
            <a:spLocks/>
          </p:cNvSpPr>
          <p:nvPr/>
        </p:nvSpPr>
        <p:spPr>
          <a:xfrm>
            <a:off x="9448800" y="6600825"/>
            <a:ext cx="2743200" cy="2746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algn="l" defTabSz="257175" rtl="0" eaLnBrk="1" fontAlgn="auto" hangingPunct="1">
              <a:spcBef>
                <a:spcPts val="0"/>
              </a:spcBef>
              <a:spcAft>
                <a:spcPts val="0"/>
              </a:spcAft>
              <a:buClr>
                <a:srgbClr val="FF6600"/>
              </a:buClr>
              <a:buSzPct val="75000"/>
              <a:buFont typeface="Monotype Sorts" charset="2"/>
              <a:buChar char="l"/>
              <a:defRPr sz="675" kern="1200" smtClean="0">
                <a:solidFill>
                  <a:prstClr val="white"/>
                </a:solidFill>
                <a:latin typeface="Calibri" panose="020F0502020204030204"/>
                <a:ea typeface="+mn-ea"/>
                <a:cs typeface="+mn-cs"/>
              </a:defRPr>
            </a:lvl1pPr>
            <a:lvl2pPr marL="4572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6600"/>
              </a:buClr>
              <a:buSzPct val="75000"/>
              <a:buFont typeface="Monotype Sorts" charset="2"/>
              <a:buChar char="l"/>
              <a:defRPr sz="2800" kern="12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defRPr>
            </a:lvl2pPr>
            <a:lvl3pPr marL="9144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6600"/>
              </a:buClr>
              <a:buSzPct val="75000"/>
              <a:buFont typeface="Monotype Sorts" charset="2"/>
              <a:buChar char="l"/>
              <a:defRPr sz="2800" kern="12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defRPr>
            </a:lvl3pPr>
            <a:lvl4pPr marL="1371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6600"/>
              </a:buClr>
              <a:buSzPct val="75000"/>
              <a:buFont typeface="Monotype Sorts" charset="2"/>
              <a:buChar char="l"/>
              <a:defRPr sz="2800" kern="12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defRPr>
            </a:lvl4pPr>
            <a:lvl5pPr marL="18288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6600"/>
              </a:buClr>
              <a:buSzPct val="75000"/>
              <a:buFont typeface="Monotype Sorts" charset="2"/>
              <a:buChar char="l"/>
              <a:defRPr sz="2800" kern="12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defRPr>
            </a:lvl5pPr>
            <a:lvl6pPr marL="2286000" algn="l" defTabSz="914400" rtl="0" eaLnBrk="1" latinLnBrk="0" hangingPunct="1">
              <a:defRPr sz="2800" kern="12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defRPr>
            </a:lvl6pPr>
            <a:lvl7pPr marL="2743200" algn="l" defTabSz="914400" rtl="0" eaLnBrk="1" latinLnBrk="0" hangingPunct="1">
              <a:defRPr sz="2800" kern="12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defRPr>
            </a:lvl7pPr>
            <a:lvl8pPr marL="3200400" algn="l" defTabSz="914400" rtl="0" eaLnBrk="1" latinLnBrk="0" hangingPunct="1">
              <a:defRPr sz="2800" kern="12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defRPr>
            </a:lvl8pPr>
            <a:lvl9pPr marL="3657600" algn="l" defTabSz="914400" rtl="0" eaLnBrk="1" latinLnBrk="0" hangingPunct="1">
              <a:defRPr sz="2800" kern="12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defRPr>
            </a:lvl9pPr>
          </a:lstStyle>
          <a:p>
            <a:pPr algn="r">
              <a:defRPr/>
            </a:pPr>
            <a:fld id="{34A84676-C444-4AC5-8B4E-405A7C81C0FB}" type="slidenum">
              <a:rPr lang="en-US" altLang="en-US" sz="1000" smtClean="0">
                <a:latin typeface="+mn-lt"/>
              </a:rPr>
              <a:pPr algn="r">
                <a:defRPr/>
              </a:pPr>
              <a:t>2</a:t>
            </a:fld>
            <a:endParaRPr lang="en-US" altLang="en-US" sz="1000">
              <a:latin typeface="+mn-lt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4" name="Rectangle 4">
            <a:extLst>
              <a:ext uri="{FF2B5EF4-FFF2-40B4-BE49-F238E27FC236}">
                <a16:creationId xmlns:a16="http://schemas.microsoft.com/office/drawing/2014/main" id="{FB2FAE43-6016-F4A1-0F7F-F81955AA55B0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dirty="0">
                <a:ea typeface="ＭＳ Ｐゴシック" panose="020B0600070205080204" pitchFamily="34" charset="-128"/>
              </a:rPr>
              <a:t>Learning Objectives</a:t>
            </a:r>
          </a:p>
        </p:txBody>
      </p:sp>
      <p:sp>
        <p:nvSpPr>
          <p:cNvPr id="3075" name="Rectangle 5">
            <a:extLst>
              <a:ext uri="{FF2B5EF4-FFF2-40B4-BE49-F238E27FC236}">
                <a16:creationId xmlns:a16="http://schemas.microsoft.com/office/drawing/2014/main" id="{D864084F-6DEF-3D43-730D-5A6F7F703797}"/>
              </a:ext>
            </a:extLst>
          </p:cNvPr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pPr marL="457200" indent="-457200">
              <a:buAutoNum type="arabicPeriod"/>
            </a:pPr>
            <a:r>
              <a:rPr lang="en-US" b="0" i="0" dirty="0">
                <a:effectLst/>
                <a:latin typeface="NewsGothicStd"/>
              </a:rPr>
              <a:t>Describe the features of a tree</a:t>
            </a:r>
          </a:p>
          <a:p>
            <a:pPr marL="457200" indent="-457200">
              <a:buAutoNum type="arabicPeriod"/>
            </a:pPr>
            <a:r>
              <a:rPr lang="en-US" b="0" i="0" dirty="0">
                <a:effectLst/>
                <a:latin typeface="NewsGothicStd"/>
              </a:rPr>
              <a:t>Describe various types of tree traversals</a:t>
            </a:r>
          </a:p>
          <a:p>
            <a:pPr marL="457200" indent="-457200">
              <a:buAutoNum type="arabicPeriod"/>
            </a:pPr>
            <a:r>
              <a:rPr lang="en-US" b="0" i="0" dirty="0">
                <a:effectLst/>
                <a:latin typeface="NewsGothicStd"/>
              </a:rPr>
              <a:t>Recognize three common applications where it is appropriate to use a tree</a:t>
            </a:r>
          </a:p>
          <a:p>
            <a:pPr marL="457200" indent="-457200">
              <a:buAutoNum type="arabicPeriod"/>
            </a:pPr>
            <a:r>
              <a:rPr lang="en-US" b="0" i="0" dirty="0">
                <a:effectLst/>
                <a:latin typeface="NewsGothicStd"/>
              </a:rPr>
              <a:t>Describe the features of a binary search tree and the operations on it</a:t>
            </a:r>
          </a:p>
          <a:p>
            <a:pPr marL="457200" indent="-457200">
              <a:buAutoNum type="arabicPeriod"/>
            </a:pPr>
            <a:r>
              <a:rPr lang="en-US" b="0" i="0" dirty="0">
                <a:effectLst/>
                <a:latin typeface="NewsGothicStd"/>
              </a:rPr>
              <a:t>Recognize the three common applications where it is appropriate to use a binary search tree</a:t>
            </a:r>
          </a:p>
          <a:p>
            <a:pPr marL="457200" indent="-457200">
              <a:buAutoNum type="arabicPeriod"/>
            </a:pPr>
            <a:r>
              <a:rPr lang="en-US" b="0" i="0" dirty="0">
                <a:effectLst/>
                <a:latin typeface="NewsGothicStd"/>
              </a:rPr>
              <a:t>Describe the features of an expression tree and the operations on it</a:t>
            </a:r>
          </a:p>
        </p:txBody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DF67C4DE-CC03-B7D4-1ECF-F374CDF3F524}"/>
              </a:ext>
            </a:extLst>
          </p:cNvPr>
          <p:cNvSpPr>
            <a:spLocks noGrp="1"/>
          </p:cNvSpPr>
          <p:nvPr>
            <p:ph type="dt" sz="half" idx="12"/>
          </p:nvPr>
        </p:nvSpPr>
        <p:spPr/>
        <p:txBody>
          <a:bodyPr/>
          <a:lstStyle/>
          <a:p>
            <a:pPr>
              <a:defRPr/>
            </a:pPr>
            <a:fld id="{AABE9123-2607-4938-9511-9CCBFBB1BFEF}" type="datetime1">
              <a:rPr lang="en-US" smtClean="0"/>
              <a:t>3/20/2024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3B50547-D408-5F4B-F3A4-A9C3C269A94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Data Structures and Algorithms in Python</a:t>
            </a:r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129ED99F-0129-AEE9-074F-E711FBCBBAE5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34A84676-C444-4AC5-8B4E-405A7C81C0FB}" type="slidenum">
              <a:rPr lang="en-US" altLang="en-US" smtClean="0"/>
              <a:pPr>
                <a:defRPr/>
              </a:pPr>
              <a:t>3</a:t>
            </a:fld>
            <a:endParaRPr lang="en-US" alt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Vicostone Templat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Mau thuyet trình cong ty Vicostone" id="{123813FF-2186-4307-88AB-E52DC4E764C5}" vid="{7A2E833A-1ED4-4E30-9CFE-D6481D7B3B54}"/>
    </a:ext>
  </a:extLst>
</a:theme>
</file>

<file path=ppt/theme/theme2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20040</TotalTime>
  <Words>148</Words>
  <Application>Microsoft Office PowerPoint</Application>
  <PresentationFormat>Widescreen</PresentationFormat>
  <Paragraphs>25</Paragraphs>
  <Slides>3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8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</vt:i4>
      </vt:variant>
    </vt:vector>
  </HeadingPairs>
  <TitlesOfParts>
    <vt:vector size="12" baseType="lpstr">
      <vt:lpstr>ＭＳ Ｐゴシック</vt:lpstr>
      <vt:lpstr>Arial</vt:lpstr>
      <vt:lpstr>Calibri</vt:lpstr>
      <vt:lpstr>Courier New</vt:lpstr>
      <vt:lpstr>Monotype Sorts</vt:lpstr>
      <vt:lpstr>NewsGothicStd</vt:lpstr>
      <vt:lpstr>Times New Roman</vt:lpstr>
      <vt:lpstr>Wingdings</vt:lpstr>
      <vt:lpstr>Vicostone Template</vt:lpstr>
      <vt:lpstr>Database Systems:  Design, Implementation, and Management 14th Edition</vt:lpstr>
      <vt:lpstr>National Economics University Faculty of Mathematical Economics</vt:lpstr>
      <vt:lpstr>Learning Objectives</vt:lpstr>
    </vt:vector>
  </TitlesOfParts>
  <Company> 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Database Systems:  Design, Implementation, and Management Ninth Edition</dc:title>
  <dc:creator>Duc Minh Vu</dc:creator>
  <cp:lastModifiedBy>Vu Duc Minh</cp:lastModifiedBy>
  <cp:revision>297</cp:revision>
  <cp:lastPrinted>2024-02-29T02:13:54Z</cp:lastPrinted>
  <dcterms:created xsi:type="dcterms:W3CDTF">2009-10-12T20:16:00Z</dcterms:created>
  <dcterms:modified xsi:type="dcterms:W3CDTF">2024-03-21T02:07:25Z</dcterms:modified>
</cp:coreProperties>
</file>