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1"/>
  </p:sldMasterIdLst>
  <p:notesMasterIdLst>
    <p:notesMasterId r:id="rId81"/>
  </p:notesMasterIdLst>
  <p:handoutMasterIdLst>
    <p:handoutMasterId r:id="rId82"/>
  </p:handoutMasterIdLst>
  <p:sldIdLst>
    <p:sldId id="349" r:id="rId2"/>
    <p:sldId id="384" r:id="rId3"/>
    <p:sldId id="257" r:id="rId4"/>
    <p:sldId id="432" r:id="rId5"/>
    <p:sldId id="433" r:id="rId6"/>
    <p:sldId id="434" r:id="rId7"/>
    <p:sldId id="435" r:id="rId8"/>
    <p:sldId id="485" r:id="rId9"/>
    <p:sldId id="486" r:id="rId10"/>
    <p:sldId id="484" r:id="rId11"/>
    <p:sldId id="487" r:id="rId12"/>
    <p:sldId id="488" r:id="rId13"/>
    <p:sldId id="489" r:id="rId14"/>
    <p:sldId id="490" r:id="rId15"/>
    <p:sldId id="491" r:id="rId16"/>
    <p:sldId id="492" r:id="rId17"/>
    <p:sldId id="493" r:id="rId18"/>
    <p:sldId id="494" r:id="rId19"/>
    <p:sldId id="495" r:id="rId20"/>
    <p:sldId id="496" r:id="rId21"/>
    <p:sldId id="497" r:id="rId22"/>
    <p:sldId id="498" r:id="rId23"/>
    <p:sldId id="499" r:id="rId24"/>
    <p:sldId id="500" r:id="rId25"/>
    <p:sldId id="501" r:id="rId26"/>
    <p:sldId id="502" r:id="rId27"/>
    <p:sldId id="503" r:id="rId28"/>
    <p:sldId id="504" r:id="rId29"/>
    <p:sldId id="505" r:id="rId30"/>
    <p:sldId id="506" r:id="rId31"/>
    <p:sldId id="507" r:id="rId32"/>
    <p:sldId id="508" r:id="rId33"/>
    <p:sldId id="509" r:id="rId34"/>
    <p:sldId id="510" r:id="rId35"/>
    <p:sldId id="511" r:id="rId36"/>
    <p:sldId id="512" r:id="rId37"/>
    <p:sldId id="513" r:id="rId38"/>
    <p:sldId id="514" r:id="rId39"/>
    <p:sldId id="515" r:id="rId40"/>
    <p:sldId id="516" r:id="rId41"/>
    <p:sldId id="517" r:id="rId42"/>
    <p:sldId id="518" r:id="rId43"/>
    <p:sldId id="519" r:id="rId44"/>
    <p:sldId id="520" r:id="rId45"/>
    <p:sldId id="521" r:id="rId46"/>
    <p:sldId id="522" r:id="rId47"/>
    <p:sldId id="523" r:id="rId48"/>
    <p:sldId id="524" r:id="rId49"/>
    <p:sldId id="525" r:id="rId50"/>
    <p:sldId id="526" r:id="rId51"/>
    <p:sldId id="527" r:id="rId52"/>
    <p:sldId id="528" r:id="rId53"/>
    <p:sldId id="529" r:id="rId54"/>
    <p:sldId id="530" r:id="rId55"/>
    <p:sldId id="531" r:id="rId56"/>
    <p:sldId id="532" r:id="rId57"/>
    <p:sldId id="533" r:id="rId58"/>
    <p:sldId id="534" r:id="rId59"/>
    <p:sldId id="535" r:id="rId60"/>
    <p:sldId id="536" r:id="rId61"/>
    <p:sldId id="537" r:id="rId62"/>
    <p:sldId id="538" r:id="rId63"/>
    <p:sldId id="539" r:id="rId64"/>
    <p:sldId id="540" r:id="rId65"/>
    <p:sldId id="541" r:id="rId66"/>
    <p:sldId id="542" r:id="rId67"/>
    <p:sldId id="543" r:id="rId68"/>
    <p:sldId id="544" r:id="rId69"/>
    <p:sldId id="546" r:id="rId70"/>
    <p:sldId id="547" r:id="rId71"/>
    <p:sldId id="548" r:id="rId72"/>
    <p:sldId id="549" r:id="rId73"/>
    <p:sldId id="550" r:id="rId74"/>
    <p:sldId id="551" r:id="rId75"/>
    <p:sldId id="552" r:id="rId76"/>
    <p:sldId id="553" r:id="rId77"/>
    <p:sldId id="554" r:id="rId78"/>
    <p:sldId id="555" r:id="rId79"/>
    <p:sldId id="556" r:id="rId80"/>
  </p:sldIdLst>
  <p:sldSz cx="12192000" cy="6858000"/>
  <p:notesSz cx="7315200" cy="9601200"/>
  <p:defaultTextStyle>
    <a:defPPr>
      <a:defRPr lang="en-US"/>
    </a:defPPr>
    <a:lvl1pPr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7"/>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96D549CF-6DFD-CFDB-4965-58194CF4F2D7}"/>
              </a:ext>
            </a:extLst>
          </p:cNvPr>
          <p:cNvSpPr>
            <a:spLocks noGrp="1" noChangeArrowheads="1"/>
          </p:cNvSpPr>
          <p:nvPr>
            <p:ph type="hdr" sz="quarter"/>
          </p:nvPr>
        </p:nvSpPr>
        <p:spPr bwMode="auto">
          <a:xfrm>
            <a:off x="0" y="0"/>
            <a:ext cx="3170357" cy="480547"/>
          </a:xfrm>
          <a:prstGeom prst="rect">
            <a:avLst/>
          </a:prstGeom>
          <a:noFill/>
          <a:ln w="9525">
            <a:noFill/>
            <a:miter lim="800000"/>
            <a:headEnd/>
            <a:tailEnd/>
          </a:ln>
          <a:effectLst/>
        </p:spPr>
        <p:txBody>
          <a:bodyPr vert="horz" wrap="square" lIns="93790" tIns="46895" rIns="93790" bIns="46895" numCol="1" anchor="t" anchorCtr="0" compatLnSpc="1">
            <a:prstTxWarp prst="textNoShape">
              <a:avLst/>
            </a:prstTxWarp>
          </a:bodyPr>
          <a:lstStyle>
            <a:lvl1pPr eaLnBrk="1" hangingPunct="1">
              <a:spcBef>
                <a:spcPct val="0"/>
              </a:spcBef>
              <a:buClrTx/>
              <a:buSzTx/>
              <a:buFontTx/>
              <a:buNone/>
              <a:defRPr sz="1200" dirty="0">
                <a:latin typeface="Arial" charset="0"/>
                <a:ea typeface="+mn-ea"/>
              </a:defRPr>
            </a:lvl1pPr>
          </a:lstStyle>
          <a:p>
            <a:pPr>
              <a:defRPr/>
            </a:pPr>
            <a:endParaRPr lang="en-US"/>
          </a:p>
        </p:txBody>
      </p:sp>
      <p:sp>
        <p:nvSpPr>
          <p:cNvPr id="176131" name="Rectangle 3">
            <a:extLst>
              <a:ext uri="{FF2B5EF4-FFF2-40B4-BE49-F238E27FC236}">
                <a16:creationId xmlns:a16="http://schemas.microsoft.com/office/drawing/2014/main" id="{8E19A229-EAF8-2AAF-E6EC-E0366ADCBC21}"/>
              </a:ext>
            </a:extLst>
          </p:cNvPr>
          <p:cNvSpPr>
            <a:spLocks noGrp="1" noChangeArrowheads="1"/>
          </p:cNvSpPr>
          <p:nvPr>
            <p:ph type="dt" sz="quarter" idx="1"/>
          </p:nvPr>
        </p:nvSpPr>
        <p:spPr bwMode="auto">
          <a:xfrm>
            <a:off x="4143209" y="0"/>
            <a:ext cx="3170357" cy="480547"/>
          </a:xfrm>
          <a:prstGeom prst="rect">
            <a:avLst/>
          </a:prstGeom>
          <a:noFill/>
          <a:ln w="9525">
            <a:noFill/>
            <a:miter lim="800000"/>
            <a:headEnd/>
            <a:tailEnd/>
          </a:ln>
          <a:effectLst/>
        </p:spPr>
        <p:txBody>
          <a:bodyPr vert="horz" wrap="square" lIns="93790" tIns="46895" rIns="93790" bIns="46895" numCol="1" anchor="t" anchorCtr="0" compatLnSpc="1">
            <a:prstTxWarp prst="textNoShape">
              <a:avLst/>
            </a:prstTxWarp>
          </a:bodyPr>
          <a:lstStyle>
            <a:lvl1pPr algn="r" eaLnBrk="1" hangingPunct="1">
              <a:spcBef>
                <a:spcPct val="0"/>
              </a:spcBef>
              <a:buClrTx/>
              <a:buSzTx/>
              <a:buFontTx/>
              <a:buNone/>
              <a:defRPr sz="1200" dirty="0">
                <a:latin typeface="Arial" charset="0"/>
                <a:ea typeface="+mn-ea"/>
              </a:defRPr>
            </a:lvl1pPr>
          </a:lstStyle>
          <a:p>
            <a:pPr>
              <a:defRPr/>
            </a:pPr>
            <a:endParaRPr lang="en-US"/>
          </a:p>
        </p:txBody>
      </p:sp>
      <p:sp>
        <p:nvSpPr>
          <p:cNvPr id="176132" name="Rectangle 4">
            <a:extLst>
              <a:ext uri="{FF2B5EF4-FFF2-40B4-BE49-F238E27FC236}">
                <a16:creationId xmlns:a16="http://schemas.microsoft.com/office/drawing/2014/main" id="{F0195859-3B9C-EA5A-DAC2-F772721978B9}"/>
              </a:ext>
            </a:extLst>
          </p:cNvPr>
          <p:cNvSpPr>
            <a:spLocks noGrp="1" noChangeArrowheads="1"/>
          </p:cNvSpPr>
          <p:nvPr>
            <p:ph type="ftr" sz="quarter" idx="2"/>
          </p:nvPr>
        </p:nvSpPr>
        <p:spPr bwMode="auto">
          <a:xfrm>
            <a:off x="0" y="9119030"/>
            <a:ext cx="3170357" cy="480547"/>
          </a:xfrm>
          <a:prstGeom prst="rect">
            <a:avLst/>
          </a:prstGeom>
          <a:noFill/>
          <a:ln w="9525">
            <a:noFill/>
            <a:miter lim="800000"/>
            <a:headEnd/>
            <a:tailEnd/>
          </a:ln>
          <a:effectLst/>
        </p:spPr>
        <p:txBody>
          <a:bodyPr vert="horz" wrap="square" lIns="93790" tIns="46895" rIns="93790" bIns="46895" numCol="1" anchor="b" anchorCtr="0" compatLnSpc="1">
            <a:prstTxWarp prst="textNoShape">
              <a:avLst/>
            </a:prstTxWarp>
          </a:bodyPr>
          <a:lstStyle>
            <a:lvl1pPr eaLnBrk="1" hangingPunct="1">
              <a:spcBef>
                <a:spcPct val="0"/>
              </a:spcBef>
              <a:buClrTx/>
              <a:buSzTx/>
              <a:buFontTx/>
              <a:buNone/>
              <a:defRPr sz="1200" dirty="0">
                <a:latin typeface="Arial" charset="0"/>
                <a:ea typeface="+mn-ea"/>
              </a:defRPr>
            </a:lvl1pPr>
          </a:lstStyle>
          <a:p>
            <a:pPr>
              <a:defRPr/>
            </a:pPr>
            <a:endParaRPr lang="en-US"/>
          </a:p>
        </p:txBody>
      </p:sp>
      <p:sp>
        <p:nvSpPr>
          <p:cNvPr id="176133" name="Rectangle 5">
            <a:extLst>
              <a:ext uri="{FF2B5EF4-FFF2-40B4-BE49-F238E27FC236}">
                <a16:creationId xmlns:a16="http://schemas.microsoft.com/office/drawing/2014/main" id="{B8E62657-3ACA-464B-2D2E-4F1C967F22F3}"/>
              </a:ext>
            </a:extLst>
          </p:cNvPr>
          <p:cNvSpPr>
            <a:spLocks noGrp="1" noChangeArrowheads="1"/>
          </p:cNvSpPr>
          <p:nvPr>
            <p:ph type="sldNum" sz="quarter" idx="3"/>
          </p:nvPr>
        </p:nvSpPr>
        <p:spPr bwMode="auto">
          <a:xfrm>
            <a:off x="4143209" y="9119030"/>
            <a:ext cx="3170357" cy="480547"/>
          </a:xfrm>
          <a:prstGeom prst="rect">
            <a:avLst/>
          </a:prstGeom>
          <a:noFill/>
          <a:ln w="9525">
            <a:noFill/>
            <a:miter lim="800000"/>
            <a:headEnd/>
            <a:tailEnd/>
          </a:ln>
          <a:effectLst/>
        </p:spPr>
        <p:txBody>
          <a:bodyPr vert="horz" wrap="square" lIns="93790" tIns="46895" rIns="93790" bIns="46895" numCol="1" anchor="b" anchorCtr="0" compatLnSpc="1">
            <a:prstTxWarp prst="textNoShape">
              <a:avLst/>
            </a:prstTxWarp>
          </a:bodyPr>
          <a:lstStyle>
            <a:lvl1pPr algn="r" eaLnBrk="1" hangingPunct="1">
              <a:spcBef>
                <a:spcPct val="0"/>
              </a:spcBef>
              <a:buClrTx/>
              <a:buSzTx/>
              <a:buFontTx/>
              <a:buNone/>
              <a:defRPr sz="1200"/>
            </a:lvl1pPr>
          </a:lstStyle>
          <a:p>
            <a:fld id="{1AA94293-E3C3-4E54-B9F5-BDD568EB9DED}"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07B0EA7D-2BA2-8120-5ABC-58CDE72589F4}"/>
              </a:ext>
            </a:extLst>
          </p:cNvPr>
          <p:cNvSpPr>
            <a:spLocks noGrp="1" noChangeArrowheads="1"/>
          </p:cNvSpPr>
          <p:nvPr>
            <p:ph type="hdr" sz="quarter"/>
          </p:nvPr>
        </p:nvSpPr>
        <p:spPr bwMode="auto">
          <a:xfrm>
            <a:off x="0" y="0"/>
            <a:ext cx="3170357" cy="480547"/>
          </a:xfrm>
          <a:prstGeom prst="rect">
            <a:avLst/>
          </a:prstGeom>
          <a:noFill/>
          <a:ln w="9525">
            <a:noFill/>
            <a:miter lim="800000"/>
            <a:headEnd/>
            <a:tailEnd/>
          </a:ln>
          <a:effectLst/>
        </p:spPr>
        <p:txBody>
          <a:bodyPr vert="horz" wrap="square" lIns="96651" tIns="48325" rIns="96651" bIns="48325" numCol="1" anchor="t" anchorCtr="0" compatLnSpc="1">
            <a:prstTxWarp prst="textNoShape">
              <a:avLst/>
            </a:prstTxWarp>
          </a:bodyPr>
          <a:lstStyle>
            <a:lvl1pPr defTabSz="967209" eaLnBrk="1" hangingPunct="1">
              <a:spcBef>
                <a:spcPct val="0"/>
              </a:spcBef>
              <a:buClrTx/>
              <a:buSzTx/>
              <a:buFontTx/>
              <a:buNone/>
              <a:defRPr sz="1200" dirty="0">
                <a:latin typeface="Arial" charset="0"/>
                <a:ea typeface="+mn-ea"/>
              </a:defRPr>
            </a:lvl1pPr>
          </a:lstStyle>
          <a:p>
            <a:pPr>
              <a:defRPr/>
            </a:pPr>
            <a:endParaRPr lang="en-US"/>
          </a:p>
        </p:txBody>
      </p:sp>
      <p:sp>
        <p:nvSpPr>
          <p:cNvPr id="52227" name="Rectangle 3">
            <a:extLst>
              <a:ext uri="{FF2B5EF4-FFF2-40B4-BE49-F238E27FC236}">
                <a16:creationId xmlns:a16="http://schemas.microsoft.com/office/drawing/2014/main" id="{9C10E525-0B9B-E215-412D-1BFB60849A0F}"/>
              </a:ext>
            </a:extLst>
          </p:cNvPr>
          <p:cNvSpPr>
            <a:spLocks noGrp="1" noChangeArrowheads="1"/>
          </p:cNvSpPr>
          <p:nvPr>
            <p:ph type="dt" idx="1"/>
          </p:nvPr>
        </p:nvSpPr>
        <p:spPr bwMode="auto">
          <a:xfrm>
            <a:off x="4143209" y="0"/>
            <a:ext cx="3170357" cy="480547"/>
          </a:xfrm>
          <a:prstGeom prst="rect">
            <a:avLst/>
          </a:prstGeom>
          <a:noFill/>
          <a:ln w="9525">
            <a:noFill/>
            <a:miter lim="800000"/>
            <a:headEnd/>
            <a:tailEnd/>
          </a:ln>
          <a:effectLst/>
        </p:spPr>
        <p:txBody>
          <a:bodyPr vert="horz" wrap="square" lIns="96651" tIns="48325" rIns="96651" bIns="48325" numCol="1" anchor="t" anchorCtr="0" compatLnSpc="1">
            <a:prstTxWarp prst="textNoShape">
              <a:avLst/>
            </a:prstTxWarp>
          </a:bodyPr>
          <a:lstStyle>
            <a:lvl1pPr algn="r" defTabSz="967209" eaLnBrk="1" hangingPunct="1">
              <a:spcBef>
                <a:spcPct val="0"/>
              </a:spcBef>
              <a:buClrTx/>
              <a:buSzTx/>
              <a:buFontTx/>
              <a:buNone/>
              <a:defRPr sz="1200" dirty="0">
                <a:latin typeface="Arial" charset="0"/>
                <a:ea typeface="+mn-ea"/>
              </a:defRPr>
            </a:lvl1pPr>
          </a:lstStyle>
          <a:p>
            <a:pPr>
              <a:defRPr/>
            </a:pPr>
            <a:endParaRPr lang="en-US"/>
          </a:p>
        </p:txBody>
      </p:sp>
      <p:sp>
        <p:nvSpPr>
          <p:cNvPr id="53252" name="Rectangle 4">
            <a:extLst>
              <a:ext uri="{FF2B5EF4-FFF2-40B4-BE49-F238E27FC236}">
                <a16:creationId xmlns:a16="http://schemas.microsoft.com/office/drawing/2014/main" id="{D0C47E53-5BA5-1AAE-751E-1F2FCB50DCDC}"/>
              </a:ext>
            </a:extLst>
          </p:cNvPr>
          <p:cNvSpPr>
            <a:spLocks noGrp="1" noRot="1" noChangeAspect="1" noChangeArrowheads="1" noTextEdit="1"/>
          </p:cNvSpPr>
          <p:nvPr>
            <p:ph type="sldImg" idx="2"/>
          </p:nvPr>
        </p:nvSpPr>
        <p:spPr bwMode="auto">
          <a:xfrm>
            <a:off x="458788" y="720725"/>
            <a:ext cx="6397625" cy="35988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9" name="Rectangle 5">
            <a:extLst>
              <a:ext uri="{FF2B5EF4-FFF2-40B4-BE49-F238E27FC236}">
                <a16:creationId xmlns:a16="http://schemas.microsoft.com/office/drawing/2014/main" id="{AC9F7E04-E094-DF99-87DE-5755394A5A32}"/>
              </a:ext>
            </a:extLst>
          </p:cNvPr>
          <p:cNvSpPr>
            <a:spLocks noGrp="1" noChangeArrowheads="1"/>
          </p:cNvSpPr>
          <p:nvPr>
            <p:ph type="body" sz="quarter" idx="3"/>
          </p:nvPr>
        </p:nvSpPr>
        <p:spPr bwMode="auto">
          <a:xfrm>
            <a:off x="730867" y="4560328"/>
            <a:ext cx="5853468" cy="4320052"/>
          </a:xfrm>
          <a:prstGeom prst="rect">
            <a:avLst/>
          </a:prstGeom>
          <a:noFill/>
          <a:ln w="9525">
            <a:noFill/>
            <a:miter lim="800000"/>
            <a:headEnd/>
            <a:tailEnd/>
          </a:ln>
          <a:effectLst/>
        </p:spPr>
        <p:txBody>
          <a:bodyPr vert="horz" wrap="square" lIns="96651" tIns="48325" rIns="96651" bIns="4832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2230" name="Rectangle 6">
            <a:extLst>
              <a:ext uri="{FF2B5EF4-FFF2-40B4-BE49-F238E27FC236}">
                <a16:creationId xmlns:a16="http://schemas.microsoft.com/office/drawing/2014/main" id="{B63EB7C0-6B53-7D30-2E9B-C6D99EA8D4D6}"/>
              </a:ext>
            </a:extLst>
          </p:cNvPr>
          <p:cNvSpPr>
            <a:spLocks noGrp="1" noChangeArrowheads="1"/>
          </p:cNvSpPr>
          <p:nvPr>
            <p:ph type="ftr" sz="quarter" idx="4"/>
          </p:nvPr>
        </p:nvSpPr>
        <p:spPr bwMode="auto">
          <a:xfrm>
            <a:off x="0" y="9119030"/>
            <a:ext cx="3170357" cy="480547"/>
          </a:xfrm>
          <a:prstGeom prst="rect">
            <a:avLst/>
          </a:prstGeom>
          <a:noFill/>
          <a:ln w="9525">
            <a:noFill/>
            <a:miter lim="800000"/>
            <a:headEnd/>
            <a:tailEnd/>
          </a:ln>
          <a:effectLst/>
        </p:spPr>
        <p:txBody>
          <a:bodyPr vert="horz" wrap="square" lIns="96651" tIns="48325" rIns="96651" bIns="48325" numCol="1" anchor="b" anchorCtr="0" compatLnSpc="1">
            <a:prstTxWarp prst="textNoShape">
              <a:avLst/>
            </a:prstTxWarp>
          </a:bodyPr>
          <a:lstStyle>
            <a:lvl1pPr defTabSz="967209" eaLnBrk="1" hangingPunct="1">
              <a:spcBef>
                <a:spcPct val="0"/>
              </a:spcBef>
              <a:buClrTx/>
              <a:buSzTx/>
              <a:buFontTx/>
              <a:buNone/>
              <a:defRPr sz="1200" dirty="0">
                <a:latin typeface="Arial" charset="0"/>
                <a:ea typeface="+mn-ea"/>
              </a:defRPr>
            </a:lvl1pPr>
          </a:lstStyle>
          <a:p>
            <a:pPr>
              <a:defRPr/>
            </a:pPr>
            <a:endParaRPr lang="en-US"/>
          </a:p>
        </p:txBody>
      </p:sp>
      <p:sp>
        <p:nvSpPr>
          <p:cNvPr id="52231" name="Rectangle 7">
            <a:extLst>
              <a:ext uri="{FF2B5EF4-FFF2-40B4-BE49-F238E27FC236}">
                <a16:creationId xmlns:a16="http://schemas.microsoft.com/office/drawing/2014/main" id="{93E52514-5308-A2CB-4759-555ACCF9884F}"/>
              </a:ext>
            </a:extLst>
          </p:cNvPr>
          <p:cNvSpPr>
            <a:spLocks noGrp="1" noChangeArrowheads="1"/>
          </p:cNvSpPr>
          <p:nvPr>
            <p:ph type="sldNum" sz="quarter" idx="5"/>
          </p:nvPr>
        </p:nvSpPr>
        <p:spPr bwMode="auto">
          <a:xfrm>
            <a:off x="4143209" y="9119030"/>
            <a:ext cx="3170357" cy="480547"/>
          </a:xfrm>
          <a:prstGeom prst="rect">
            <a:avLst/>
          </a:prstGeom>
          <a:noFill/>
          <a:ln w="9525">
            <a:noFill/>
            <a:miter lim="800000"/>
            <a:headEnd/>
            <a:tailEnd/>
          </a:ln>
          <a:effectLst/>
        </p:spPr>
        <p:txBody>
          <a:bodyPr vert="horz" wrap="square" lIns="96651" tIns="48325" rIns="96651" bIns="48325" numCol="1" anchor="b" anchorCtr="0" compatLnSpc="1">
            <a:prstTxWarp prst="textNoShape">
              <a:avLst/>
            </a:prstTxWarp>
          </a:bodyPr>
          <a:lstStyle>
            <a:lvl1pPr algn="r" defTabSz="967209" eaLnBrk="1" hangingPunct="1">
              <a:spcBef>
                <a:spcPct val="0"/>
              </a:spcBef>
              <a:buClrTx/>
              <a:buSzTx/>
              <a:buFontTx/>
              <a:buNone/>
              <a:defRPr sz="1200"/>
            </a:lvl1pPr>
          </a:lstStyle>
          <a:p>
            <a:fld id="{8A144A25-5569-4442-A77C-2A296DF0D21C}"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3BD0B5F7-2B7A-DA2F-7070-6EF7799975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62044" indent="-293094">
              <a:defRPr sz="1400">
                <a:solidFill>
                  <a:schemeClr val="tx1"/>
                </a:solidFill>
                <a:latin typeface="Arial" panose="020B0604020202020204" pitchFamily="34" charset="0"/>
                <a:ea typeface="ＭＳ Ｐゴシック" panose="020B0600070205080204" pitchFamily="34" charset="-128"/>
              </a:defRPr>
            </a:lvl2pPr>
            <a:lvl3pPr marL="1172375" indent="-234475">
              <a:defRPr sz="1400">
                <a:solidFill>
                  <a:schemeClr val="tx1"/>
                </a:solidFill>
                <a:latin typeface="Arial" panose="020B0604020202020204" pitchFamily="34" charset="0"/>
                <a:ea typeface="ＭＳ Ｐゴシック" panose="020B0600070205080204" pitchFamily="34" charset="-128"/>
              </a:defRPr>
            </a:lvl3pPr>
            <a:lvl4pPr marL="1641325" indent="-234475">
              <a:defRPr sz="1400">
                <a:solidFill>
                  <a:schemeClr val="tx1"/>
                </a:solidFill>
                <a:latin typeface="Arial" panose="020B0604020202020204" pitchFamily="34" charset="0"/>
                <a:ea typeface="ＭＳ Ｐゴシック" panose="020B0600070205080204" pitchFamily="34" charset="-128"/>
              </a:defRPr>
            </a:lvl4pPr>
            <a:lvl5pPr marL="2110275" indent="-234475">
              <a:defRPr sz="1400">
                <a:solidFill>
                  <a:schemeClr val="tx1"/>
                </a:solidFill>
                <a:latin typeface="Arial" panose="020B0604020202020204" pitchFamily="34" charset="0"/>
                <a:ea typeface="ＭＳ Ｐゴシック" panose="020B0600070205080204" pitchFamily="34" charset="-128"/>
              </a:defRPr>
            </a:lvl5pPr>
            <a:lvl6pPr marL="2579225" indent="-23447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3048175" indent="-23447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517125" indent="-23447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986075" indent="-234475"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35C4C7B-183C-403B-84D5-321BC85875A1}"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16387" name="Rectangle 2">
            <a:extLst>
              <a:ext uri="{FF2B5EF4-FFF2-40B4-BE49-F238E27FC236}">
                <a16:creationId xmlns:a16="http://schemas.microsoft.com/office/drawing/2014/main" id="{DF4AD010-AA0B-CF86-F1F1-8CF3B11AFC63}"/>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BCAB0135-16F3-2242-1C12-4813333113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C"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A4991CFF-1925-B2DC-0C79-EFA4CA20EA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209">
              <a:defRPr sz="2900">
                <a:solidFill>
                  <a:schemeClr val="tx1"/>
                </a:solidFill>
                <a:latin typeface="Arial" panose="020B0604020202020204" pitchFamily="34" charset="0"/>
                <a:ea typeface="ＭＳ Ｐゴシック" panose="020B0600070205080204" pitchFamily="34" charset="-128"/>
              </a:defRPr>
            </a:lvl1pPr>
            <a:lvl2pPr marL="762044" indent="-293094" defTabSz="967209">
              <a:defRPr sz="2900">
                <a:solidFill>
                  <a:schemeClr val="tx1"/>
                </a:solidFill>
                <a:latin typeface="Arial" panose="020B0604020202020204" pitchFamily="34" charset="0"/>
                <a:ea typeface="ＭＳ Ｐゴシック" panose="020B0600070205080204" pitchFamily="34" charset="-128"/>
              </a:defRPr>
            </a:lvl2pPr>
            <a:lvl3pPr marL="1172375" indent="-234475" defTabSz="967209">
              <a:defRPr sz="2900">
                <a:solidFill>
                  <a:schemeClr val="tx1"/>
                </a:solidFill>
                <a:latin typeface="Arial" panose="020B0604020202020204" pitchFamily="34" charset="0"/>
                <a:ea typeface="ＭＳ Ｐゴシック" panose="020B0600070205080204" pitchFamily="34" charset="-128"/>
              </a:defRPr>
            </a:lvl3pPr>
            <a:lvl4pPr marL="1641325" indent="-234475" defTabSz="967209">
              <a:defRPr sz="2900">
                <a:solidFill>
                  <a:schemeClr val="tx1"/>
                </a:solidFill>
                <a:latin typeface="Arial" panose="020B0604020202020204" pitchFamily="34" charset="0"/>
                <a:ea typeface="ＭＳ Ｐゴシック" panose="020B0600070205080204" pitchFamily="34" charset="-128"/>
              </a:defRPr>
            </a:lvl4pPr>
            <a:lvl5pPr marL="2110275" indent="-234475" defTabSz="967209">
              <a:defRPr sz="2900">
                <a:solidFill>
                  <a:schemeClr val="tx1"/>
                </a:solidFill>
                <a:latin typeface="Arial" panose="020B0604020202020204" pitchFamily="34" charset="0"/>
                <a:ea typeface="ＭＳ Ｐゴシック" panose="020B0600070205080204" pitchFamily="34" charset="-128"/>
              </a:defRPr>
            </a:lvl5pPr>
            <a:lvl6pPr marL="2579225" indent="-234475" defTabSz="967209" eaLnBrk="0" fontAlgn="base" hangingPunct="0">
              <a:spcBef>
                <a:spcPct val="20000"/>
              </a:spcBef>
              <a:spcAft>
                <a:spcPct val="0"/>
              </a:spcAft>
              <a:buClr>
                <a:srgbClr val="FF6600"/>
              </a:buClr>
              <a:buSzPct val="75000"/>
              <a:buFont typeface="Monotype Sorts" charset="2"/>
              <a:buChar char="l"/>
              <a:defRPr sz="2900">
                <a:solidFill>
                  <a:schemeClr val="tx1"/>
                </a:solidFill>
                <a:latin typeface="Arial" panose="020B0604020202020204" pitchFamily="34" charset="0"/>
                <a:ea typeface="ＭＳ Ｐゴシック" panose="020B0600070205080204" pitchFamily="34" charset="-128"/>
              </a:defRPr>
            </a:lvl6pPr>
            <a:lvl7pPr marL="3048175" indent="-234475" defTabSz="967209" eaLnBrk="0" fontAlgn="base" hangingPunct="0">
              <a:spcBef>
                <a:spcPct val="20000"/>
              </a:spcBef>
              <a:spcAft>
                <a:spcPct val="0"/>
              </a:spcAft>
              <a:buClr>
                <a:srgbClr val="FF6600"/>
              </a:buClr>
              <a:buSzPct val="75000"/>
              <a:buFont typeface="Monotype Sorts" charset="2"/>
              <a:buChar char="l"/>
              <a:defRPr sz="2900">
                <a:solidFill>
                  <a:schemeClr val="tx1"/>
                </a:solidFill>
                <a:latin typeface="Arial" panose="020B0604020202020204" pitchFamily="34" charset="0"/>
                <a:ea typeface="ＭＳ Ｐゴシック" panose="020B0600070205080204" pitchFamily="34" charset="-128"/>
              </a:defRPr>
            </a:lvl7pPr>
            <a:lvl8pPr marL="3517125" indent="-234475" defTabSz="967209" eaLnBrk="0" fontAlgn="base" hangingPunct="0">
              <a:spcBef>
                <a:spcPct val="20000"/>
              </a:spcBef>
              <a:spcAft>
                <a:spcPct val="0"/>
              </a:spcAft>
              <a:buClr>
                <a:srgbClr val="FF6600"/>
              </a:buClr>
              <a:buSzPct val="75000"/>
              <a:buFont typeface="Monotype Sorts" charset="2"/>
              <a:buChar char="l"/>
              <a:defRPr sz="2900">
                <a:solidFill>
                  <a:schemeClr val="tx1"/>
                </a:solidFill>
                <a:latin typeface="Arial" panose="020B0604020202020204" pitchFamily="34" charset="0"/>
                <a:ea typeface="ＭＳ Ｐゴシック" panose="020B0600070205080204" pitchFamily="34" charset="-128"/>
              </a:defRPr>
            </a:lvl8pPr>
            <a:lvl9pPr marL="3986075" indent="-234475" defTabSz="967209" eaLnBrk="0" fontAlgn="base" hangingPunct="0">
              <a:spcBef>
                <a:spcPct val="20000"/>
              </a:spcBef>
              <a:spcAft>
                <a:spcPct val="0"/>
              </a:spcAft>
              <a:buClr>
                <a:srgbClr val="FF6600"/>
              </a:buClr>
              <a:buSzPct val="75000"/>
              <a:buFont typeface="Monotype Sorts" charset="2"/>
              <a:buChar char="l"/>
              <a:defRPr sz="2900">
                <a:solidFill>
                  <a:schemeClr val="tx1"/>
                </a:solidFill>
                <a:latin typeface="Arial" panose="020B0604020202020204" pitchFamily="34" charset="0"/>
                <a:ea typeface="ＭＳ Ｐゴシック" panose="020B0600070205080204" pitchFamily="34" charset="-128"/>
              </a:defRPr>
            </a:lvl9pPr>
          </a:lstStyle>
          <a:p>
            <a:fld id="{68FBE478-A0BF-42B8-A0DC-3DB0C1A712F1}" type="slidenum">
              <a:rPr lang="en-US" altLang="en-US" sz="1200"/>
              <a:pPr/>
              <a:t>3</a:t>
            </a:fld>
            <a:endParaRPr lang="en-US" altLang="en-US" sz="1200"/>
          </a:p>
        </p:txBody>
      </p:sp>
      <p:sp>
        <p:nvSpPr>
          <p:cNvPr id="55299" name="Rectangle 2">
            <a:extLst>
              <a:ext uri="{FF2B5EF4-FFF2-40B4-BE49-F238E27FC236}">
                <a16:creationId xmlns:a16="http://schemas.microsoft.com/office/drawing/2014/main" id="{D89EA09E-FDE6-9DE3-FDF9-7CA57728B971}"/>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48AFACFC-483F-60C7-7B04-AE823E11C4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964BB1-7357-BCBC-C333-4CA5E7116E2E}"/>
              </a:ext>
            </a:extLst>
          </p:cNvPr>
          <p:cNvSpPr/>
          <p:nvPr userDrawn="1"/>
        </p:nvSpPr>
        <p:spPr>
          <a:xfrm>
            <a:off x="0" y="2"/>
            <a:ext cx="12192000" cy="6486525"/>
          </a:xfrm>
          <a:prstGeom prst="rect">
            <a:avLst/>
          </a:prstGeom>
          <a:solidFill>
            <a:srgbClr val="22377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7" name="Title 6"/>
          <p:cNvSpPr>
            <a:spLocks noGrp="1"/>
          </p:cNvSpPr>
          <p:nvPr>
            <p:ph type="title"/>
          </p:nvPr>
        </p:nvSpPr>
        <p:spPr>
          <a:xfrm>
            <a:off x="741219" y="3243266"/>
            <a:ext cx="10515600" cy="1325563"/>
          </a:xfrm>
          <a:prstGeom prst="rect">
            <a:avLst/>
          </a:prstGeom>
        </p:spPr>
        <p:txBody>
          <a:bodyPr/>
          <a:lstStyle>
            <a:lvl1pPr>
              <a:defRPr>
                <a:solidFill>
                  <a:schemeClr val="bg1"/>
                </a:solidFill>
              </a:defRPr>
            </a:lvl1pPr>
          </a:lstStyle>
          <a:p>
            <a:r>
              <a:rPr lang="en-US"/>
              <a:t>Click to edit Master title style</a:t>
            </a:r>
            <a:endParaRPr lang="en-VN"/>
          </a:p>
        </p:txBody>
      </p:sp>
      <p:sp>
        <p:nvSpPr>
          <p:cNvPr id="3" name="Date Placeholder 7">
            <a:extLst>
              <a:ext uri="{FF2B5EF4-FFF2-40B4-BE49-F238E27FC236}">
                <a16:creationId xmlns:a16="http://schemas.microsoft.com/office/drawing/2014/main" id="{EFE6BCEB-9D04-0A31-13FD-E54A7886E959}"/>
              </a:ext>
            </a:extLst>
          </p:cNvPr>
          <p:cNvSpPr>
            <a:spLocks noGrp="1"/>
          </p:cNvSpPr>
          <p:nvPr>
            <p:ph type="dt" sz="half" idx="10"/>
          </p:nvPr>
        </p:nvSpPr>
        <p:spPr>
          <a:xfrm>
            <a:off x="0" y="6538915"/>
            <a:ext cx="2743200" cy="365125"/>
          </a:xfrm>
        </p:spPr>
        <p:txBody>
          <a:bodyPr/>
          <a:lstStyle>
            <a:lvl1pPr>
              <a:defRPr sz="1000" smtClean="0">
                <a:latin typeface="+mn-lt"/>
              </a:defRPr>
            </a:lvl1pPr>
          </a:lstStyle>
          <a:p>
            <a:pPr>
              <a:buFont typeface="Monotype Sorts" charset="2"/>
              <a:buNone/>
              <a:defRPr/>
            </a:pPr>
            <a:fld id="{1CC891BA-034A-48B1-A882-E2BBAA86CE85}" type="datetime1">
              <a:rPr lang="en-US" smtClean="0"/>
              <a:t>2/25/2024</a:t>
            </a:fld>
            <a:endParaRPr lang="en-US" dirty="0"/>
          </a:p>
        </p:txBody>
      </p:sp>
      <p:sp>
        <p:nvSpPr>
          <p:cNvPr id="4" name="Slide Number Placeholder 11">
            <a:extLst>
              <a:ext uri="{FF2B5EF4-FFF2-40B4-BE49-F238E27FC236}">
                <a16:creationId xmlns:a16="http://schemas.microsoft.com/office/drawing/2014/main" id="{21C2B440-578D-B562-B0A6-B54BDB743A02}"/>
              </a:ext>
            </a:extLst>
          </p:cNvPr>
          <p:cNvSpPr>
            <a:spLocks noGrp="1"/>
          </p:cNvSpPr>
          <p:nvPr>
            <p:ph type="sldNum" sz="quarter" idx="11"/>
          </p:nvPr>
        </p:nvSpPr>
        <p:spPr>
          <a:xfrm>
            <a:off x="9448800" y="6538915"/>
            <a:ext cx="2743200" cy="365125"/>
          </a:xfrm>
        </p:spPr>
        <p:txBody>
          <a:bodyPr/>
          <a:lstStyle>
            <a:lvl1pPr>
              <a:defRPr sz="1000">
                <a:solidFill>
                  <a:prstClr val="white"/>
                </a:solidFill>
                <a:latin typeface="+mn-lt"/>
              </a:defRPr>
            </a:lvl1pPr>
          </a:lstStyle>
          <a:p>
            <a:pPr>
              <a:buFont typeface="Monotype Sorts" charset="2"/>
              <a:buNone/>
              <a:defRPr/>
            </a:pPr>
            <a:fld id="{775A0816-9807-4CA3-A3C5-68577B5C9559}"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AABBDFAC-3ABC-7AF1-C80F-B9A80EC5DAE2}"/>
              </a:ext>
            </a:extLst>
          </p:cNvPr>
          <p:cNvSpPr>
            <a:spLocks noGrp="1" noChangeArrowheads="1"/>
          </p:cNvSpPr>
          <p:nvPr>
            <p:ph type="ftr" sz="quarter" idx="12"/>
          </p:nvPr>
        </p:nvSpPr>
        <p:spPr/>
        <p:txBody>
          <a:bodyPr/>
          <a:lstStyle>
            <a:lvl1pPr>
              <a:defRPr sz="1000">
                <a:latin typeface="+mn-lt"/>
              </a:defRPr>
            </a:lvl1pPr>
          </a:lstStyle>
          <a:p>
            <a:pPr>
              <a:buFont typeface="Monotype Sorts" charset="2"/>
              <a:buNone/>
              <a:defRPr/>
            </a:pPr>
            <a:r>
              <a:rPr lang="en-US" dirty="0"/>
              <a:t>UFCFFS-30-1– Foundations of Computing</a:t>
            </a:r>
          </a:p>
        </p:txBody>
      </p:sp>
    </p:spTree>
    <p:extLst>
      <p:ext uri="{BB962C8B-B14F-4D97-AF65-F5344CB8AC3E}">
        <p14:creationId xmlns:p14="http://schemas.microsoft.com/office/powerpoint/2010/main" val="4157092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1A55295-5DC2-C569-6312-199AFA24EE07}"/>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13" name="Title 1"/>
          <p:cNvSpPr>
            <a:spLocks noGrp="1"/>
          </p:cNvSpPr>
          <p:nvPr>
            <p:ph type="title"/>
          </p:nvPr>
        </p:nvSpPr>
        <p:spPr>
          <a:xfrm>
            <a:off x="482252" y="277964"/>
            <a:ext cx="7928429" cy="553289"/>
          </a:xfrm>
          <a:prstGeom prst="rect">
            <a:avLst/>
          </a:prstGeom>
        </p:spPr>
        <p:txBody>
          <a:bodyPr>
            <a:normAutofit/>
          </a:bodyPr>
          <a:lstStyle>
            <a:lvl1pPr>
              <a:defRPr sz="1856" b="1" baseline="0">
                <a:solidFill>
                  <a:srgbClr val="22377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7729624-F3B5-070E-14EF-70CC1B484925}"/>
              </a:ext>
            </a:extLst>
          </p:cNvPr>
          <p:cNvSpPr>
            <a:spLocks noGrp="1"/>
          </p:cNvSpPr>
          <p:nvPr>
            <p:ph type="dt" sz="half" idx="10"/>
          </p:nvPr>
        </p:nvSpPr>
        <p:spPr>
          <a:xfrm>
            <a:off x="0" y="6580188"/>
            <a:ext cx="2743200" cy="277812"/>
          </a:xfrm>
        </p:spPr>
        <p:txBody>
          <a:bodyPr/>
          <a:lstStyle>
            <a:lvl1pPr>
              <a:defRPr smtClean="0"/>
            </a:lvl1pPr>
          </a:lstStyle>
          <a:p>
            <a:pPr>
              <a:buFont typeface="Monotype Sorts" charset="2"/>
              <a:buNone/>
              <a:defRPr/>
            </a:pPr>
            <a:fld id="{2E154125-4608-497B-949A-2E386C1F812E}" type="datetime1">
              <a:rPr lang="en-US" smtClean="0"/>
              <a:t>2/25/2024</a:t>
            </a:fld>
            <a:endParaRPr lang="en-US" dirty="0"/>
          </a:p>
        </p:txBody>
      </p:sp>
      <p:sp>
        <p:nvSpPr>
          <p:cNvPr id="5" name="Slide Number Placeholder 5">
            <a:extLst>
              <a:ext uri="{FF2B5EF4-FFF2-40B4-BE49-F238E27FC236}">
                <a16:creationId xmlns:a16="http://schemas.microsoft.com/office/drawing/2014/main" id="{C685519A-3558-75C9-7D9D-2CD34FE8601A}"/>
              </a:ext>
            </a:extLst>
          </p:cNvPr>
          <p:cNvSpPr>
            <a:spLocks noGrp="1"/>
          </p:cNvSpPr>
          <p:nvPr>
            <p:ph type="sldNum" sz="quarter" idx="11"/>
          </p:nvPr>
        </p:nvSpPr>
        <p:spPr>
          <a:xfrm>
            <a:off x="9412288" y="6623050"/>
            <a:ext cx="2743200" cy="234950"/>
          </a:xfrm>
        </p:spPr>
        <p:txBody>
          <a:bodyPr/>
          <a:lstStyle>
            <a:lvl1pPr>
              <a:defRPr/>
            </a:lvl1pPr>
          </a:lstStyle>
          <a:p>
            <a:pPr>
              <a:buFont typeface="Monotype Sorts" charset="2"/>
              <a:buNone/>
              <a:defRPr/>
            </a:pPr>
            <a:fld id="{3668E2E4-C289-40FA-803B-52DC86338CE3}"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3678CD4D-49EF-4866-C3F2-B2A61D010B34}"/>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UFCFFS-30-1– Foundations of Computing</a:t>
            </a:r>
          </a:p>
        </p:txBody>
      </p:sp>
      <p:pic>
        <p:nvPicPr>
          <p:cNvPr id="7" name="Picture 2" descr="Image result for uwe bristol logo">
            <a:extLst>
              <a:ext uri="{FF2B5EF4-FFF2-40B4-BE49-F238E27FC236}">
                <a16:creationId xmlns:a16="http://schemas.microsoft.com/office/drawing/2014/main" id="{0215B41E-72B5-D655-7127-58FC169525D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9857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E98A4D7-51AA-2B15-3D26-501BAE3FD3F8}"/>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7" name="Title 6"/>
          <p:cNvSpPr>
            <a:spLocks noGrp="1"/>
          </p:cNvSpPr>
          <p:nvPr>
            <p:ph type="title"/>
          </p:nvPr>
        </p:nvSpPr>
        <p:spPr>
          <a:xfrm>
            <a:off x="487476" y="2949388"/>
            <a:ext cx="10515600" cy="1325563"/>
          </a:xfrm>
          <a:prstGeom prst="rect">
            <a:avLst/>
          </a:prstGeom>
        </p:spPr>
        <p:txBody>
          <a:bodyPr/>
          <a:lstStyle>
            <a:lvl1pPr>
              <a:defRPr sz="3375"/>
            </a:lvl1pPr>
          </a:lstStyle>
          <a:p>
            <a:r>
              <a:rPr lang="en-US"/>
              <a:t>Click to edit Master title style</a:t>
            </a:r>
            <a:endParaRPr lang="en-VN"/>
          </a:p>
        </p:txBody>
      </p:sp>
      <p:sp>
        <p:nvSpPr>
          <p:cNvPr id="4" name="Date Placeholder 3">
            <a:extLst>
              <a:ext uri="{FF2B5EF4-FFF2-40B4-BE49-F238E27FC236}">
                <a16:creationId xmlns:a16="http://schemas.microsoft.com/office/drawing/2014/main" id="{AC24508C-232F-8AA0-F1C6-36CFF9ACCA6D}"/>
              </a:ext>
            </a:extLst>
          </p:cNvPr>
          <p:cNvSpPr>
            <a:spLocks noGrp="1"/>
          </p:cNvSpPr>
          <p:nvPr>
            <p:ph type="dt" sz="half" idx="10"/>
          </p:nvPr>
        </p:nvSpPr>
        <p:spPr>
          <a:xfrm>
            <a:off x="0" y="6592890"/>
            <a:ext cx="2743200" cy="268287"/>
          </a:xfrm>
        </p:spPr>
        <p:txBody>
          <a:bodyPr/>
          <a:lstStyle>
            <a:lvl1pPr>
              <a:defRPr smtClean="0"/>
            </a:lvl1pPr>
          </a:lstStyle>
          <a:p>
            <a:pPr>
              <a:buFont typeface="Monotype Sorts" charset="2"/>
              <a:buNone/>
              <a:defRPr/>
            </a:pPr>
            <a:fld id="{E3C475DF-DA5F-4E91-A4D4-E6CD91339370}" type="datetime1">
              <a:rPr lang="en-US" smtClean="0"/>
              <a:t>2/25/2024</a:t>
            </a:fld>
            <a:endParaRPr lang="en-US" dirty="0"/>
          </a:p>
        </p:txBody>
      </p:sp>
      <p:sp>
        <p:nvSpPr>
          <p:cNvPr id="5" name="Slide Number Placeholder 5">
            <a:extLst>
              <a:ext uri="{FF2B5EF4-FFF2-40B4-BE49-F238E27FC236}">
                <a16:creationId xmlns:a16="http://schemas.microsoft.com/office/drawing/2014/main" id="{5E118D7B-5BE4-D162-C63C-02493336AEA7}"/>
              </a:ext>
            </a:extLst>
          </p:cNvPr>
          <p:cNvSpPr>
            <a:spLocks noGrp="1"/>
          </p:cNvSpPr>
          <p:nvPr>
            <p:ph type="sldNum" sz="quarter" idx="11"/>
          </p:nvPr>
        </p:nvSpPr>
        <p:spPr>
          <a:xfrm>
            <a:off x="9366251" y="6589715"/>
            <a:ext cx="2743200" cy="314325"/>
          </a:xfrm>
        </p:spPr>
        <p:txBody>
          <a:bodyPr/>
          <a:lstStyle>
            <a:lvl1pPr>
              <a:defRPr sz="1000"/>
            </a:lvl1pPr>
          </a:lstStyle>
          <a:p>
            <a:pPr>
              <a:buFont typeface="Monotype Sorts" charset="2"/>
              <a:buNone/>
              <a:defRPr/>
            </a:pPr>
            <a:fld id="{F9126DDB-45DE-4D72-94FB-1E2D565E80AF}"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38007CFB-2610-ACA1-B2EA-E3DDAC766C94}"/>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UFCFFS-30-1– Foundations of Computing</a:t>
            </a:r>
          </a:p>
        </p:txBody>
      </p:sp>
      <p:pic>
        <p:nvPicPr>
          <p:cNvPr id="8" name="Picture 2" descr="Image result for uwe bristol logo">
            <a:extLst>
              <a:ext uri="{FF2B5EF4-FFF2-40B4-BE49-F238E27FC236}">
                <a16:creationId xmlns:a16="http://schemas.microsoft.com/office/drawing/2014/main" id="{916E3C2A-0A31-00FE-ECF8-1672CFF3752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94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858F73B4-3EA4-F35A-3D60-2923D5658ED7}"/>
              </a:ext>
            </a:extLst>
          </p:cNvPr>
          <p:cNvSpPr/>
          <p:nvPr userDrawn="1"/>
        </p:nvSpPr>
        <p:spPr>
          <a:xfrm>
            <a:off x="311261"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12" name="Title 1"/>
          <p:cNvSpPr>
            <a:spLocks noGrp="1"/>
          </p:cNvSpPr>
          <p:nvPr>
            <p:ph type="title"/>
          </p:nvPr>
        </p:nvSpPr>
        <p:spPr>
          <a:xfrm>
            <a:off x="340859" y="243492"/>
            <a:ext cx="8061101" cy="553289"/>
          </a:xfrm>
          <a:prstGeom prst="rect">
            <a:avLst/>
          </a:prstGeom>
        </p:spPr>
        <p:txBody>
          <a:bodyPr>
            <a:normAutofit/>
          </a:bodyPr>
          <a:lstStyle>
            <a:lvl1pPr>
              <a:defRPr sz="1856" b="1" baseline="0">
                <a:solidFill>
                  <a:srgbClr val="223771"/>
                </a:solidFill>
              </a:defRPr>
            </a:lvl1pPr>
          </a:lstStyle>
          <a:p>
            <a:r>
              <a:rPr lang="en-US"/>
              <a:t>Click to edit Master title style</a:t>
            </a:r>
          </a:p>
        </p:txBody>
      </p:sp>
      <p:sp>
        <p:nvSpPr>
          <p:cNvPr id="13" name="Content Placeholder 12"/>
          <p:cNvSpPr>
            <a:spLocks noGrp="1"/>
          </p:cNvSpPr>
          <p:nvPr>
            <p:ph sz="quarter" idx="13"/>
          </p:nvPr>
        </p:nvSpPr>
        <p:spPr>
          <a:xfrm>
            <a:off x="309221" y="1169083"/>
            <a:ext cx="11551617" cy="4954133"/>
          </a:xfrm>
          <a:prstGeom prst="rect">
            <a:avLst/>
          </a:prstGeom>
        </p:spPr>
        <p:txBody>
          <a:bodyPr/>
          <a:lstStyle>
            <a:lvl1pPr>
              <a:defRPr sz="2400"/>
            </a:lvl1pPr>
            <a:lvl2pPr>
              <a:defRPr sz="2800"/>
            </a:lvl2pPr>
            <a:lvl3pPr>
              <a:defRPr sz="18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VN" dirty="0"/>
          </a:p>
        </p:txBody>
      </p:sp>
      <p:sp>
        <p:nvSpPr>
          <p:cNvPr id="4" name="Date Placeholder 3">
            <a:extLst>
              <a:ext uri="{FF2B5EF4-FFF2-40B4-BE49-F238E27FC236}">
                <a16:creationId xmlns:a16="http://schemas.microsoft.com/office/drawing/2014/main" id="{925778A0-1739-29FF-2284-D0326B623CD9}"/>
              </a:ext>
            </a:extLst>
          </p:cNvPr>
          <p:cNvSpPr>
            <a:spLocks noGrp="1"/>
          </p:cNvSpPr>
          <p:nvPr>
            <p:ph type="dt" sz="half" idx="14"/>
          </p:nvPr>
        </p:nvSpPr>
        <p:spPr/>
        <p:txBody>
          <a:bodyPr/>
          <a:lstStyle>
            <a:lvl1pPr>
              <a:defRPr sz="1000" smtClean="0"/>
            </a:lvl1pPr>
          </a:lstStyle>
          <a:p>
            <a:pPr>
              <a:buFont typeface="Monotype Sorts" charset="2"/>
              <a:buNone/>
              <a:defRPr/>
            </a:pPr>
            <a:fld id="{F8A5A062-5663-41D9-8D77-F88976B13B59}" type="datetime1">
              <a:rPr lang="en-US" smtClean="0"/>
              <a:t>2/25/2024</a:t>
            </a:fld>
            <a:endParaRPr lang="en-US" dirty="0"/>
          </a:p>
        </p:txBody>
      </p:sp>
      <p:sp>
        <p:nvSpPr>
          <p:cNvPr id="5" name="Slide Number Placeholder 5">
            <a:extLst>
              <a:ext uri="{FF2B5EF4-FFF2-40B4-BE49-F238E27FC236}">
                <a16:creationId xmlns:a16="http://schemas.microsoft.com/office/drawing/2014/main" id="{BDC1F769-2EA0-3B74-8A9C-9BD515A3FA5A}"/>
              </a:ext>
            </a:extLst>
          </p:cNvPr>
          <p:cNvSpPr>
            <a:spLocks noGrp="1"/>
          </p:cNvSpPr>
          <p:nvPr>
            <p:ph type="sldNum" sz="quarter" idx="15"/>
          </p:nvPr>
        </p:nvSpPr>
        <p:spPr>
          <a:xfrm>
            <a:off x="9421813" y="6600825"/>
            <a:ext cx="2743200" cy="274638"/>
          </a:xfrm>
        </p:spPr>
        <p:txBody>
          <a:bodyPr/>
          <a:lstStyle>
            <a:lvl1pPr>
              <a:defRPr sz="1000"/>
            </a:lvl1pPr>
          </a:lstStyle>
          <a:p>
            <a:pPr>
              <a:buFont typeface="Monotype Sorts" charset="2"/>
              <a:buNone/>
              <a:defRPr/>
            </a:pPr>
            <a:fld id="{BC9EDAA9-37F3-4614-95D5-5B7FFAB71D04}" type="slidenum">
              <a:rPr lang="en-US" smtClean="0"/>
              <a:pPr>
                <a:buFont typeface="Monotype Sorts" charset="2"/>
                <a:buNone/>
                <a:defRPr/>
              </a:pPr>
              <a:t>‹#›</a:t>
            </a:fld>
            <a:endParaRPr lang="en-US" dirty="0"/>
          </a:p>
        </p:txBody>
      </p:sp>
      <p:sp>
        <p:nvSpPr>
          <p:cNvPr id="6" name="Rectangle 3">
            <a:extLst>
              <a:ext uri="{FF2B5EF4-FFF2-40B4-BE49-F238E27FC236}">
                <a16:creationId xmlns:a16="http://schemas.microsoft.com/office/drawing/2014/main" id="{2EB4D491-05E9-53AB-E987-C6383C7B7C83}"/>
              </a:ext>
            </a:extLst>
          </p:cNvPr>
          <p:cNvSpPr>
            <a:spLocks noGrp="1" noChangeArrowheads="1"/>
          </p:cNvSpPr>
          <p:nvPr>
            <p:ph type="ftr" sz="quarter" idx="16"/>
          </p:nvPr>
        </p:nvSpPr>
        <p:spPr/>
        <p:txBody>
          <a:bodyPr/>
          <a:lstStyle>
            <a:lvl1pPr>
              <a:defRPr sz="1000"/>
            </a:lvl1pPr>
          </a:lstStyle>
          <a:p>
            <a:pPr>
              <a:buFont typeface="Monotype Sorts" charset="2"/>
              <a:buNone/>
              <a:defRPr/>
            </a:pPr>
            <a:r>
              <a:rPr lang="en-US" dirty="0"/>
              <a:t>UFCFFS-30-1– Foundations of Computing</a:t>
            </a:r>
          </a:p>
        </p:txBody>
      </p:sp>
      <p:pic>
        <p:nvPicPr>
          <p:cNvPr id="1026" name="Picture 2" descr="Image result for uwe bristol logo">
            <a:extLst>
              <a:ext uri="{FF2B5EF4-FFF2-40B4-BE49-F238E27FC236}">
                <a16:creationId xmlns:a16="http://schemas.microsoft.com/office/drawing/2014/main" id="{36ECDC33-660E-2EA9-6A61-B10D1DF96F8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8140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63687" y="2846231"/>
            <a:ext cx="4417452" cy="1460428"/>
          </a:xfrm>
          <a:prstGeom prst="rect">
            <a:avLst/>
          </a:prstGeom>
        </p:spPr>
        <p:txBody>
          <a:bodyPr anchor="b">
            <a:normAutofit/>
          </a:bodyPr>
          <a:lstStyle>
            <a:lvl1pPr algn="r">
              <a:defRPr sz="3150" b="1" baseline="0">
                <a:solidFill>
                  <a:srgbClr val="22377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7263687" y="4429523"/>
            <a:ext cx="4417452" cy="750072"/>
          </a:xfrm>
          <a:prstGeom prst="rect">
            <a:avLst/>
          </a:prstGeom>
        </p:spPr>
        <p:txBody>
          <a:bodyPr/>
          <a:lstStyle>
            <a:lvl1pPr marL="0" indent="0" algn="r">
              <a:buNone/>
              <a:defRPr sz="1350" baseline="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sp>
        <p:nvSpPr>
          <p:cNvPr id="11" name="Content Placeholder 2"/>
          <p:cNvSpPr>
            <a:spLocks noGrp="1"/>
          </p:cNvSpPr>
          <p:nvPr>
            <p:ph idx="13"/>
          </p:nvPr>
        </p:nvSpPr>
        <p:spPr>
          <a:xfrm>
            <a:off x="1" y="862153"/>
            <a:ext cx="7096259" cy="5631943"/>
          </a:xfrm>
          <a:prstGeom prst="rect">
            <a:avLst/>
          </a:prstGeom>
        </p:spPr>
        <p:txBody>
          <a:bodyPr/>
          <a:lstStyle>
            <a:lvl1pPr marL="0" indent="0">
              <a:buNone/>
              <a:defRPr baseline="0"/>
            </a:lvl1pPr>
          </a:lstStyle>
          <a:p>
            <a:pPr lvl="0"/>
            <a:r>
              <a:rPr lang="en-US"/>
              <a:t>Click to edit Master text styles</a:t>
            </a:r>
          </a:p>
        </p:txBody>
      </p:sp>
      <p:sp>
        <p:nvSpPr>
          <p:cNvPr id="5" name="Date Placeholder 3">
            <a:extLst>
              <a:ext uri="{FF2B5EF4-FFF2-40B4-BE49-F238E27FC236}">
                <a16:creationId xmlns:a16="http://schemas.microsoft.com/office/drawing/2014/main" id="{F1888363-DACF-4CD3-2499-6E28B3D6969D}"/>
              </a:ext>
            </a:extLst>
          </p:cNvPr>
          <p:cNvSpPr>
            <a:spLocks noGrp="1"/>
          </p:cNvSpPr>
          <p:nvPr>
            <p:ph type="dt" sz="half" idx="14"/>
          </p:nvPr>
        </p:nvSpPr>
        <p:spPr/>
        <p:txBody>
          <a:bodyPr/>
          <a:lstStyle>
            <a:lvl1pPr>
              <a:defRPr smtClean="0"/>
            </a:lvl1pPr>
          </a:lstStyle>
          <a:p>
            <a:pPr>
              <a:buFont typeface="Monotype Sorts" charset="2"/>
              <a:buNone/>
              <a:defRPr/>
            </a:pPr>
            <a:fld id="{638F6F86-1F0B-4A69-B0CE-7FE31F7B216C}" type="datetime1">
              <a:rPr lang="en-US" smtClean="0"/>
              <a:t>2/25/2024</a:t>
            </a:fld>
            <a:endParaRPr lang="en-US" dirty="0"/>
          </a:p>
        </p:txBody>
      </p:sp>
      <p:sp>
        <p:nvSpPr>
          <p:cNvPr id="6" name="Footer Placeholder 4">
            <a:extLst>
              <a:ext uri="{FF2B5EF4-FFF2-40B4-BE49-F238E27FC236}">
                <a16:creationId xmlns:a16="http://schemas.microsoft.com/office/drawing/2014/main" id="{32A37517-8DD7-EEA6-F2E6-49FC8CC73AB6}"/>
              </a:ext>
            </a:extLst>
          </p:cNvPr>
          <p:cNvSpPr>
            <a:spLocks noGrp="1"/>
          </p:cNvSpPr>
          <p:nvPr>
            <p:ph type="ftr" sz="quarter" idx="15"/>
          </p:nvPr>
        </p:nvSpPr>
        <p:spPr>
          <a:xfrm>
            <a:off x="3871913" y="6604000"/>
            <a:ext cx="4114800" cy="254000"/>
          </a:xfrm>
        </p:spPr>
        <p:txBody>
          <a:bodyPr/>
          <a:lstStyle>
            <a:lvl1pPr defTabSz="257175" eaLnBrk="1" fontAlgn="auto" hangingPunct="1">
              <a:spcBef>
                <a:spcPts val="0"/>
              </a:spcBef>
              <a:spcAft>
                <a:spcPts val="0"/>
              </a:spcAft>
              <a:defRPr>
                <a:solidFill>
                  <a:prstClr val="white"/>
                </a:solidFill>
                <a:latin typeface="Calibri" panose="020F0502020204030204"/>
                <a:ea typeface="+mn-ea"/>
              </a:defRPr>
            </a:lvl1pPr>
          </a:lstStyle>
          <a:p>
            <a:pPr>
              <a:buFont typeface="Monotype Sorts" charset="2"/>
              <a:buNone/>
              <a:defRPr/>
            </a:pPr>
            <a:r>
              <a:rPr lang="en-US" dirty="0"/>
              <a:t>UFCFFS-30-1– Foundations of Computing</a:t>
            </a:r>
          </a:p>
        </p:txBody>
      </p:sp>
      <p:sp>
        <p:nvSpPr>
          <p:cNvPr id="7" name="Slide Number Placeholder 5">
            <a:extLst>
              <a:ext uri="{FF2B5EF4-FFF2-40B4-BE49-F238E27FC236}">
                <a16:creationId xmlns:a16="http://schemas.microsoft.com/office/drawing/2014/main" id="{9E06BDF5-0E4B-7D5D-4DE0-26F369F0EB12}"/>
              </a:ext>
            </a:extLst>
          </p:cNvPr>
          <p:cNvSpPr>
            <a:spLocks noGrp="1"/>
          </p:cNvSpPr>
          <p:nvPr>
            <p:ph type="sldNum" sz="quarter" idx="16"/>
          </p:nvPr>
        </p:nvSpPr>
        <p:spPr/>
        <p:txBody>
          <a:bodyPr/>
          <a:lstStyle>
            <a:lvl1pPr>
              <a:defRPr/>
            </a:lvl1pPr>
          </a:lstStyle>
          <a:p>
            <a:pPr>
              <a:buFont typeface="Monotype Sorts" charset="2"/>
              <a:buNone/>
              <a:defRPr/>
            </a:pPr>
            <a:fld id="{4FC3DE7D-4EEA-43B2-9617-70FD3CFD639D}" type="slidenum">
              <a:rPr lang="en-US" smtClean="0"/>
              <a:pPr>
                <a:buFont typeface="Monotype Sorts" charset="2"/>
                <a:buNone/>
                <a:defRPr/>
              </a:pPr>
              <a:t>‹#›</a:t>
            </a:fld>
            <a:endParaRPr lang="en-US" dirty="0"/>
          </a:p>
        </p:txBody>
      </p:sp>
      <p:pic>
        <p:nvPicPr>
          <p:cNvPr id="8" name="Picture 2" descr="Image result for uwe bristol logo">
            <a:extLst>
              <a:ext uri="{FF2B5EF4-FFF2-40B4-BE49-F238E27FC236}">
                <a16:creationId xmlns:a16="http://schemas.microsoft.com/office/drawing/2014/main" id="{C9EF55CF-963F-B99B-6D50-815F7F7C9EE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280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Freeform 13">
            <a:extLst>
              <a:ext uri="{FF2B5EF4-FFF2-40B4-BE49-F238E27FC236}">
                <a16:creationId xmlns:a16="http://schemas.microsoft.com/office/drawing/2014/main" id="{397F7F79-C88E-7534-6D6C-7E21232DD335}"/>
              </a:ext>
            </a:extLst>
          </p:cNvPr>
          <p:cNvSpPr/>
          <p:nvPr userDrawn="1"/>
        </p:nvSpPr>
        <p:spPr>
          <a:xfrm>
            <a:off x="392908"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a:xfrm>
            <a:off x="831851" y="1709742"/>
            <a:ext cx="10515600" cy="2852737"/>
          </a:xfrm>
          <a:prstGeom prst="rect">
            <a:avLst/>
          </a:prstGeom>
        </p:spPr>
        <p:txBody>
          <a:bodyPr anchor="b"/>
          <a:lstStyle>
            <a:lvl1pPr>
              <a:defRPr sz="3375"/>
            </a:lvl1pPr>
          </a:lstStyle>
          <a:p>
            <a:r>
              <a:rPr lang="en-US"/>
              <a:t>Click to edit Master title style</a:t>
            </a:r>
          </a:p>
        </p:txBody>
      </p:sp>
      <p:sp>
        <p:nvSpPr>
          <p:cNvPr id="3" name="Text Placeholder 2"/>
          <p:cNvSpPr>
            <a:spLocks noGrp="1"/>
          </p:cNvSpPr>
          <p:nvPr>
            <p:ph type="body" idx="1"/>
          </p:nvPr>
        </p:nvSpPr>
        <p:spPr>
          <a:xfrm>
            <a:off x="831851" y="4589467"/>
            <a:ext cx="10515600" cy="1500187"/>
          </a:xfrm>
          <a:prstGeom prst="rect">
            <a:avLst/>
          </a:prstGeo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Edit Master text styles</a:t>
            </a:r>
          </a:p>
        </p:txBody>
      </p:sp>
      <p:sp>
        <p:nvSpPr>
          <p:cNvPr id="16" name="Content Placeholder 15"/>
          <p:cNvSpPr>
            <a:spLocks noGrp="1"/>
          </p:cNvSpPr>
          <p:nvPr>
            <p:ph sz="quarter" idx="13"/>
          </p:nvPr>
        </p:nvSpPr>
        <p:spPr>
          <a:xfrm>
            <a:off x="392907" y="278800"/>
            <a:ext cx="5813199" cy="457200"/>
          </a:xfrm>
          <a:prstGeom prst="rect">
            <a:avLst/>
          </a:prstGeom>
        </p:spPr>
        <p:txBody>
          <a:bodyPr/>
          <a:lstStyle>
            <a:lvl1pPr>
              <a:defRPr lang="en-VN" sz="1856" b="1" baseline="0" dirty="0">
                <a:solidFill>
                  <a:srgbClr val="223771"/>
                </a:solidFill>
                <a:ea typeface="+mj-ea"/>
              </a:defRPr>
            </a:lvl1pPr>
          </a:lstStyle>
          <a:p>
            <a:pPr lvl="0"/>
            <a:r>
              <a:rPr lang="en-US"/>
              <a:t>Click to edit Master text styles</a:t>
            </a:r>
          </a:p>
        </p:txBody>
      </p:sp>
      <p:sp>
        <p:nvSpPr>
          <p:cNvPr id="6" name="Date Placeholder 3">
            <a:extLst>
              <a:ext uri="{FF2B5EF4-FFF2-40B4-BE49-F238E27FC236}">
                <a16:creationId xmlns:a16="http://schemas.microsoft.com/office/drawing/2014/main" id="{7E8D8520-2EEF-7DFE-992F-B17199C9D3A9}"/>
              </a:ext>
            </a:extLst>
          </p:cNvPr>
          <p:cNvSpPr>
            <a:spLocks noGrp="1"/>
          </p:cNvSpPr>
          <p:nvPr>
            <p:ph type="dt" sz="half" idx="14"/>
          </p:nvPr>
        </p:nvSpPr>
        <p:spPr/>
        <p:txBody>
          <a:bodyPr/>
          <a:lstStyle>
            <a:lvl1pPr>
              <a:defRPr sz="1000" smtClean="0"/>
            </a:lvl1pPr>
          </a:lstStyle>
          <a:p>
            <a:pPr>
              <a:buFont typeface="Monotype Sorts" charset="2"/>
              <a:buNone/>
              <a:defRPr/>
            </a:pPr>
            <a:fld id="{312F2106-85A1-488C-B255-AD8A5B98FDDB}" type="datetime1">
              <a:rPr lang="en-US" smtClean="0"/>
              <a:t>2/25/2024</a:t>
            </a:fld>
            <a:endParaRPr lang="en-US" dirty="0"/>
          </a:p>
        </p:txBody>
      </p:sp>
      <p:sp>
        <p:nvSpPr>
          <p:cNvPr id="7" name="Slide Number Placeholder 5">
            <a:extLst>
              <a:ext uri="{FF2B5EF4-FFF2-40B4-BE49-F238E27FC236}">
                <a16:creationId xmlns:a16="http://schemas.microsoft.com/office/drawing/2014/main" id="{B86DAE71-5E4C-AD44-94BB-40E3E9BE3B2A}"/>
              </a:ext>
            </a:extLst>
          </p:cNvPr>
          <p:cNvSpPr>
            <a:spLocks noGrp="1"/>
          </p:cNvSpPr>
          <p:nvPr>
            <p:ph type="sldNum" sz="quarter" idx="15"/>
          </p:nvPr>
        </p:nvSpPr>
        <p:spPr/>
        <p:txBody>
          <a:bodyPr/>
          <a:lstStyle>
            <a:lvl1pPr>
              <a:defRPr sz="1000"/>
            </a:lvl1pPr>
          </a:lstStyle>
          <a:p>
            <a:pPr>
              <a:buFont typeface="Monotype Sorts" charset="2"/>
              <a:buNone/>
              <a:defRPr/>
            </a:pPr>
            <a:fld id="{B9B03C63-2273-46E4-B7DF-3CCA315B6CB6}" type="slidenum">
              <a:rPr lang="en-US" smtClean="0"/>
              <a:pPr>
                <a:buFont typeface="Monotype Sorts" charset="2"/>
                <a:buNone/>
                <a:defRPr/>
              </a:pPr>
              <a:t>‹#›</a:t>
            </a:fld>
            <a:endParaRPr lang="en-US" dirty="0"/>
          </a:p>
        </p:txBody>
      </p:sp>
      <p:sp>
        <p:nvSpPr>
          <p:cNvPr id="8" name="Rectangle 3">
            <a:extLst>
              <a:ext uri="{FF2B5EF4-FFF2-40B4-BE49-F238E27FC236}">
                <a16:creationId xmlns:a16="http://schemas.microsoft.com/office/drawing/2014/main" id="{474D9259-758C-E063-00D3-B9F2238CDAAB}"/>
              </a:ext>
            </a:extLst>
          </p:cNvPr>
          <p:cNvSpPr>
            <a:spLocks noGrp="1" noChangeArrowheads="1"/>
          </p:cNvSpPr>
          <p:nvPr>
            <p:ph type="ftr" sz="quarter" idx="16"/>
          </p:nvPr>
        </p:nvSpPr>
        <p:spPr/>
        <p:txBody>
          <a:bodyPr/>
          <a:lstStyle>
            <a:lvl1pPr>
              <a:defRPr sz="1000"/>
            </a:lvl1pPr>
          </a:lstStyle>
          <a:p>
            <a:pPr>
              <a:buFont typeface="Monotype Sorts" charset="2"/>
              <a:buNone/>
              <a:defRPr/>
            </a:pPr>
            <a:r>
              <a:rPr lang="en-US" dirty="0"/>
              <a:t>UFCFFS-30-1– Foundations of Computing</a:t>
            </a:r>
          </a:p>
        </p:txBody>
      </p:sp>
      <p:pic>
        <p:nvPicPr>
          <p:cNvPr id="9" name="Picture 2" descr="Image result for uwe bristol logo">
            <a:extLst>
              <a:ext uri="{FF2B5EF4-FFF2-40B4-BE49-F238E27FC236}">
                <a16:creationId xmlns:a16="http://schemas.microsoft.com/office/drawing/2014/main" id="{DA64AC46-0D6A-3ECC-48E7-FA4CC610FE9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6617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reeform 13">
            <a:extLst>
              <a:ext uri="{FF2B5EF4-FFF2-40B4-BE49-F238E27FC236}">
                <a16:creationId xmlns:a16="http://schemas.microsoft.com/office/drawing/2014/main" id="{E54F1EF8-213B-FF64-8429-F8F6501B5178}"/>
              </a:ext>
            </a:extLst>
          </p:cNvPr>
          <p:cNvSpPr/>
          <p:nvPr userDrawn="1"/>
        </p:nvSpPr>
        <p:spPr>
          <a:xfrm>
            <a:off x="701900" y="515148"/>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a:xfrm>
            <a:off x="701900" y="351789"/>
            <a:ext cx="8061101" cy="922762"/>
          </a:xfrm>
          <a:prstGeom prst="rect">
            <a:avLst/>
          </a:prstGeom>
        </p:spPr>
        <p:txBody>
          <a:bodyPr>
            <a:normAutofit/>
          </a:bodyPr>
          <a:lstStyle>
            <a:lvl1pPr>
              <a:defRPr sz="1688" b="1">
                <a:solidFill>
                  <a:srgbClr val="223771"/>
                </a:solidFill>
              </a:defRPr>
            </a:lvl1pPr>
          </a:lstStyle>
          <a:p>
            <a:r>
              <a:rPr lang="en-US"/>
              <a:t>Click to edit Master title style</a:t>
            </a:r>
          </a:p>
        </p:txBody>
      </p:sp>
      <p:sp>
        <p:nvSpPr>
          <p:cNvPr id="3" name="Content Placeholder 2"/>
          <p:cNvSpPr>
            <a:spLocks noGrp="1"/>
          </p:cNvSpPr>
          <p:nvPr>
            <p:ph sz="half" idx="1"/>
          </p:nvPr>
        </p:nvSpPr>
        <p:spPr>
          <a:xfrm>
            <a:off x="701901" y="1639781"/>
            <a:ext cx="3336703"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711"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p:cNvSpPr>
            <a:spLocks noGrp="1"/>
          </p:cNvSpPr>
          <p:nvPr>
            <p:ph sz="half" idx="13"/>
          </p:nvPr>
        </p:nvSpPr>
        <p:spPr>
          <a:xfrm>
            <a:off x="8426539"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9E9E4F77-455A-34FF-7394-C19D63B430BC}"/>
              </a:ext>
            </a:extLst>
          </p:cNvPr>
          <p:cNvSpPr>
            <a:spLocks noGrp="1"/>
          </p:cNvSpPr>
          <p:nvPr>
            <p:ph type="dt" sz="half" idx="14"/>
          </p:nvPr>
        </p:nvSpPr>
        <p:spPr/>
        <p:txBody>
          <a:bodyPr/>
          <a:lstStyle>
            <a:lvl1pPr>
              <a:defRPr smtClean="0"/>
            </a:lvl1pPr>
          </a:lstStyle>
          <a:p>
            <a:pPr>
              <a:buFont typeface="Monotype Sorts" charset="2"/>
              <a:buNone/>
              <a:defRPr/>
            </a:pPr>
            <a:fld id="{EE75DE01-6100-4495-A95A-EE40D6D3DC8E}" type="datetime1">
              <a:rPr lang="en-US" smtClean="0"/>
              <a:t>2/25/2024</a:t>
            </a:fld>
            <a:endParaRPr lang="en-US" dirty="0"/>
          </a:p>
        </p:txBody>
      </p:sp>
      <p:sp>
        <p:nvSpPr>
          <p:cNvPr id="8" name="Slide Number Placeholder 6">
            <a:extLst>
              <a:ext uri="{FF2B5EF4-FFF2-40B4-BE49-F238E27FC236}">
                <a16:creationId xmlns:a16="http://schemas.microsoft.com/office/drawing/2014/main" id="{7A7C627D-779A-8D83-E2C4-C40DC84F78DD}"/>
              </a:ext>
            </a:extLst>
          </p:cNvPr>
          <p:cNvSpPr>
            <a:spLocks noGrp="1"/>
          </p:cNvSpPr>
          <p:nvPr>
            <p:ph type="sldNum" sz="quarter" idx="15"/>
          </p:nvPr>
        </p:nvSpPr>
        <p:spPr/>
        <p:txBody>
          <a:bodyPr/>
          <a:lstStyle>
            <a:lvl1pPr>
              <a:defRPr/>
            </a:lvl1pPr>
          </a:lstStyle>
          <a:p>
            <a:pPr>
              <a:buFont typeface="Monotype Sorts" charset="2"/>
              <a:buNone/>
              <a:defRPr/>
            </a:pPr>
            <a:fld id="{FE967A2B-7DC3-460F-82C1-37366D5A5F1B}" type="slidenum">
              <a:rPr lang="en-US" smtClean="0"/>
              <a:pPr>
                <a:buFont typeface="Monotype Sorts" charset="2"/>
                <a:buNone/>
                <a:defRPr/>
              </a:pPr>
              <a:t>‹#›</a:t>
            </a:fld>
            <a:endParaRPr lang="en-US" dirty="0"/>
          </a:p>
        </p:txBody>
      </p:sp>
      <p:sp>
        <p:nvSpPr>
          <p:cNvPr id="10" name="Rectangle 3">
            <a:extLst>
              <a:ext uri="{FF2B5EF4-FFF2-40B4-BE49-F238E27FC236}">
                <a16:creationId xmlns:a16="http://schemas.microsoft.com/office/drawing/2014/main" id="{2E03B860-9F7C-2731-9CAC-7601DE48A514}"/>
              </a:ext>
            </a:extLst>
          </p:cNvPr>
          <p:cNvSpPr>
            <a:spLocks noGrp="1" noChangeArrowheads="1"/>
          </p:cNvSpPr>
          <p:nvPr>
            <p:ph type="ftr" sz="quarter" idx="16"/>
          </p:nvPr>
        </p:nvSpPr>
        <p:spPr/>
        <p:txBody>
          <a:bodyPr/>
          <a:lstStyle>
            <a:lvl1pPr>
              <a:defRPr/>
            </a:lvl1pPr>
          </a:lstStyle>
          <a:p>
            <a:pPr>
              <a:buFont typeface="Monotype Sorts" charset="2"/>
              <a:buNone/>
              <a:defRPr/>
            </a:pPr>
            <a:r>
              <a:rPr lang="en-US" dirty="0"/>
              <a:t>UFCFFS-30-1– Foundations of Computing</a:t>
            </a:r>
          </a:p>
        </p:txBody>
      </p:sp>
      <p:pic>
        <p:nvPicPr>
          <p:cNvPr id="11" name="Picture 2" descr="Image result for uwe bristol logo">
            <a:extLst>
              <a:ext uri="{FF2B5EF4-FFF2-40B4-BE49-F238E27FC236}">
                <a16:creationId xmlns:a16="http://schemas.microsoft.com/office/drawing/2014/main" id="{DBFBC603-F616-C0DA-6922-8EEB26514F7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2271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3916733C-FBD8-62DA-599D-9BAE44D832F0}"/>
              </a:ext>
            </a:extLst>
          </p:cNvPr>
          <p:cNvSpPr>
            <a:spLocks noGrp="1"/>
          </p:cNvSpPr>
          <p:nvPr>
            <p:ph type="dt" sz="half" idx="10"/>
          </p:nvPr>
        </p:nvSpPr>
        <p:spPr/>
        <p:txBody>
          <a:bodyPr/>
          <a:lstStyle>
            <a:lvl1pPr>
              <a:defRPr smtClean="0"/>
            </a:lvl1pPr>
          </a:lstStyle>
          <a:p>
            <a:pPr>
              <a:buFont typeface="Monotype Sorts" charset="2"/>
              <a:buNone/>
              <a:defRPr/>
            </a:pPr>
            <a:fld id="{100BE7D7-26C6-44E2-8F12-7C4A51A1049F}" type="datetime1">
              <a:rPr lang="en-US" smtClean="0"/>
              <a:t>2/25/2024</a:t>
            </a:fld>
            <a:endParaRPr lang="en-US" dirty="0"/>
          </a:p>
        </p:txBody>
      </p:sp>
      <p:sp>
        <p:nvSpPr>
          <p:cNvPr id="4" name="Slide Number Placeholder 3">
            <a:extLst>
              <a:ext uri="{FF2B5EF4-FFF2-40B4-BE49-F238E27FC236}">
                <a16:creationId xmlns:a16="http://schemas.microsoft.com/office/drawing/2014/main" id="{ADA71387-83EF-1FFD-724E-49A6E970C5CC}"/>
              </a:ext>
            </a:extLst>
          </p:cNvPr>
          <p:cNvSpPr>
            <a:spLocks noGrp="1"/>
          </p:cNvSpPr>
          <p:nvPr>
            <p:ph type="sldNum" sz="quarter" idx="11"/>
          </p:nvPr>
        </p:nvSpPr>
        <p:spPr/>
        <p:txBody>
          <a:bodyPr/>
          <a:lstStyle>
            <a:lvl1pPr>
              <a:defRPr/>
            </a:lvl1pPr>
          </a:lstStyle>
          <a:p>
            <a:pPr>
              <a:buFont typeface="Monotype Sorts" charset="2"/>
              <a:buNone/>
              <a:defRPr/>
            </a:pPr>
            <a:fld id="{D1AD3536-327C-4937-83AF-A64971CFA6D9}"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82812D8D-EA8D-1B75-F994-BA3986DCE525}"/>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UFCFFS-30-1– Foundations of Computing</a:t>
            </a:r>
          </a:p>
        </p:txBody>
      </p:sp>
      <p:pic>
        <p:nvPicPr>
          <p:cNvPr id="6" name="Picture 2" descr="Image result for uwe bristol logo">
            <a:extLst>
              <a:ext uri="{FF2B5EF4-FFF2-40B4-BE49-F238E27FC236}">
                <a16:creationId xmlns:a16="http://schemas.microsoft.com/office/drawing/2014/main" id="{8B4C130C-2B6E-BE22-2DB7-00A40F03A43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737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4" name="Title 1"/>
          <p:cNvSpPr>
            <a:spLocks noGrp="1"/>
          </p:cNvSpPr>
          <p:nvPr>
            <p:ph type="title"/>
          </p:nvPr>
        </p:nvSpPr>
        <p:spPr>
          <a:xfrm>
            <a:off x="741484" y="785430"/>
            <a:ext cx="8061101" cy="553289"/>
          </a:xfrm>
          <a:prstGeom prst="rect">
            <a:avLst/>
          </a:prstGeom>
        </p:spPr>
        <p:txBody>
          <a:bodyPr>
            <a:normAutofit/>
          </a:bodyPr>
          <a:lstStyle>
            <a:lvl1pPr>
              <a:defRPr sz="1406" b="1" baseline="0">
                <a:solidFill>
                  <a:srgbClr val="223771"/>
                </a:solidFill>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95DDBC1F-BF9C-7B51-59FB-F19B6984EB64}"/>
              </a:ext>
            </a:extLst>
          </p:cNvPr>
          <p:cNvSpPr>
            <a:spLocks noGrp="1"/>
          </p:cNvSpPr>
          <p:nvPr>
            <p:ph type="dt" sz="half" idx="10"/>
          </p:nvPr>
        </p:nvSpPr>
        <p:spPr/>
        <p:txBody>
          <a:bodyPr/>
          <a:lstStyle>
            <a:lvl1pPr>
              <a:defRPr smtClean="0"/>
            </a:lvl1pPr>
          </a:lstStyle>
          <a:p>
            <a:pPr>
              <a:buFont typeface="Monotype Sorts" charset="2"/>
              <a:buNone/>
              <a:defRPr/>
            </a:pPr>
            <a:fld id="{8D1CA355-5FCF-4739-98C8-2D5724E91D20}" type="datetime1">
              <a:rPr lang="en-US" smtClean="0"/>
              <a:t>2/25/2024</a:t>
            </a:fld>
            <a:endParaRPr lang="en-US" dirty="0"/>
          </a:p>
        </p:txBody>
      </p:sp>
      <p:sp>
        <p:nvSpPr>
          <p:cNvPr id="4" name="Slide Number Placeholder 5">
            <a:extLst>
              <a:ext uri="{FF2B5EF4-FFF2-40B4-BE49-F238E27FC236}">
                <a16:creationId xmlns:a16="http://schemas.microsoft.com/office/drawing/2014/main" id="{F3C17964-6658-65D0-C4E0-286261C6CE64}"/>
              </a:ext>
            </a:extLst>
          </p:cNvPr>
          <p:cNvSpPr>
            <a:spLocks noGrp="1"/>
          </p:cNvSpPr>
          <p:nvPr>
            <p:ph type="sldNum" sz="quarter" idx="11"/>
          </p:nvPr>
        </p:nvSpPr>
        <p:spPr/>
        <p:txBody>
          <a:bodyPr/>
          <a:lstStyle>
            <a:lvl1pPr>
              <a:defRPr/>
            </a:lvl1pPr>
          </a:lstStyle>
          <a:p>
            <a:pPr>
              <a:buFont typeface="Monotype Sorts" charset="2"/>
              <a:buNone/>
              <a:defRPr/>
            </a:pPr>
            <a:fld id="{2BE77ECF-F060-4D46-A3D9-128B9B0DFB4A}" type="slidenum">
              <a:rPr lang="en-US" smtClean="0"/>
              <a:pPr>
                <a:buFont typeface="Monotype Sorts" charset="2"/>
                <a:buNone/>
                <a:defRPr/>
              </a:pPr>
              <a:t>‹#›</a:t>
            </a:fld>
            <a:endParaRPr lang="en-US" dirty="0"/>
          </a:p>
        </p:txBody>
      </p:sp>
      <p:sp>
        <p:nvSpPr>
          <p:cNvPr id="5" name="Rectangle 3">
            <a:extLst>
              <a:ext uri="{FF2B5EF4-FFF2-40B4-BE49-F238E27FC236}">
                <a16:creationId xmlns:a16="http://schemas.microsoft.com/office/drawing/2014/main" id="{C83511F7-1E66-04C0-64CE-2CA8940B2D71}"/>
              </a:ext>
            </a:extLst>
          </p:cNvPr>
          <p:cNvSpPr>
            <a:spLocks noGrp="1" noChangeArrowheads="1"/>
          </p:cNvSpPr>
          <p:nvPr>
            <p:ph type="ftr" sz="quarter" idx="12"/>
          </p:nvPr>
        </p:nvSpPr>
        <p:spPr/>
        <p:txBody>
          <a:bodyPr/>
          <a:lstStyle>
            <a:lvl1pPr>
              <a:defRPr/>
            </a:lvl1pPr>
          </a:lstStyle>
          <a:p>
            <a:pPr>
              <a:buFont typeface="Monotype Sorts" charset="2"/>
              <a:buNone/>
              <a:defRPr/>
            </a:pPr>
            <a:r>
              <a:rPr lang="en-US" dirty="0"/>
              <a:t>UFCFFS-30-1– Foundations of Computing</a:t>
            </a:r>
          </a:p>
        </p:txBody>
      </p:sp>
      <p:pic>
        <p:nvPicPr>
          <p:cNvPr id="6" name="Picture 2" descr="Image result for uwe bristol logo">
            <a:extLst>
              <a:ext uri="{FF2B5EF4-FFF2-40B4-BE49-F238E27FC236}">
                <a16:creationId xmlns:a16="http://schemas.microsoft.com/office/drawing/2014/main" id="{C6BE80A9-20B3-5E00-2DEE-616D9B2EA2B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785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5" name="Freeform 13">
            <a:extLst>
              <a:ext uri="{FF2B5EF4-FFF2-40B4-BE49-F238E27FC236}">
                <a16:creationId xmlns:a16="http://schemas.microsoft.com/office/drawing/2014/main" id="{AB79923C-0D24-F53B-D9C9-FA068E03CBFF}"/>
              </a:ext>
            </a:extLst>
          </p:cNvPr>
          <p:cNvSpPr/>
          <p:nvPr userDrawn="1"/>
        </p:nvSpPr>
        <p:spPr>
          <a:xfrm>
            <a:off x="851141" y="711200"/>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13">
              <a:solidFill>
                <a:prstClr val="white"/>
              </a:solidFill>
            </a:endParaRPr>
          </a:p>
        </p:txBody>
      </p:sp>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Content Placeholder 2"/>
          <p:cNvSpPr>
            <a:spLocks noGrp="1"/>
          </p:cNvSpPr>
          <p:nvPr>
            <p:ph idx="1"/>
          </p:nvPr>
        </p:nvSpPr>
        <p:spPr/>
        <p:txBody>
          <a:bodyPr/>
          <a:lstStyle>
            <a:lvl1pPr marL="128588" indent="-128588">
              <a:lnSpc>
                <a:spcPct val="150000"/>
              </a:lnSpc>
              <a:buClr>
                <a:schemeClr val="accent2"/>
              </a:buClr>
              <a:buFont typeface="Wingdings" panose="05000000000000000000" pitchFamily="2" charset="2"/>
              <a:buChar char="q"/>
              <a:defRPr sz="2400"/>
            </a:lvl1pPr>
            <a:lvl2pPr marL="385763" indent="-128588">
              <a:lnSpc>
                <a:spcPct val="150000"/>
              </a:lnSpc>
              <a:buClr>
                <a:schemeClr val="accent2"/>
              </a:buClr>
              <a:buFont typeface="Wingdings" panose="05000000000000000000" pitchFamily="2" charset="2"/>
              <a:buChar char="Ø"/>
              <a:defRPr sz="2000"/>
            </a:lvl2pPr>
            <a:lvl3pPr marL="642938" indent="-128588">
              <a:lnSpc>
                <a:spcPct val="150000"/>
              </a:lnSpc>
              <a:buClr>
                <a:schemeClr val="accent2"/>
              </a:buClr>
              <a:buFont typeface="Wingdings" panose="05000000000000000000" pitchFamily="2" charset="2"/>
              <a:buChar char="ü"/>
              <a:defRPr sz="2000"/>
            </a:lvl3pPr>
            <a:lvl4pPr marL="900113" indent="-128588">
              <a:lnSpc>
                <a:spcPct val="150000"/>
              </a:lnSpc>
              <a:buClr>
                <a:schemeClr val="accent2"/>
              </a:buClr>
              <a:buFont typeface="Courier New" panose="02070309020205020404" pitchFamily="49" charset="0"/>
              <a:buChar char="o"/>
              <a:defRPr sz="1600"/>
            </a:lvl4pPr>
            <a:lvl5pPr marL="1157288" indent="-128588">
              <a:lnSpc>
                <a:spcPct val="150000"/>
              </a:lnSpc>
              <a:buClr>
                <a:schemeClr val="accent2"/>
              </a:buClr>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8">
            <a:extLst>
              <a:ext uri="{FF2B5EF4-FFF2-40B4-BE49-F238E27FC236}">
                <a16:creationId xmlns:a16="http://schemas.microsoft.com/office/drawing/2014/main" id="{6123AFBE-2234-186F-5F0C-22D156916CE5}"/>
              </a:ext>
            </a:extLst>
          </p:cNvPr>
          <p:cNvSpPr>
            <a:spLocks noGrp="1" noChangeArrowheads="1"/>
          </p:cNvSpPr>
          <p:nvPr>
            <p:ph type="sldNum" sz="quarter" idx="10"/>
          </p:nvPr>
        </p:nvSpPr>
        <p:spPr/>
        <p:txBody>
          <a:bodyPr/>
          <a:lstStyle>
            <a:lvl1pPr defTabSz="6858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defRPr>
            </a:lvl1pPr>
          </a:lstStyle>
          <a:p>
            <a:pPr>
              <a:buFont typeface="Monotype Sorts" charset="2"/>
              <a:buNone/>
              <a:defRPr/>
            </a:pPr>
            <a:fld id="{34A84676-C444-4AC5-8B4E-405A7C81C0FB}" type="slidenum">
              <a:rPr lang="en-US" altLang="en-US" smtClean="0"/>
              <a:pPr>
                <a:buFont typeface="Monotype Sorts" charset="2"/>
                <a:buNone/>
                <a:defRPr/>
              </a:pPr>
              <a:t>‹#›</a:t>
            </a:fld>
            <a:endParaRPr lang="en-US" altLang="en-US" dirty="0"/>
          </a:p>
        </p:txBody>
      </p:sp>
      <p:sp>
        <p:nvSpPr>
          <p:cNvPr id="7" name="Rectangle 3">
            <a:extLst>
              <a:ext uri="{FF2B5EF4-FFF2-40B4-BE49-F238E27FC236}">
                <a16:creationId xmlns:a16="http://schemas.microsoft.com/office/drawing/2014/main" id="{2964D1F0-47D7-5B21-B6DA-1122FAFAABBE}"/>
              </a:ext>
            </a:extLst>
          </p:cNvPr>
          <p:cNvSpPr>
            <a:spLocks noGrp="1" noChangeArrowheads="1"/>
          </p:cNvSpPr>
          <p:nvPr>
            <p:ph type="ftr" sz="quarter" idx="11"/>
          </p:nvPr>
        </p:nvSpPr>
        <p:spPr/>
        <p:txBody>
          <a:bodyPr/>
          <a:lstStyle>
            <a:lvl1pPr>
              <a:defRPr/>
            </a:lvl1pPr>
          </a:lstStyle>
          <a:p>
            <a:pPr>
              <a:buFont typeface="Monotype Sorts" charset="2"/>
              <a:buNone/>
              <a:defRPr/>
            </a:pPr>
            <a:r>
              <a:rPr lang="en-US" dirty="0"/>
              <a:t>UFCFFS-30-1– Foundations of Computing</a:t>
            </a:r>
          </a:p>
        </p:txBody>
      </p:sp>
      <p:sp>
        <p:nvSpPr>
          <p:cNvPr id="8" name="Date Placeholder 1">
            <a:extLst>
              <a:ext uri="{FF2B5EF4-FFF2-40B4-BE49-F238E27FC236}">
                <a16:creationId xmlns:a16="http://schemas.microsoft.com/office/drawing/2014/main" id="{AD08CD51-62C0-58FD-6E1D-88EF84F0130D}"/>
              </a:ext>
            </a:extLst>
          </p:cNvPr>
          <p:cNvSpPr>
            <a:spLocks noGrp="1"/>
          </p:cNvSpPr>
          <p:nvPr>
            <p:ph type="dt" sz="half" idx="12"/>
          </p:nvPr>
        </p:nvSpPr>
        <p:spPr/>
        <p:txBody>
          <a:bodyPr/>
          <a:lstStyle>
            <a:lvl1pPr>
              <a:defRPr smtClean="0"/>
            </a:lvl1pPr>
          </a:lstStyle>
          <a:p>
            <a:pPr>
              <a:buFont typeface="Monotype Sorts" charset="2"/>
              <a:buNone/>
              <a:defRPr/>
            </a:pPr>
            <a:fld id="{34DC46FB-FFE8-41F1-A2D5-83B19D9D7258}" type="datetime1">
              <a:rPr lang="en-US" smtClean="0"/>
              <a:t>2/25/2024</a:t>
            </a:fld>
            <a:endParaRPr lang="en-US" dirty="0"/>
          </a:p>
        </p:txBody>
      </p:sp>
      <p:pic>
        <p:nvPicPr>
          <p:cNvPr id="9" name="Picture 2" descr="Image result for uwe bristol logo">
            <a:extLst>
              <a:ext uri="{FF2B5EF4-FFF2-40B4-BE49-F238E27FC236}">
                <a16:creationId xmlns:a16="http://schemas.microsoft.com/office/drawing/2014/main" id="{1EE0DD84-5EC5-6288-B200-F592EAB40BD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708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Rectangle 8">
            <a:extLst>
              <a:ext uri="{FF2B5EF4-FFF2-40B4-BE49-F238E27FC236}">
                <a16:creationId xmlns:a16="http://schemas.microsoft.com/office/drawing/2014/main" id="{661F23F4-6AD8-94D5-2C85-4CB1F4DB441C}"/>
              </a:ext>
            </a:extLst>
          </p:cNvPr>
          <p:cNvSpPr>
            <a:spLocks noGrp="1" noChangeArrowheads="1"/>
          </p:cNvSpPr>
          <p:nvPr>
            <p:ph type="sldNum" sz="quarter" idx="10"/>
          </p:nvPr>
        </p:nvSpPr>
        <p:spPr/>
        <p:txBody>
          <a:bodyPr/>
          <a:lstStyle>
            <a:lvl1pPr defTabSz="6858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defRPr>
            </a:lvl1pPr>
          </a:lstStyle>
          <a:p>
            <a:pPr>
              <a:buFont typeface="Monotype Sorts" charset="2"/>
              <a:buNone/>
              <a:defRPr/>
            </a:pPr>
            <a:fld id="{B0510DBD-B54C-4BB2-9910-15204BA8081C}" type="slidenum">
              <a:rPr lang="en-US" altLang="en-US" smtClean="0"/>
              <a:pPr>
                <a:buFont typeface="Monotype Sorts" charset="2"/>
                <a:buNone/>
                <a:defRPr/>
              </a:pPr>
              <a:t>‹#›</a:t>
            </a:fld>
            <a:endParaRPr lang="en-US" altLang="en-US" dirty="0"/>
          </a:p>
        </p:txBody>
      </p:sp>
      <p:sp>
        <p:nvSpPr>
          <p:cNvPr id="5" name="Footer Placeholder 11">
            <a:extLst>
              <a:ext uri="{FF2B5EF4-FFF2-40B4-BE49-F238E27FC236}">
                <a16:creationId xmlns:a16="http://schemas.microsoft.com/office/drawing/2014/main" id="{928E7F04-0F8E-0741-CB89-B9A5C1DC84CD}"/>
              </a:ext>
            </a:extLst>
          </p:cNvPr>
          <p:cNvSpPr>
            <a:spLocks noGrp="1" noChangeArrowheads="1"/>
          </p:cNvSpPr>
          <p:nvPr>
            <p:ph type="ftr" sz="quarter" idx="11"/>
          </p:nvPr>
        </p:nvSpPr>
        <p:spPr/>
        <p:txBody>
          <a:bodyPr/>
          <a:lstStyle>
            <a:lvl1pPr>
              <a:defRPr/>
            </a:lvl1pPr>
          </a:lstStyle>
          <a:p>
            <a:pPr>
              <a:buFont typeface="Monotype Sorts" charset="2"/>
              <a:buNone/>
              <a:defRPr/>
            </a:pPr>
            <a:r>
              <a:rPr lang="en-US" dirty="0"/>
              <a:t>UFCFFS-30-1– Foundations of Computing</a:t>
            </a:r>
          </a:p>
        </p:txBody>
      </p:sp>
      <p:sp>
        <p:nvSpPr>
          <p:cNvPr id="6" name="Date Placeholder 1">
            <a:extLst>
              <a:ext uri="{FF2B5EF4-FFF2-40B4-BE49-F238E27FC236}">
                <a16:creationId xmlns:a16="http://schemas.microsoft.com/office/drawing/2014/main" id="{8F00BDC9-ED95-ECCB-3AA2-7C715A291A58}"/>
              </a:ext>
            </a:extLst>
          </p:cNvPr>
          <p:cNvSpPr>
            <a:spLocks noGrp="1"/>
          </p:cNvSpPr>
          <p:nvPr>
            <p:ph type="dt" sz="half" idx="12"/>
          </p:nvPr>
        </p:nvSpPr>
        <p:spPr/>
        <p:txBody>
          <a:bodyPr/>
          <a:lstStyle>
            <a:lvl1pPr>
              <a:defRPr smtClean="0"/>
            </a:lvl1pPr>
          </a:lstStyle>
          <a:p>
            <a:pPr>
              <a:buFont typeface="Monotype Sorts" charset="2"/>
              <a:buNone/>
              <a:defRPr/>
            </a:pPr>
            <a:fld id="{B31F97BD-6B5A-421A-B962-807C0FAC0102}" type="datetime1">
              <a:rPr lang="en-US" smtClean="0"/>
              <a:t>2/25/2024</a:t>
            </a:fld>
            <a:endParaRPr lang="en-US" dirty="0"/>
          </a:p>
        </p:txBody>
      </p:sp>
      <p:pic>
        <p:nvPicPr>
          <p:cNvPr id="7" name="Picture 2" descr="Image result for uwe bristol logo">
            <a:extLst>
              <a:ext uri="{FF2B5EF4-FFF2-40B4-BE49-F238E27FC236}">
                <a16:creationId xmlns:a16="http://schemas.microsoft.com/office/drawing/2014/main" id="{E527E5CE-4CF2-7CCD-AA73-E4B273E56CB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17213" y="16164"/>
            <a:ext cx="1447800" cy="7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3508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6">
            <a:extLst>
              <a:ext uri="{FF2B5EF4-FFF2-40B4-BE49-F238E27FC236}">
                <a16:creationId xmlns:a16="http://schemas.microsoft.com/office/drawing/2014/main" id="{95787B45-CCD1-2665-35CA-26FF8EFF88D7}"/>
              </a:ext>
            </a:extLst>
          </p:cNvPr>
          <p:cNvGrpSpPr>
            <a:grpSpLocks/>
          </p:cNvGrpSpPr>
          <p:nvPr/>
        </p:nvGrpSpPr>
        <p:grpSpPr bwMode="auto">
          <a:xfrm>
            <a:off x="0" y="6494463"/>
            <a:ext cx="12192000" cy="373062"/>
            <a:chOff x="0" y="1661375"/>
            <a:chExt cx="12192000" cy="373091"/>
          </a:xfrm>
        </p:grpSpPr>
        <p:sp>
          <p:nvSpPr>
            <p:cNvPr id="8" name="Rectangle 7">
              <a:extLst>
                <a:ext uri="{FF2B5EF4-FFF2-40B4-BE49-F238E27FC236}">
                  <a16:creationId xmlns:a16="http://schemas.microsoft.com/office/drawing/2014/main" id="{E0A8C841-F6D0-23B2-733A-1CD90B3F4DAD}"/>
                </a:ext>
              </a:extLst>
            </p:cNvPr>
            <p:cNvSpPr/>
            <p:nvPr/>
          </p:nvSpPr>
          <p:spPr>
            <a:xfrm>
              <a:off x="0" y="1661375"/>
              <a:ext cx="12192000" cy="109546"/>
            </a:xfrm>
            <a:prstGeom prst="rect">
              <a:avLst/>
            </a:prstGeom>
            <a:solidFill>
              <a:srgbClr val="F265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00">
                <a:solidFill>
                  <a:prstClr val="white"/>
                </a:solidFill>
              </a:endParaRPr>
            </a:p>
          </p:txBody>
        </p:sp>
        <p:sp>
          <p:nvSpPr>
            <p:cNvPr id="9" name="Rectangle 8">
              <a:extLst>
                <a:ext uri="{FF2B5EF4-FFF2-40B4-BE49-F238E27FC236}">
                  <a16:creationId xmlns:a16="http://schemas.microsoft.com/office/drawing/2014/main" id="{3F0B988D-9418-5175-B8F1-38CA646ADBA2}"/>
                </a:ext>
              </a:extLst>
            </p:cNvPr>
            <p:cNvSpPr/>
            <p:nvPr/>
          </p:nvSpPr>
          <p:spPr>
            <a:xfrm>
              <a:off x="0" y="1759808"/>
              <a:ext cx="12192000" cy="274658"/>
            </a:xfrm>
            <a:prstGeom prst="rect">
              <a:avLst/>
            </a:prstGeom>
            <a:solidFill>
              <a:srgbClr val="2237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257175" eaLnBrk="1" fontAlgn="auto" hangingPunct="1">
                <a:spcBef>
                  <a:spcPts val="0"/>
                </a:spcBef>
                <a:spcAft>
                  <a:spcPts val="0"/>
                </a:spcAft>
                <a:defRPr/>
              </a:pPr>
              <a:endParaRPr lang="en-US" sz="1000" dirty="0">
                <a:solidFill>
                  <a:prstClr val="white"/>
                </a:solidFill>
              </a:endParaRPr>
            </a:p>
          </p:txBody>
        </p:sp>
      </p:grpSp>
      <p:sp>
        <p:nvSpPr>
          <p:cNvPr id="6" name="Slide Number Placeholder 5">
            <a:extLst>
              <a:ext uri="{FF2B5EF4-FFF2-40B4-BE49-F238E27FC236}">
                <a16:creationId xmlns:a16="http://schemas.microsoft.com/office/drawing/2014/main" id="{9B3B3991-06E6-1D64-C030-E5657676DBBE}"/>
              </a:ext>
            </a:extLst>
          </p:cNvPr>
          <p:cNvSpPr>
            <a:spLocks noGrp="1"/>
          </p:cNvSpPr>
          <p:nvPr>
            <p:ph type="sldNum" sz="quarter" idx="4"/>
          </p:nvPr>
        </p:nvSpPr>
        <p:spPr>
          <a:xfrm>
            <a:off x="9448800" y="6600825"/>
            <a:ext cx="2743200" cy="274638"/>
          </a:xfrm>
          <a:prstGeom prst="rect">
            <a:avLst/>
          </a:prstGeom>
        </p:spPr>
        <p:txBody>
          <a:bodyPr vert="horz" lIns="91440" tIns="45720" rIns="91440" bIns="45720" rtlCol="0" anchor="ctr"/>
          <a:lstStyle>
            <a:lvl1pPr algn="r" defTabSz="257175" eaLnBrk="1" fontAlgn="auto" hangingPunct="1">
              <a:spcBef>
                <a:spcPts val="0"/>
              </a:spcBef>
              <a:spcAft>
                <a:spcPts val="0"/>
              </a:spcAft>
              <a:defRPr sz="1000">
                <a:solidFill>
                  <a:prstClr val="white"/>
                </a:solidFill>
                <a:latin typeface="Calibri" panose="020F0502020204030204"/>
                <a:ea typeface="+mn-ea"/>
              </a:defRPr>
            </a:lvl1pPr>
          </a:lstStyle>
          <a:p>
            <a:pPr>
              <a:buFont typeface="Monotype Sorts" charset="2"/>
              <a:buNone/>
              <a:defRPr/>
            </a:pPr>
            <a:fld id="{B77A7909-E221-4E66-A5EF-13497EA60DDF}" type="slidenum">
              <a:rPr lang="en-US" smtClean="0"/>
              <a:pPr>
                <a:buFont typeface="Monotype Sorts" charset="2"/>
                <a:buNone/>
                <a:defRPr/>
              </a:pPr>
              <a:t>‹#›</a:t>
            </a:fld>
            <a:endParaRPr lang="en-US" dirty="0"/>
          </a:p>
        </p:txBody>
      </p:sp>
      <p:sp>
        <p:nvSpPr>
          <p:cNvPr id="4" name="Date Placeholder 3">
            <a:extLst>
              <a:ext uri="{FF2B5EF4-FFF2-40B4-BE49-F238E27FC236}">
                <a16:creationId xmlns:a16="http://schemas.microsoft.com/office/drawing/2014/main" id="{0DB57D17-CBC3-C51E-EB1C-7963F0F1D19C}"/>
              </a:ext>
            </a:extLst>
          </p:cNvPr>
          <p:cNvSpPr>
            <a:spLocks noGrp="1"/>
          </p:cNvSpPr>
          <p:nvPr>
            <p:ph type="dt" sz="half" idx="2"/>
          </p:nvPr>
        </p:nvSpPr>
        <p:spPr>
          <a:xfrm>
            <a:off x="0" y="6600827"/>
            <a:ext cx="2743200" cy="257175"/>
          </a:xfrm>
          <a:prstGeom prst="rect">
            <a:avLst/>
          </a:prstGeom>
        </p:spPr>
        <p:txBody>
          <a:bodyPr vert="horz" lIns="91440" tIns="45720" rIns="91440" bIns="45720" rtlCol="0" anchor="ctr"/>
          <a:lstStyle>
            <a:lvl1pPr algn="l" defTabSz="257175" eaLnBrk="1" fontAlgn="auto" hangingPunct="1">
              <a:spcBef>
                <a:spcPts val="0"/>
              </a:spcBef>
              <a:spcAft>
                <a:spcPts val="0"/>
              </a:spcAft>
              <a:defRPr sz="1000" smtClean="0">
                <a:solidFill>
                  <a:prstClr val="white"/>
                </a:solidFill>
                <a:latin typeface="Calibri" panose="020F0502020204030204"/>
                <a:ea typeface="+mn-ea"/>
              </a:defRPr>
            </a:lvl1pPr>
          </a:lstStyle>
          <a:p>
            <a:pPr>
              <a:buFont typeface="Monotype Sorts" charset="2"/>
              <a:buNone/>
              <a:defRPr/>
            </a:pPr>
            <a:fld id="{E387A2F8-A38E-4C0F-A58D-AB896ACBCF8D}" type="datetime1">
              <a:rPr lang="en-US" smtClean="0"/>
              <a:t>2/25/2024</a:t>
            </a:fld>
            <a:endParaRPr lang="en-US" dirty="0"/>
          </a:p>
        </p:txBody>
      </p:sp>
      <p:sp>
        <p:nvSpPr>
          <p:cNvPr id="1029" name="Title Placeholder 1">
            <a:extLst>
              <a:ext uri="{FF2B5EF4-FFF2-40B4-BE49-F238E27FC236}">
                <a16:creationId xmlns:a16="http://schemas.microsoft.com/office/drawing/2014/main" id="{B3DE4959-DECB-5DE9-5280-05B3FE6EB057}"/>
              </a:ext>
            </a:extLst>
          </p:cNvPr>
          <p:cNvSpPr>
            <a:spLocks noGrp="1" noChangeArrowheads="1"/>
          </p:cNvSpPr>
          <p:nvPr>
            <p:ph type="title"/>
          </p:nvPr>
        </p:nvSpPr>
        <p:spPr bwMode="auto">
          <a:xfrm>
            <a:off x="838200" y="365127"/>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Text Placeholder 2">
            <a:extLst>
              <a:ext uri="{FF2B5EF4-FFF2-40B4-BE49-F238E27FC236}">
                <a16:creationId xmlns:a16="http://schemas.microsoft.com/office/drawing/2014/main" id="{810CF440-6E0B-2021-0C2C-5CE6B0FDCE5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Rectangle 3">
            <a:extLst>
              <a:ext uri="{FF2B5EF4-FFF2-40B4-BE49-F238E27FC236}">
                <a16:creationId xmlns:a16="http://schemas.microsoft.com/office/drawing/2014/main" id="{CCD044D3-EBD5-9CF6-2CD8-89513494DC68}"/>
              </a:ext>
            </a:extLst>
          </p:cNvPr>
          <p:cNvSpPr>
            <a:spLocks noGrp="1" noChangeArrowheads="1"/>
          </p:cNvSpPr>
          <p:nvPr>
            <p:ph type="ftr" sz="quarter" idx="3"/>
          </p:nvPr>
        </p:nvSpPr>
        <p:spPr>
          <a:xfrm>
            <a:off x="3871914" y="6604000"/>
            <a:ext cx="4967287" cy="254000"/>
          </a:xfrm>
          <a:prstGeom prst="rect">
            <a:avLst/>
          </a:prstGeom>
          <a:ln/>
        </p:spPr>
        <p:txBody>
          <a:bodyPr/>
          <a:lstStyle>
            <a:lvl1pPr>
              <a:defRPr sz="1000">
                <a:solidFill>
                  <a:schemeClr val="bg1"/>
                </a:solidFill>
              </a:defRPr>
            </a:lvl1p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19132012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dt="0"/>
  <p:txStyles>
    <p:titleStyle>
      <a:lvl1pPr algn="l" defTabSz="514350" rtl="0" eaLnBrk="0" fontAlgn="base" hangingPunct="0">
        <a:lnSpc>
          <a:spcPct val="90000"/>
        </a:lnSpc>
        <a:spcBef>
          <a:spcPct val="0"/>
        </a:spcBef>
        <a:spcAft>
          <a:spcPct val="0"/>
        </a:spcAft>
        <a:defRPr sz="2475" kern="1200">
          <a:solidFill>
            <a:schemeClr val="tx1"/>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5pPr>
      <a:lvl6pPr marL="3429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6pPr>
      <a:lvl7pPr marL="6858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7pPr>
      <a:lvl8pPr marL="10287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8pPr>
      <a:lvl9pPr marL="1371600" algn="l" defTabSz="514350" rtl="0" fontAlgn="base">
        <a:lnSpc>
          <a:spcPct val="90000"/>
        </a:lnSpc>
        <a:spcBef>
          <a:spcPct val="0"/>
        </a:spcBef>
        <a:spcAft>
          <a:spcPct val="0"/>
        </a:spcAft>
        <a:defRPr sz="2475">
          <a:solidFill>
            <a:schemeClr val="tx1"/>
          </a:solidFill>
          <a:latin typeface="Arial" panose="020B0604020202020204" pitchFamily="34" charset="0"/>
          <a:cs typeface="Arial" panose="020B0604020202020204" pitchFamily="34" charset="0"/>
        </a:defRPr>
      </a:lvl9pPr>
    </p:titleStyle>
    <p:bodyStyle>
      <a:lvl1pPr marL="128588" indent="-128588" algn="l" defTabSz="514350" rtl="0" eaLnBrk="0" fontAlgn="base" hangingPunct="0">
        <a:lnSpc>
          <a:spcPct val="90000"/>
        </a:lnSpc>
        <a:spcBef>
          <a:spcPts val="563"/>
        </a:spcBef>
        <a:spcAft>
          <a:spcPct val="0"/>
        </a:spcAft>
        <a:buFont typeface="Arial" panose="020B0604020202020204" pitchFamily="34" charset="0"/>
        <a:buChar char="•"/>
        <a:defRPr sz="1575" kern="1200">
          <a:solidFill>
            <a:schemeClr val="tx1"/>
          </a:solidFill>
          <a:latin typeface="Arial" panose="020B0604020202020204" pitchFamily="34" charset="0"/>
          <a:ea typeface="+mn-ea"/>
          <a:cs typeface="Arial" panose="020B0604020202020204" pitchFamily="34" charset="0"/>
        </a:defRPr>
      </a:lvl1pPr>
      <a:lvl2pPr marL="385763" indent="-128588" algn="l" defTabSz="514350" rtl="0" eaLnBrk="0" fontAlgn="base" hangingPunct="0">
        <a:lnSpc>
          <a:spcPct val="90000"/>
        </a:lnSpc>
        <a:spcBef>
          <a:spcPts val="281"/>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642938" indent="-128588" algn="l" defTabSz="514350" rtl="0" eaLnBrk="0" fontAlgn="base" hangingPunct="0">
        <a:lnSpc>
          <a:spcPct val="90000"/>
        </a:lnSpc>
        <a:spcBef>
          <a:spcPts val="281"/>
        </a:spcBef>
        <a:spcAft>
          <a:spcPct val="0"/>
        </a:spcAft>
        <a:buFont typeface="Arial" panose="020B0604020202020204" pitchFamily="34" charset="0"/>
        <a:buChar char="•"/>
        <a:defRPr sz="1125" kern="1200">
          <a:solidFill>
            <a:schemeClr val="tx1"/>
          </a:solidFill>
          <a:latin typeface="Arial" panose="020B0604020202020204" pitchFamily="34" charset="0"/>
          <a:ea typeface="+mn-ea"/>
          <a:cs typeface="Arial" panose="020B0604020202020204" pitchFamily="34" charset="0"/>
        </a:defRPr>
      </a:lvl3pPr>
      <a:lvl4pPr marL="900113" indent="-128588" algn="l" defTabSz="514350" rtl="0" eaLnBrk="0" fontAlgn="base" hangingPunct="0">
        <a:lnSpc>
          <a:spcPct val="90000"/>
        </a:lnSpc>
        <a:spcBef>
          <a:spcPts val="281"/>
        </a:spcBef>
        <a:spcAft>
          <a:spcPct val="0"/>
        </a:spcAft>
        <a:buFont typeface="Arial" panose="020B0604020202020204" pitchFamily="34" charset="0"/>
        <a:buChar char="•"/>
        <a:defRPr sz="975" kern="1200">
          <a:solidFill>
            <a:schemeClr val="tx1"/>
          </a:solidFill>
          <a:latin typeface="Arial" panose="020B0604020202020204" pitchFamily="34" charset="0"/>
          <a:ea typeface="+mn-ea"/>
          <a:cs typeface="Arial" panose="020B0604020202020204" pitchFamily="34" charset="0"/>
        </a:defRPr>
      </a:lvl4pPr>
      <a:lvl5pPr marL="1157288" indent="-128588" algn="l" defTabSz="514350" rtl="0" eaLnBrk="0" fontAlgn="base" hangingPunct="0">
        <a:lnSpc>
          <a:spcPct val="90000"/>
        </a:lnSpc>
        <a:spcBef>
          <a:spcPts val="281"/>
        </a:spcBef>
        <a:spcAft>
          <a:spcPct val="0"/>
        </a:spcAft>
        <a:buFont typeface="Arial" panose="020B0604020202020204" pitchFamily="34" charset="0"/>
        <a:buChar char="•"/>
        <a:defRPr sz="975" kern="1200">
          <a:solidFill>
            <a:schemeClr val="tx1"/>
          </a:solidFill>
          <a:latin typeface="Arial" panose="020B0604020202020204" pitchFamily="34" charset="0"/>
          <a:ea typeface="+mn-ea"/>
          <a:cs typeface="Arial" panose="020B0604020202020204" pitchFamily="34" charset="0"/>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1027">
            <a:extLst>
              <a:ext uri="{FF2B5EF4-FFF2-40B4-BE49-F238E27FC236}">
                <a16:creationId xmlns:a16="http://schemas.microsoft.com/office/drawing/2014/main" id="{248535E3-6B0B-E1D8-9717-427E36E84EA0}"/>
              </a:ext>
            </a:extLst>
          </p:cNvPr>
          <p:cNvSpPr>
            <a:spLocks noGrp="1" noChangeArrowheads="1"/>
          </p:cNvSpPr>
          <p:nvPr>
            <p:ph type="subTitle" idx="4294967295"/>
          </p:nvPr>
        </p:nvSpPr>
        <p:spPr>
          <a:xfrm>
            <a:off x="2740025" y="4524375"/>
            <a:ext cx="7927975" cy="1462088"/>
          </a:xfrm>
        </p:spPr>
        <p:txBody>
          <a:bodyPr/>
          <a:lstStyle/>
          <a:p>
            <a:pPr marL="0" indent="0" algn="ctr" eaLnBrk="1" hangingPunct="1">
              <a:buFont typeface="Arial" panose="020B0604020202020204" pitchFamily="34" charset="0"/>
              <a:buNone/>
            </a:pPr>
            <a:r>
              <a:rPr lang="en-US" altLang="en-US" sz="3400" i="1"/>
              <a:t>Chapter 1</a:t>
            </a:r>
          </a:p>
          <a:p>
            <a:pPr marL="0" indent="0" algn="ctr" eaLnBrk="1" hangingPunct="1">
              <a:buFont typeface="Arial" panose="020B0604020202020204" pitchFamily="34" charset="0"/>
              <a:buNone/>
            </a:pPr>
            <a:r>
              <a:rPr lang="en-US" altLang="en-US" sz="3400" i="1"/>
              <a:t>Database Systems</a:t>
            </a:r>
          </a:p>
        </p:txBody>
      </p:sp>
      <p:sp>
        <p:nvSpPr>
          <p:cNvPr id="15365" name="Footer Placeholder 5">
            <a:extLst>
              <a:ext uri="{FF2B5EF4-FFF2-40B4-BE49-F238E27FC236}">
                <a16:creationId xmlns:a16="http://schemas.microsoft.com/office/drawing/2014/main" id="{AAF4E8F2-2222-1382-2DBB-5EDCE12E239C}"/>
              </a:ext>
            </a:extLst>
          </p:cNvPr>
          <p:cNvSpPr>
            <a:spLocks noGrp="1" noChangeArrowheads="1"/>
          </p:cNvSpPr>
          <p:nvPr>
            <p:ph type="ftr"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UFCFFS-30-1– Foundations of Computing</a:t>
            </a:r>
            <a:endParaRPr lang="en-US" altLang="en-US" sz="1000" dirty="0">
              <a:solidFill>
                <a:schemeClr val="bg1"/>
              </a:solidFill>
            </a:endParaRPr>
          </a:p>
        </p:txBody>
      </p:sp>
      <p:sp>
        <p:nvSpPr>
          <p:cNvPr id="7" name="Slide Number Placeholder 6">
            <a:extLst>
              <a:ext uri="{FF2B5EF4-FFF2-40B4-BE49-F238E27FC236}">
                <a16:creationId xmlns:a16="http://schemas.microsoft.com/office/drawing/2014/main" id="{D8A4F77A-56CD-A304-C081-F43792560CE5}"/>
              </a:ext>
            </a:extLst>
          </p:cNvPr>
          <p:cNvSpPr>
            <a:spLocks noGrp="1"/>
          </p:cNvSpPr>
          <p:nvPr>
            <p:ph type="sldNum" sz="quarter" idx="11"/>
          </p:nvPr>
        </p:nvSpPr>
        <p:spPr/>
        <p:txBody>
          <a:bodyPr/>
          <a:lstStyle/>
          <a:p>
            <a:pPr>
              <a:defRPr/>
            </a:pPr>
            <a:endParaRPr lang="en-US" dirty="0"/>
          </a:p>
        </p:txBody>
      </p:sp>
      <p:pic>
        <p:nvPicPr>
          <p:cNvPr id="3" name="Picture 2">
            <a:extLst>
              <a:ext uri="{FF2B5EF4-FFF2-40B4-BE49-F238E27FC236}">
                <a16:creationId xmlns:a16="http://schemas.microsoft.com/office/drawing/2014/main" id="{01FE6265-9601-66BB-50D8-1BF905EEE05F}"/>
              </a:ext>
            </a:extLst>
          </p:cNvPr>
          <p:cNvPicPr>
            <a:picLocks noChangeAspect="1"/>
          </p:cNvPicPr>
          <p:nvPr/>
        </p:nvPicPr>
        <p:blipFill>
          <a:blip r:embed="rId3"/>
          <a:stretch>
            <a:fillRect/>
          </a:stretch>
        </p:blipFill>
        <p:spPr>
          <a:xfrm>
            <a:off x="3281548" y="0"/>
            <a:ext cx="5628904"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0FFC1CF-C6D1-C190-5CBD-BA8BD4CDF186}"/>
              </a:ext>
            </a:extLst>
          </p:cNvPr>
          <p:cNvSpPr>
            <a:spLocks noGrp="1" noChangeArrowheads="1"/>
          </p:cNvSpPr>
          <p:nvPr>
            <p:ph type="title"/>
          </p:nvPr>
        </p:nvSpPr>
        <p:spPr>
          <a:xfrm>
            <a:off x="1752600" y="304800"/>
            <a:ext cx="9601200" cy="1325563"/>
          </a:xfrm>
        </p:spPr>
        <p:txBody>
          <a:bodyPr/>
          <a:lstStyle/>
          <a:p>
            <a:pPr algn="ctr" eaLnBrk="1" hangingPunct="1"/>
            <a:r>
              <a:rPr lang="en-US" altLang="en-US" dirty="0"/>
              <a:t>Faculty of Computer Science</a:t>
            </a:r>
          </a:p>
        </p:txBody>
      </p:sp>
      <p:sp>
        <p:nvSpPr>
          <p:cNvPr id="3" name="Title 1">
            <a:extLst>
              <a:ext uri="{FF2B5EF4-FFF2-40B4-BE49-F238E27FC236}">
                <a16:creationId xmlns:a16="http://schemas.microsoft.com/office/drawing/2014/main" id="{650F7E22-523E-06DC-63AF-3DDDA301838E}"/>
              </a:ext>
            </a:extLst>
          </p:cNvPr>
          <p:cNvSpPr txBox="1">
            <a:spLocks/>
          </p:cNvSpPr>
          <p:nvPr/>
        </p:nvSpPr>
        <p:spPr bwMode="auto">
          <a:xfrm>
            <a:off x="838200" y="1828800"/>
            <a:ext cx="10515600" cy="3657600"/>
          </a:xfrm>
          <a:prstGeom prst="rect">
            <a:avLst/>
          </a:prstGeom>
          <a:noFill/>
          <a:ln>
            <a:noFill/>
          </a:ln>
        </p:spPr>
        <p:txBody>
          <a:bodyPr anchor="ctr"/>
          <a:lstStyle>
            <a:lvl1pPr algn="l" defTabSz="685800" rtl="0" fontAlgn="base">
              <a:lnSpc>
                <a:spcPct val="90000"/>
              </a:lnSpc>
              <a:spcBef>
                <a:spcPct val="0"/>
              </a:spcBef>
              <a:spcAft>
                <a:spcPct val="0"/>
              </a:spcAft>
              <a:defRPr sz="3300" kern="1200">
                <a:solidFill>
                  <a:schemeClr val="bg1"/>
                </a:solidFill>
                <a:latin typeface="Arial" panose="020B0604020202020204" pitchFamily="34" charset="0"/>
                <a:ea typeface="+mj-ea"/>
                <a:cs typeface="Arial" panose="020B0604020202020204" pitchFamily="34" charset="0"/>
              </a:defRPr>
            </a:lvl1pPr>
            <a:lvl2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a:lstStyle>
          <a:p>
            <a:pPr eaLnBrk="1" hangingPunct="1">
              <a:buNone/>
              <a:defRPr/>
            </a:pPr>
            <a:r>
              <a:rPr lang="en-US" dirty="0"/>
              <a:t>UFCFFS-30-1– Foundations of Computing: Analysis of Algorithms &amp; Algorithm Complexity &amp; Big-O notations</a:t>
            </a:r>
          </a:p>
          <a:p>
            <a:pPr eaLnBrk="1" hangingPunct="1">
              <a:buNone/>
              <a:defRPr/>
            </a:pPr>
            <a:endParaRPr lang="en-US" dirty="0"/>
          </a:p>
          <a:p>
            <a:pPr marL="457200" indent="-457200" eaLnBrk="1" hangingPunct="1">
              <a:buFont typeface="Wingdings" panose="05000000000000000000" pitchFamily="2" charset="2"/>
              <a:buChar char="q"/>
              <a:defRPr/>
            </a:pPr>
            <a:r>
              <a:rPr lang="en-US" dirty="0"/>
              <a:t>Instructor: Duc Minh Vu  </a:t>
            </a:r>
          </a:p>
          <a:p>
            <a:pPr eaLnBrk="1" hangingPunct="1">
              <a:buNone/>
              <a:defRPr/>
            </a:pPr>
            <a:br>
              <a:rPr lang="en-US" dirty="0"/>
            </a:br>
            <a:endParaRPr lang="en-US" dirty="0"/>
          </a:p>
        </p:txBody>
      </p:sp>
      <p:sp>
        <p:nvSpPr>
          <p:cNvPr id="10" name="Date Placeholder 1">
            <a:extLst>
              <a:ext uri="{FF2B5EF4-FFF2-40B4-BE49-F238E27FC236}">
                <a16:creationId xmlns:a16="http://schemas.microsoft.com/office/drawing/2014/main" id="{FF2E9559-A610-6BCA-EEBA-A8DDB5882BF8}"/>
              </a:ext>
            </a:extLst>
          </p:cNvPr>
          <p:cNvSpPr txBox="1">
            <a:spLocks/>
          </p:cNvSpPr>
          <p:nvPr/>
        </p:nvSpPr>
        <p:spPr>
          <a:xfrm>
            <a:off x="0" y="6600827"/>
            <a:ext cx="2743200" cy="257175"/>
          </a:xfrm>
          <a:prstGeom prst="rect">
            <a:avLst/>
          </a:prstGeom>
          <a:ln/>
        </p:spPr>
        <p:txBody>
          <a:bodyPr/>
          <a:lstStyle>
            <a:defPPr>
              <a:defRPr lang="en-US"/>
            </a:defPPr>
            <a:lvl1pPr algn="l" rtl="0" eaLnBrk="0" fontAlgn="base" hangingPunct="0">
              <a:spcBef>
                <a:spcPct val="20000"/>
              </a:spcBef>
              <a:spcAft>
                <a:spcPct val="0"/>
              </a:spcAft>
              <a:buClr>
                <a:srgbClr val="FF6600"/>
              </a:buClr>
              <a:buSzPct val="75000"/>
              <a:buFont typeface="Monotype Sorts" charset="2"/>
              <a:buChar char="l"/>
              <a:defRPr sz="750"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a:lstStyle>
          <a:p>
            <a:pPr>
              <a:defRPr/>
            </a:pPr>
            <a:fld id="{51F7BAB8-80DB-4E62-842E-B5FE49FBC773}" type="datetime1">
              <a:rPr lang="en-US" sz="1000" smtClean="0">
                <a:latin typeface="+mn-lt"/>
              </a:rPr>
              <a:pPr>
                <a:defRPr/>
              </a:pPr>
              <a:t>2/25/2024</a:t>
            </a:fld>
            <a:endParaRPr lang="en-US" sz="1000" dirty="0">
              <a:latin typeface="+mn-lt"/>
            </a:endParaRPr>
          </a:p>
        </p:txBody>
      </p:sp>
      <p:sp>
        <p:nvSpPr>
          <p:cNvPr id="11" name="Footer Placeholder 3">
            <a:extLst>
              <a:ext uri="{FF2B5EF4-FFF2-40B4-BE49-F238E27FC236}">
                <a16:creationId xmlns:a16="http://schemas.microsoft.com/office/drawing/2014/main" id="{6296C59F-53C6-1B43-72EC-A1FCFF66E337}"/>
              </a:ext>
            </a:extLst>
          </p:cNvPr>
          <p:cNvSpPr txBox="1">
            <a:spLocks/>
          </p:cNvSpPr>
          <p:nvPr/>
        </p:nvSpPr>
        <p:spPr>
          <a:xfrm>
            <a:off x="3871914" y="6604000"/>
            <a:ext cx="4967287" cy="254000"/>
          </a:xfrm>
          <a:prstGeom prst="rect">
            <a:avLst/>
          </a:prstGeom>
        </p:spPr>
        <p:txBody>
          <a:bodyPr vert="horz" lIns="91440" tIns="45720" rIns="91440" bIns="45720" rtlCol="0" anchor="ctr"/>
          <a:lstStyle>
            <a:defPPr>
              <a:defRPr lang="en-US"/>
            </a:defPPr>
            <a:lvl1pPr algn="r" defTabSz="257175" rtl="0" eaLnBrk="1" fontAlgn="auto" hangingPunct="1">
              <a:spcBef>
                <a:spcPts val="0"/>
              </a:spcBef>
              <a:spcAft>
                <a:spcPts val="0"/>
              </a:spcAft>
              <a:buClr>
                <a:srgbClr val="FF6600"/>
              </a:buClr>
              <a:buSzPct val="75000"/>
              <a:buFont typeface="Monotype Sorts" charset="2"/>
              <a:buChar char="l"/>
              <a:defRPr sz="675" kern="1200">
                <a:solidFill>
                  <a:prstClr val="white"/>
                </a:solidFill>
                <a:latin typeface="Calibri" panose="020F0502020204030204"/>
                <a:ea typeface="+mn-ea"/>
                <a:cs typeface="+mn-cs"/>
              </a:defRPr>
            </a:lvl1pPr>
            <a:lvl2pPr marL="4572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a:lstStyle>
          <a:p>
            <a:pPr algn="ctr">
              <a:buFont typeface="Monotype Sorts" charset="2"/>
              <a:buNone/>
              <a:defRPr/>
            </a:pPr>
            <a:r>
              <a:rPr lang="en-US" sz="1000" dirty="0">
                <a:latin typeface="+mn-lt"/>
              </a:rPr>
              <a:t>Data Structures and Algorithms in Python</a:t>
            </a:r>
          </a:p>
        </p:txBody>
      </p:sp>
      <p:sp>
        <p:nvSpPr>
          <p:cNvPr id="12" name="Slide Number Placeholder 4">
            <a:extLst>
              <a:ext uri="{FF2B5EF4-FFF2-40B4-BE49-F238E27FC236}">
                <a16:creationId xmlns:a16="http://schemas.microsoft.com/office/drawing/2014/main" id="{A6ECC19A-CE8F-18B3-D359-9CCECB6EABCC}"/>
              </a:ext>
            </a:extLst>
          </p:cNvPr>
          <p:cNvSpPr txBox="1">
            <a:spLocks/>
          </p:cNvSpPr>
          <p:nvPr/>
        </p:nvSpPr>
        <p:spPr>
          <a:xfrm>
            <a:off x="9448800" y="6600825"/>
            <a:ext cx="2743200" cy="274638"/>
          </a:xfrm>
          <a:prstGeom prst="rect">
            <a:avLst/>
          </a:prstGeom>
        </p:spPr>
        <p:txBody>
          <a:bodyPr vert="horz" lIns="91440" tIns="45720" rIns="91440" bIns="45720" rtlCol="0" anchor="ctr"/>
          <a:lstStyle>
            <a:defPPr>
              <a:defRPr lang="en-US"/>
            </a:defPPr>
            <a:lvl1pPr algn="l" defTabSz="257175" rtl="0" eaLnBrk="1" fontAlgn="auto" hangingPunct="1">
              <a:spcBef>
                <a:spcPts val="0"/>
              </a:spcBef>
              <a:spcAft>
                <a:spcPts val="0"/>
              </a:spcAft>
              <a:buClr>
                <a:srgbClr val="FF6600"/>
              </a:buClr>
              <a:buSzPct val="75000"/>
              <a:buFont typeface="Monotype Sorts" charset="2"/>
              <a:buChar char="l"/>
              <a:defRPr sz="675" kern="1200" smtClean="0">
                <a:solidFill>
                  <a:prstClr val="white"/>
                </a:solidFill>
                <a:latin typeface="Calibri" panose="020F0502020204030204"/>
                <a:ea typeface="+mn-ea"/>
                <a:cs typeface="+mn-cs"/>
              </a:defRPr>
            </a:lvl1pPr>
            <a:lvl2pPr marL="4572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20000"/>
              </a:spcBef>
              <a:spcAft>
                <a:spcPct val="0"/>
              </a:spcAft>
              <a:buClr>
                <a:srgbClr val="FF6600"/>
              </a:buClr>
              <a:buSzPct val="75000"/>
              <a:buFont typeface="Monotype Sorts" charset="2"/>
              <a:buChar char="l"/>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a:lstStyle>
          <a:p>
            <a:pPr algn="r">
              <a:defRPr/>
            </a:pPr>
            <a:fld id="{34A84676-C444-4AC5-8B4E-405A7C81C0FB}" type="slidenum">
              <a:rPr lang="en-US" altLang="en-US" sz="1000" smtClean="0">
                <a:latin typeface="+mn-lt"/>
              </a:rPr>
              <a:pPr algn="r">
                <a:defRPr/>
              </a:pPr>
              <a:t>2</a:t>
            </a:fld>
            <a:endParaRPr lang="en-US" altLang="en-US" sz="1000">
              <a:latin typeface="+mn-lt"/>
            </a:endParaRPr>
          </a:p>
        </p:txBody>
      </p:sp>
      <p:pic>
        <p:nvPicPr>
          <p:cNvPr id="2052" name="Picture 4" descr="Image result for phenikaa university logo">
            <a:extLst>
              <a:ext uri="{FF2B5EF4-FFF2-40B4-BE49-F238E27FC236}">
                <a16:creationId xmlns:a16="http://schemas.microsoft.com/office/drawing/2014/main" id="{3D7535AA-4982-EE98-E7F5-2772F4EFC9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09053"/>
            <a:ext cx="3352800" cy="15170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FB2FAE43-6016-F4A1-0F7F-F81955AA55B0}"/>
              </a:ext>
            </a:extLst>
          </p:cNvPr>
          <p:cNvSpPr>
            <a:spLocks noGrp="1" noChangeArrowheads="1"/>
          </p:cNvSpPr>
          <p:nvPr>
            <p:ph type="title"/>
          </p:nvPr>
        </p:nvSpPr>
        <p:spPr/>
        <p:txBody>
          <a:bodyPr/>
          <a:lstStyle/>
          <a:p>
            <a:r>
              <a:rPr lang="en-US" altLang="en-US" dirty="0">
                <a:ea typeface="ＭＳ Ｐゴシック" panose="020B0600070205080204" pitchFamily="34" charset="-128"/>
              </a:rPr>
              <a:t>Learning Objectives</a:t>
            </a:r>
          </a:p>
        </p:txBody>
      </p:sp>
      <p:sp>
        <p:nvSpPr>
          <p:cNvPr id="3075" name="Rectangle 5">
            <a:extLst>
              <a:ext uri="{FF2B5EF4-FFF2-40B4-BE49-F238E27FC236}">
                <a16:creationId xmlns:a16="http://schemas.microsoft.com/office/drawing/2014/main" id="{D864084F-6DEF-3D43-730D-5A6F7F703797}"/>
              </a:ext>
            </a:extLst>
          </p:cNvPr>
          <p:cNvSpPr>
            <a:spLocks noGrp="1" noChangeArrowheads="1"/>
          </p:cNvSpPr>
          <p:nvPr>
            <p:ph idx="1"/>
          </p:nvPr>
        </p:nvSpPr>
        <p:spPr/>
        <p:txBody>
          <a:bodyPr/>
          <a:lstStyle/>
          <a:p>
            <a:pPr marL="457200" indent="-457200">
              <a:buAutoNum type="arabicPeriod"/>
            </a:pPr>
            <a:r>
              <a:rPr lang="en-US" b="0" i="0" dirty="0">
                <a:effectLst/>
                <a:latin typeface="NewsGothicStd"/>
              </a:rPr>
              <a:t>Real-Valued Functions of a Real Variable and Their Graphs</a:t>
            </a:r>
          </a:p>
          <a:p>
            <a:pPr marL="457200" indent="-457200">
              <a:buAutoNum type="arabicPeriod"/>
            </a:pPr>
            <a:r>
              <a:rPr lang="en-US" b="0" i="0" dirty="0">
                <a:effectLst/>
                <a:latin typeface="NewsGothicStd"/>
              </a:rPr>
              <a:t>Big-O, Big-Omega, and Big-Theta Notations</a:t>
            </a:r>
          </a:p>
          <a:p>
            <a:pPr marL="457200" indent="-457200">
              <a:buAutoNum type="arabicPeriod"/>
            </a:pPr>
            <a:r>
              <a:rPr lang="en-US" dirty="0">
                <a:latin typeface="NewsGothicStd"/>
              </a:rPr>
              <a:t>Analysis of Algorithm Efficiency I</a:t>
            </a:r>
          </a:p>
          <a:p>
            <a:pPr marL="457200" indent="-457200">
              <a:buAutoNum type="arabicPeriod"/>
            </a:pPr>
            <a:r>
              <a:rPr lang="en-US" b="0" i="0" dirty="0">
                <a:effectLst/>
                <a:latin typeface="NewsGothicStd"/>
              </a:rPr>
              <a:t>Exponential and Logarithmic Functions: Graphs and Orders</a:t>
            </a:r>
          </a:p>
          <a:p>
            <a:pPr marL="457200" indent="-457200">
              <a:buFont typeface="Wingdings" panose="05000000000000000000" pitchFamily="2" charset="2"/>
              <a:buAutoNum type="arabicPeriod"/>
            </a:pPr>
            <a:r>
              <a:rPr lang="en-US" dirty="0">
                <a:latin typeface="NewsGothicStd"/>
              </a:rPr>
              <a:t>Analysis of Algorithm Efficiency II</a:t>
            </a:r>
          </a:p>
          <a:p>
            <a:pPr marL="457200" indent="-457200">
              <a:buAutoNum type="arabicPeriod"/>
            </a:pPr>
            <a:endParaRPr lang="en-US" b="0" i="0" dirty="0">
              <a:effectLst/>
              <a:latin typeface="NewsGothicStd"/>
            </a:endParaRPr>
          </a:p>
          <a:p>
            <a:pPr marL="457200" indent="-457200">
              <a:buAutoNum type="arabicPeriod"/>
            </a:pPr>
            <a:endParaRPr lang="en-US" altLang="en-US" sz="3200" dirty="0">
              <a:ea typeface="ＭＳ Ｐゴシック" panose="020B0600070205080204" pitchFamily="34" charset="-128"/>
            </a:endParaRPr>
          </a:p>
        </p:txBody>
      </p:sp>
      <p:sp>
        <p:nvSpPr>
          <p:cNvPr id="4" name="Footer Placeholder 3">
            <a:extLst>
              <a:ext uri="{FF2B5EF4-FFF2-40B4-BE49-F238E27FC236}">
                <a16:creationId xmlns:a16="http://schemas.microsoft.com/office/drawing/2014/main" id="{33B50547-D408-5F4B-F3A4-A9C3C269A94C}"/>
              </a:ext>
            </a:extLst>
          </p:cNvPr>
          <p:cNvSpPr>
            <a:spLocks noGrp="1"/>
          </p:cNvSpPr>
          <p:nvPr>
            <p:ph type="ftr" sz="quarter" idx="11"/>
          </p:nvPr>
        </p:nvSpPr>
        <p:spPr/>
        <p:txBody>
          <a:bodyPr/>
          <a:lstStyle/>
          <a:p>
            <a:pPr>
              <a:defRPr/>
            </a:pPr>
            <a:r>
              <a:rPr lang="en-US"/>
              <a:t>UFCFFS-30-1– Foundations of Computing</a:t>
            </a:r>
            <a:endParaRPr lang="en-US" dirty="0"/>
          </a:p>
        </p:txBody>
      </p:sp>
      <p:sp>
        <p:nvSpPr>
          <p:cNvPr id="5" name="Slide Number Placeholder 4">
            <a:extLst>
              <a:ext uri="{FF2B5EF4-FFF2-40B4-BE49-F238E27FC236}">
                <a16:creationId xmlns:a16="http://schemas.microsoft.com/office/drawing/2014/main" id="{129ED99F-0129-AEE9-074F-E711FBCBBAE5}"/>
              </a:ext>
            </a:extLst>
          </p:cNvPr>
          <p:cNvSpPr>
            <a:spLocks noGrp="1"/>
          </p:cNvSpPr>
          <p:nvPr>
            <p:ph type="sldNum" sz="quarter" idx="10"/>
          </p:nvPr>
        </p:nvSpPr>
        <p:spPr/>
        <p:txBody>
          <a:bodyPr/>
          <a:lstStyle/>
          <a:p>
            <a:pPr>
              <a:defRPr/>
            </a:pPr>
            <a:fld id="{34A84676-C444-4AC5-8B4E-405A7C81C0FB}" type="slidenum">
              <a:rPr lang="en-US" altLang="en-US" smtClean="0"/>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CDDBF-D288-B674-6994-1AFADB1DE3FE}"/>
              </a:ext>
            </a:extLst>
          </p:cNvPr>
          <p:cNvSpPr>
            <a:spLocks noGrp="1"/>
          </p:cNvSpPr>
          <p:nvPr>
            <p:ph type="title"/>
          </p:nvPr>
        </p:nvSpPr>
        <p:spPr/>
        <p:txBody>
          <a:bodyPr/>
          <a:lstStyle/>
          <a:p>
            <a:r>
              <a:rPr lang="en-US" dirty="0"/>
              <a:t>Reading</a:t>
            </a:r>
          </a:p>
        </p:txBody>
      </p:sp>
      <p:sp>
        <p:nvSpPr>
          <p:cNvPr id="3" name="Content Placeholder 2">
            <a:extLst>
              <a:ext uri="{FF2B5EF4-FFF2-40B4-BE49-F238E27FC236}">
                <a16:creationId xmlns:a16="http://schemas.microsoft.com/office/drawing/2014/main" id="{7E1FE43E-03F2-440B-8D5E-698364127446}"/>
              </a:ext>
            </a:extLst>
          </p:cNvPr>
          <p:cNvSpPr>
            <a:spLocks noGrp="1"/>
          </p:cNvSpPr>
          <p:nvPr>
            <p:ph idx="1"/>
          </p:nvPr>
        </p:nvSpPr>
        <p:spPr/>
        <p:txBody>
          <a:bodyPr/>
          <a:lstStyle/>
          <a:p>
            <a:r>
              <a:rPr lang="en-US" dirty="0"/>
              <a:t>Chapter 11 - Discrete Mathematics with Applications 5th Edition (Susanna’s Book)</a:t>
            </a:r>
          </a:p>
          <a:p>
            <a:r>
              <a:rPr lang="en-US" dirty="0"/>
              <a:t>Chapter 3 – Discrete Mathematics and Its Applications 7</a:t>
            </a:r>
            <a:r>
              <a:rPr lang="en-US" baseline="30000" dirty="0"/>
              <a:t>th</a:t>
            </a:r>
            <a:r>
              <a:rPr lang="en-US" dirty="0"/>
              <a:t> Edition (Kenneth Rosen’s book)</a:t>
            </a:r>
          </a:p>
          <a:p>
            <a:endParaRPr lang="en-US" dirty="0"/>
          </a:p>
        </p:txBody>
      </p:sp>
      <p:sp>
        <p:nvSpPr>
          <p:cNvPr id="4" name="Slide Number Placeholder 3">
            <a:extLst>
              <a:ext uri="{FF2B5EF4-FFF2-40B4-BE49-F238E27FC236}">
                <a16:creationId xmlns:a16="http://schemas.microsoft.com/office/drawing/2014/main" id="{2A8FCD2C-F367-819F-A356-2ADFD07EF1DC}"/>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4</a:t>
            </a:fld>
            <a:endParaRPr lang="en-US" altLang="en-US" dirty="0"/>
          </a:p>
        </p:txBody>
      </p:sp>
      <p:sp>
        <p:nvSpPr>
          <p:cNvPr id="5" name="Footer Placeholder 4">
            <a:extLst>
              <a:ext uri="{FF2B5EF4-FFF2-40B4-BE49-F238E27FC236}">
                <a16:creationId xmlns:a16="http://schemas.microsoft.com/office/drawing/2014/main" id="{F2B42861-13F3-E25B-8552-20B119EF1217}"/>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1417511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232D6-A874-5DED-93C5-B4F286ECDEC0}"/>
              </a:ext>
            </a:extLst>
          </p:cNvPr>
          <p:cNvSpPr>
            <a:spLocks noGrp="1"/>
          </p:cNvSpPr>
          <p:nvPr>
            <p:ph type="title"/>
          </p:nvPr>
        </p:nvSpPr>
        <p:spPr/>
        <p:txBody>
          <a:bodyPr/>
          <a:lstStyle/>
          <a:p>
            <a:r>
              <a:rPr lang="en-US" dirty="0"/>
              <a:t>Real-Valued Functions of a Real Variable and Their Graphs</a:t>
            </a:r>
          </a:p>
        </p:txBody>
      </p:sp>
      <p:sp>
        <p:nvSpPr>
          <p:cNvPr id="3" name="Content Placeholder 2">
            <a:extLst>
              <a:ext uri="{FF2B5EF4-FFF2-40B4-BE49-F238E27FC236}">
                <a16:creationId xmlns:a16="http://schemas.microsoft.com/office/drawing/2014/main" id="{CD07532B-DAE6-7643-0965-7744288968CF}"/>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DEA5EBEE-E48D-F714-A878-1FD3C3EF0468}"/>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5</a:t>
            </a:fld>
            <a:endParaRPr lang="en-US" altLang="en-US" dirty="0"/>
          </a:p>
        </p:txBody>
      </p:sp>
      <p:sp>
        <p:nvSpPr>
          <p:cNvPr id="5" name="Footer Placeholder 4">
            <a:extLst>
              <a:ext uri="{FF2B5EF4-FFF2-40B4-BE49-F238E27FC236}">
                <a16:creationId xmlns:a16="http://schemas.microsoft.com/office/drawing/2014/main" id="{C19487A2-4AD4-8315-D5C6-0EE38A963A20}"/>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616CF3A9-46ED-0A83-9F69-85381F201865}"/>
              </a:ext>
            </a:extLst>
          </p:cNvPr>
          <p:cNvPicPr>
            <a:picLocks noChangeAspect="1"/>
          </p:cNvPicPr>
          <p:nvPr/>
        </p:nvPicPr>
        <p:blipFill>
          <a:blip r:embed="rId2"/>
          <a:stretch>
            <a:fillRect/>
          </a:stretch>
        </p:blipFill>
        <p:spPr>
          <a:xfrm>
            <a:off x="990600" y="2855120"/>
            <a:ext cx="10363200" cy="2581275"/>
          </a:xfrm>
          <a:prstGeom prst="rect">
            <a:avLst/>
          </a:prstGeom>
        </p:spPr>
      </p:pic>
    </p:spTree>
    <p:extLst>
      <p:ext uri="{BB962C8B-B14F-4D97-AF65-F5344CB8AC3E}">
        <p14:creationId xmlns:p14="http://schemas.microsoft.com/office/powerpoint/2010/main" val="4085049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9677499-C4E4-C397-92C4-C30C63459387}"/>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a:t>
            </a:fld>
            <a:endParaRPr lang="en-US" dirty="0"/>
          </a:p>
        </p:txBody>
      </p:sp>
      <p:sp>
        <p:nvSpPr>
          <p:cNvPr id="4" name="Footer Placeholder 3">
            <a:extLst>
              <a:ext uri="{FF2B5EF4-FFF2-40B4-BE49-F238E27FC236}">
                <a16:creationId xmlns:a16="http://schemas.microsoft.com/office/drawing/2014/main" id="{144769BF-64E4-7687-4A8F-3BBCE54A37C8}"/>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A671B626-4A73-94B8-DEBD-65251132ECFB}"/>
              </a:ext>
            </a:extLst>
          </p:cNvPr>
          <p:cNvPicPr>
            <a:picLocks noChangeAspect="1"/>
          </p:cNvPicPr>
          <p:nvPr/>
        </p:nvPicPr>
        <p:blipFill>
          <a:blip r:embed="rId2"/>
          <a:stretch>
            <a:fillRect/>
          </a:stretch>
        </p:blipFill>
        <p:spPr>
          <a:xfrm>
            <a:off x="1190625" y="257175"/>
            <a:ext cx="9810750" cy="6343650"/>
          </a:xfrm>
          <a:prstGeom prst="rect">
            <a:avLst/>
          </a:prstGeom>
        </p:spPr>
      </p:pic>
    </p:spTree>
    <p:extLst>
      <p:ext uri="{BB962C8B-B14F-4D97-AF65-F5344CB8AC3E}">
        <p14:creationId xmlns:p14="http://schemas.microsoft.com/office/powerpoint/2010/main" val="753678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55F2E-9DFB-6B6A-3401-FBEAB663B921}"/>
              </a:ext>
            </a:extLst>
          </p:cNvPr>
          <p:cNvSpPr>
            <a:spLocks noGrp="1"/>
          </p:cNvSpPr>
          <p:nvPr>
            <p:ph type="title"/>
          </p:nvPr>
        </p:nvSpPr>
        <p:spPr/>
        <p:txBody>
          <a:bodyPr/>
          <a:lstStyle/>
          <a:p>
            <a:r>
              <a:rPr lang="en-US" dirty="0"/>
              <a:t>Power Functions</a:t>
            </a:r>
          </a:p>
        </p:txBody>
      </p:sp>
      <p:sp>
        <p:nvSpPr>
          <p:cNvPr id="3" name="Content Placeholder 2">
            <a:extLst>
              <a:ext uri="{FF2B5EF4-FFF2-40B4-BE49-F238E27FC236}">
                <a16:creationId xmlns:a16="http://schemas.microsoft.com/office/drawing/2014/main" id="{B544C4A1-555F-08F2-E0FB-CFB09999B78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3C5B544C-9320-D027-F660-10FB708F72F1}"/>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7</a:t>
            </a:fld>
            <a:endParaRPr lang="en-US" altLang="en-US" dirty="0"/>
          </a:p>
        </p:txBody>
      </p:sp>
      <p:sp>
        <p:nvSpPr>
          <p:cNvPr id="5" name="Footer Placeholder 4">
            <a:extLst>
              <a:ext uri="{FF2B5EF4-FFF2-40B4-BE49-F238E27FC236}">
                <a16:creationId xmlns:a16="http://schemas.microsoft.com/office/drawing/2014/main" id="{F6075C4A-F788-0AD4-2C19-F867E94E575B}"/>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3AB1E0C7-45B1-5CE8-B63C-5258C16D2AF6}"/>
              </a:ext>
            </a:extLst>
          </p:cNvPr>
          <p:cNvPicPr>
            <a:picLocks noChangeAspect="1"/>
          </p:cNvPicPr>
          <p:nvPr/>
        </p:nvPicPr>
        <p:blipFill>
          <a:blip r:embed="rId2"/>
          <a:stretch>
            <a:fillRect/>
          </a:stretch>
        </p:blipFill>
        <p:spPr>
          <a:xfrm>
            <a:off x="933450" y="2819400"/>
            <a:ext cx="10325100" cy="2009775"/>
          </a:xfrm>
          <a:prstGeom prst="rect">
            <a:avLst/>
          </a:prstGeom>
        </p:spPr>
      </p:pic>
    </p:spTree>
    <p:extLst>
      <p:ext uri="{BB962C8B-B14F-4D97-AF65-F5344CB8AC3E}">
        <p14:creationId xmlns:p14="http://schemas.microsoft.com/office/powerpoint/2010/main" val="3060048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74DD1-E5BC-44C7-5EBF-994AC4F877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75F3F4-9F21-DE37-622C-D633618A169E}"/>
              </a:ext>
            </a:extLst>
          </p:cNvPr>
          <p:cNvSpPr>
            <a:spLocks noGrp="1"/>
          </p:cNvSpPr>
          <p:nvPr>
            <p:ph type="title"/>
          </p:nvPr>
        </p:nvSpPr>
        <p:spPr/>
        <p:txBody>
          <a:bodyPr/>
          <a:lstStyle/>
          <a:p>
            <a:r>
              <a:rPr lang="en-US" dirty="0"/>
              <a:t>Graphs of Power Functions</a:t>
            </a:r>
          </a:p>
        </p:txBody>
      </p:sp>
      <p:pic>
        <p:nvPicPr>
          <p:cNvPr id="9" name="Content Placeholder 8">
            <a:extLst>
              <a:ext uri="{FF2B5EF4-FFF2-40B4-BE49-F238E27FC236}">
                <a16:creationId xmlns:a16="http://schemas.microsoft.com/office/drawing/2014/main" id="{0D1769E3-30B0-DA6A-3F64-57DC09279247}"/>
              </a:ext>
            </a:extLst>
          </p:cNvPr>
          <p:cNvPicPr>
            <a:picLocks noGrp="1" noChangeAspect="1"/>
          </p:cNvPicPr>
          <p:nvPr>
            <p:ph idx="1"/>
          </p:nvPr>
        </p:nvPicPr>
        <p:blipFill>
          <a:blip r:embed="rId2"/>
          <a:stretch>
            <a:fillRect/>
          </a:stretch>
        </p:blipFill>
        <p:spPr>
          <a:xfrm>
            <a:off x="3929749" y="2129245"/>
            <a:ext cx="4332501" cy="4351338"/>
          </a:xfrm>
        </p:spPr>
      </p:pic>
      <p:sp>
        <p:nvSpPr>
          <p:cNvPr id="4" name="Slide Number Placeholder 3">
            <a:extLst>
              <a:ext uri="{FF2B5EF4-FFF2-40B4-BE49-F238E27FC236}">
                <a16:creationId xmlns:a16="http://schemas.microsoft.com/office/drawing/2014/main" id="{6CFB88EC-C477-2EEE-96DC-FE2F000D8349}"/>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8</a:t>
            </a:fld>
            <a:endParaRPr lang="en-US" altLang="en-US" dirty="0"/>
          </a:p>
        </p:txBody>
      </p:sp>
      <p:sp>
        <p:nvSpPr>
          <p:cNvPr id="5" name="Footer Placeholder 4">
            <a:extLst>
              <a:ext uri="{FF2B5EF4-FFF2-40B4-BE49-F238E27FC236}">
                <a16:creationId xmlns:a16="http://schemas.microsoft.com/office/drawing/2014/main" id="{3A2A2724-5F13-62B2-4F3C-955E7D8EA816}"/>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C48E0E35-3172-2EAB-E47F-684B215EE61F}"/>
              </a:ext>
            </a:extLst>
          </p:cNvPr>
          <p:cNvPicPr>
            <a:picLocks noChangeAspect="1"/>
          </p:cNvPicPr>
          <p:nvPr/>
        </p:nvPicPr>
        <p:blipFill>
          <a:blip r:embed="rId3"/>
          <a:stretch>
            <a:fillRect/>
          </a:stretch>
        </p:blipFill>
        <p:spPr>
          <a:xfrm>
            <a:off x="1097757" y="1597025"/>
            <a:ext cx="10515600" cy="457200"/>
          </a:xfrm>
          <a:prstGeom prst="rect">
            <a:avLst/>
          </a:prstGeom>
        </p:spPr>
      </p:pic>
    </p:spTree>
    <p:extLst>
      <p:ext uri="{BB962C8B-B14F-4D97-AF65-F5344CB8AC3E}">
        <p14:creationId xmlns:p14="http://schemas.microsoft.com/office/powerpoint/2010/main" val="4262419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A771A-249A-08E1-4EE5-098CF0D57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4DE5A-6104-671C-E8FB-6FBA27EE99AC}"/>
              </a:ext>
            </a:extLst>
          </p:cNvPr>
          <p:cNvSpPr>
            <a:spLocks noGrp="1"/>
          </p:cNvSpPr>
          <p:nvPr>
            <p:ph type="title"/>
          </p:nvPr>
        </p:nvSpPr>
        <p:spPr/>
        <p:txBody>
          <a:bodyPr/>
          <a:lstStyle/>
          <a:p>
            <a:r>
              <a:rPr lang="en-US" dirty="0"/>
              <a:t>The Floor Function</a:t>
            </a:r>
          </a:p>
        </p:txBody>
      </p:sp>
      <p:sp>
        <p:nvSpPr>
          <p:cNvPr id="3" name="Content Placeholder 2">
            <a:extLst>
              <a:ext uri="{FF2B5EF4-FFF2-40B4-BE49-F238E27FC236}">
                <a16:creationId xmlns:a16="http://schemas.microsoft.com/office/drawing/2014/main" id="{FDF5DA51-B262-AEDC-DCA8-2E491158889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9AA5DC9-D55B-0F06-D9DC-1D0509587B53}"/>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9</a:t>
            </a:fld>
            <a:endParaRPr lang="en-US" altLang="en-US" dirty="0"/>
          </a:p>
        </p:txBody>
      </p:sp>
      <p:sp>
        <p:nvSpPr>
          <p:cNvPr id="5" name="Footer Placeholder 4">
            <a:extLst>
              <a:ext uri="{FF2B5EF4-FFF2-40B4-BE49-F238E27FC236}">
                <a16:creationId xmlns:a16="http://schemas.microsoft.com/office/drawing/2014/main" id="{62F38BB7-0CFE-84BB-E809-F921F9FE24DF}"/>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761B4552-0555-FB64-C665-08B8133B0B20}"/>
              </a:ext>
            </a:extLst>
          </p:cNvPr>
          <p:cNvPicPr>
            <a:picLocks noChangeAspect="1"/>
          </p:cNvPicPr>
          <p:nvPr/>
        </p:nvPicPr>
        <p:blipFill>
          <a:blip r:embed="rId2"/>
          <a:stretch>
            <a:fillRect/>
          </a:stretch>
        </p:blipFill>
        <p:spPr>
          <a:xfrm>
            <a:off x="933450" y="2819400"/>
            <a:ext cx="10325100" cy="2009775"/>
          </a:xfrm>
          <a:prstGeom prst="rect">
            <a:avLst/>
          </a:prstGeom>
        </p:spPr>
      </p:pic>
      <p:pic>
        <p:nvPicPr>
          <p:cNvPr id="9" name="Picture 8">
            <a:extLst>
              <a:ext uri="{FF2B5EF4-FFF2-40B4-BE49-F238E27FC236}">
                <a16:creationId xmlns:a16="http://schemas.microsoft.com/office/drawing/2014/main" id="{170CCC5F-3C34-DE85-B2D3-B153B36352DF}"/>
              </a:ext>
            </a:extLst>
          </p:cNvPr>
          <p:cNvPicPr>
            <a:picLocks noChangeAspect="1"/>
          </p:cNvPicPr>
          <p:nvPr/>
        </p:nvPicPr>
        <p:blipFill>
          <a:blip r:embed="rId3"/>
          <a:stretch>
            <a:fillRect/>
          </a:stretch>
        </p:blipFill>
        <p:spPr>
          <a:xfrm>
            <a:off x="855406" y="2463006"/>
            <a:ext cx="10391775" cy="3076575"/>
          </a:xfrm>
          <a:prstGeom prst="rect">
            <a:avLst/>
          </a:prstGeom>
        </p:spPr>
      </p:pic>
    </p:spTree>
    <p:extLst>
      <p:ext uri="{BB962C8B-B14F-4D97-AF65-F5344CB8AC3E}">
        <p14:creationId xmlns:p14="http://schemas.microsoft.com/office/powerpoint/2010/main" val="1262618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90CB5-DBA2-7299-BE9B-9E5C3A3FE678}"/>
              </a:ext>
            </a:extLst>
          </p:cNvPr>
          <p:cNvSpPr>
            <a:spLocks noGrp="1"/>
          </p:cNvSpPr>
          <p:nvPr>
            <p:ph type="title"/>
          </p:nvPr>
        </p:nvSpPr>
        <p:spPr/>
        <p:txBody>
          <a:bodyPr/>
          <a:lstStyle/>
          <a:p>
            <a:r>
              <a:rPr lang="en-US" dirty="0"/>
              <a:t>Graph of the Floor Function</a:t>
            </a:r>
          </a:p>
        </p:txBody>
      </p:sp>
      <p:sp>
        <p:nvSpPr>
          <p:cNvPr id="4" name="Slide Number Placeholder 3">
            <a:extLst>
              <a:ext uri="{FF2B5EF4-FFF2-40B4-BE49-F238E27FC236}">
                <a16:creationId xmlns:a16="http://schemas.microsoft.com/office/drawing/2014/main" id="{6E084910-3E50-9DC2-DC88-6FD9E8ECBF22}"/>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10</a:t>
            </a:fld>
            <a:endParaRPr lang="en-US" altLang="en-US" dirty="0"/>
          </a:p>
        </p:txBody>
      </p:sp>
      <p:sp>
        <p:nvSpPr>
          <p:cNvPr id="5" name="Footer Placeholder 4">
            <a:extLst>
              <a:ext uri="{FF2B5EF4-FFF2-40B4-BE49-F238E27FC236}">
                <a16:creationId xmlns:a16="http://schemas.microsoft.com/office/drawing/2014/main" id="{8660FDD1-09F3-C049-24C0-0CA28CC1A9E4}"/>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sp>
        <p:nvSpPr>
          <p:cNvPr id="12" name="Content Placeholder 11">
            <a:extLst>
              <a:ext uri="{FF2B5EF4-FFF2-40B4-BE49-F238E27FC236}">
                <a16:creationId xmlns:a16="http://schemas.microsoft.com/office/drawing/2014/main" id="{DBE4BAF7-5A0F-208F-FC95-77AE9F3777BD}"/>
              </a:ext>
            </a:extLst>
          </p:cNvPr>
          <p:cNvSpPr>
            <a:spLocks noGrp="1"/>
          </p:cNvSpPr>
          <p:nvPr>
            <p:ph idx="1"/>
          </p:nvPr>
        </p:nvSpPr>
        <p:spPr/>
        <p:txBody>
          <a:bodyPr/>
          <a:lstStyle/>
          <a:p>
            <a:endParaRPr lang="en-US" dirty="0"/>
          </a:p>
        </p:txBody>
      </p:sp>
      <p:pic>
        <p:nvPicPr>
          <p:cNvPr id="14" name="Picture 13">
            <a:extLst>
              <a:ext uri="{FF2B5EF4-FFF2-40B4-BE49-F238E27FC236}">
                <a16:creationId xmlns:a16="http://schemas.microsoft.com/office/drawing/2014/main" id="{9DE53102-F2CB-1EBA-44AB-F946C8FA6144}"/>
              </a:ext>
            </a:extLst>
          </p:cNvPr>
          <p:cNvPicPr>
            <a:picLocks noChangeAspect="1"/>
          </p:cNvPicPr>
          <p:nvPr/>
        </p:nvPicPr>
        <p:blipFill>
          <a:blip r:embed="rId2"/>
          <a:stretch>
            <a:fillRect/>
          </a:stretch>
        </p:blipFill>
        <p:spPr>
          <a:xfrm>
            <a:off x="2667000" y="1543844"/>
            <a:ext cx="6657975" cy="4914900"/>
          </a:xfrm>
          <a:prstGeom prst="rect">
            <a:avLst/>
          </a:prstGeom>
        </p:spPr>
      </p:pic>
    </p:spTree>
    <p:extLst>
      <p:ext uri="{BB962C8B-B14F-4D97-AF65-F5344CB8AC3E}">
        <p14:creationId xmlns:p14="http://schemas.microsoft.com/office/powerpoint/2010/main" val="2386423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A5ABD-8A2F-15CD-A73E-F9F08134E3BF}"/>
              </a:ext>
            </a:extLst>
          </p:cNvPr>
          <p:cNvSpPr>
            <a:spLocks noGrp="1"/>
          </p:cNvSpPr>
          <p:nvPr>
            <p:ph type="title"/>
          </p:nvPr>
        </p:nvSpPr>
        <p:spPr/>
        <p:txBody>
          <a:bodyPr/>
          <a:lstStyle/>
          <a:p>
            <a:r>
              <a:rPr lang="en-US" dirty="0"/>
              <a:t>Graphing Functions Defined on Sets of Integers</a:t>
            </a:r>
          </a:p>
        </p:txBody>
      </p:sp>
      <p:sp>
        <p:nvSpPr>
          <p:cNvPr id="3" name="Content Placeholder 2">
            <a:extLst>
              <a:ext uri="{FF2B5EF4-FFF2-40B4-BE49-F238E27FC236}">
                <a16:creationId xmlns:a16="http://schemas.microsoft.com/office/drawing/2014/main" id="{C7BADEFF-D058-0D51-760C-AFF2D026EF75}"/>
              </a:ext>
            </a:extLst>
          </p:cNvPr>
          <p:cNvSpPr>
            <a:spLocks noGrp="1"/>
          </p:cNvSpPr>
          <p:nvPr>
            <p:ph idx="1"/>
          </p:nvPr>
        </p:nvSpPr>
        <p:spPr/>
        <p:txBody>
          <a:bodyPr/>
          <a:lstStyle/>
          <a:p>
            <a:r>
              <a:rPr lang="en-US" dirty="0"/>
              <a:t>Many real-valued functions used in computer science are defined on sets of integers rather than on intervals of real numbers.</a:t>
            </a:r>
          </a:p>
          <a:p>
            <a:r>
              <a:rPr lang="en-US" dirty="0"/>
              <a:t>If you know what the graph of a function looks like when it is given by a formula on an interval of real numbers, you can obtain the graph of the function that is defined on the integers in the interval using the same formula by selecting only the points on the known graph whose first coordinates are integers.</a:t>
            </a:r>
          </a:p>
        </p:txBody>
      </p:sp>
      <p:sp>
        <p:nvSpPr>
          <p:cNvPr id="4" name="Slide Number Placeholder 3">
            <a:extLst>
              <a:ext uri="{FF2B5EF4-FFF2-40B4-BE49-F238E27FC236}">
                <a16:creationId xmlns:a16="http://schemas.microsoft.com/office/drawing/2014/main" id="{81AF703D-812F-D5AC-421F-E0F3106CA8AC}"/>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11</a:t>
            </a:fld>
            <a:endParaRPr lang="en-US" altLang="en-US" dirty="0"/>
          </a:p>
        </p:txBody>
      </p:sp>
      <p:sp>
        <p:nvSpPr>
          <p:cNvPr id="5" name="Footer Placeholder 4">
            <a:extLst>
              <a:ext uri="{FF2B5EF4-FFF2-40B4-BE49-F238E27FC236}">
                <a16:creationId xmlns:a16="http://schemas.microsoft.com/office/drawing/2014/main" id="{78C36B69-2374-A399-30A1-1142CFF2728E}"/>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2044533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8CABB-06AE-83FE-FE86-33D31A95B0C0}"/>
              </a:ext>
            </a:extLst>
          </p:cNvPr>
          <p:cNvSpPr>
            <a:spLocks noGrp="1"/>
          </p:cNvSpPr>
          <p:nvPr>
            <p:ph type="title"/>
          </p:nvPr>
        </p:nvSpPr>
        <p:spPr/>
        <p:txBody>
          <a:bodyPr/>
          <a:lstStyle/>
          <a:p>
            <a:r>
              <a:rPr lang="en-US" dirty="0"/>
              <a:t>Graph of a Function Defined on a Set of Integers</a:t>
            </a:r>
          </a:p>
        </p:txBody>
      </p:sp>
      <p:sp>
        <p:nvSpPr>
          <p:cNvPr id="3" name="Content Placeholder 2">
            <a:extLst>
              <a:ext uri="{FF2B5EF4-FFF2-40B4-BE49-F238E27FC236}">
                <a16:creationId xmlns:a16="http://schemas.microsoft.com/office/drawing/2014/main" id="{D96858E1-6EE1-25AA-DE0A-D65B25A350C6}"/>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864682B-5FBD-78CD-4CDB-99E5D1592447}"/>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12</a:t>
            </a:fld>
            <a:endParaRPr lang="en-US" altLang="en-US" dirty="0"/>
          </a:p>
        </p:txBody>
      </p:sp>
      <p:sp>
        <p:nvSpPr>
          <p:cNvPr id="5" name="Footer Placeholder 4">
            <a:extLst>
              <a:ext uri="{FF2B5EF4-FFF2-40B4-BE49-F238E27FC236}">
                <a16:creationId xmlns:a16="http://schemas.microsoft.com/office/drawing/2014/main" id="{493B4952-2C51-25AF-00EA-B2FEE6E4B712}"/>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99F42B39-84F7-03F8-9082-CDECFA509709}"/>
              </a:ext>
            </a:extLst>
          </p:cNvPr>
          <p:cNvPicPr>
            <a:picLocks noChangeAspect="1"/>
          </p:cNvPicPr>
          <p:nvPr/>
        </p:nvPicPr>
        <p:blipFill>
          <a:blip r:embed="rId2"/>
          <a:stretch>
            <a:fillRect/>
          </a:stretch>
        </p:blipFill>
        <p:spPr>
          <a:xfrm>
            <a:off x="838200" y="1400378"/>
            <a:ext cx="10420350" cy="5124450"/>
          </a:xfrm>
          <a:prstGeom prst="rect">
            <a:avLst/>
          </a:prstGeom>
        </p:spPr>
      </p:pic>
    </p:spTree>
    <p:extLst>
      <p:ext uri="{BB962C8B-B14F-4D97-AF65-F5344CB8AC3E}">
        <p14:creationId xmlns:p14="http://schemas.microsoft.com/office/powerpoint/2010/main" val="4064878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96335-BB04-60D5-1C0D-DE240D9BD120}"/>
              </a:ext>
            </a:extLst>
          </p:cNvPr>
          <p:cNvSpPr>
            <a:spLocks noGrp="1"/>
          </p:cNvSpPr>
          <p:nvPr>
            <p:ph type="title"/>
          </p:nvPr>
        </p:nvSpPr>
        <p:spPr/>
        <p:txBody>
          <a:bodyPr/>
          <a:lstStyle/>
          <a:p>
            <a:r>
              <a:rPr lang="en-US" dirty="0"/>
              <a:t>Graph of a Multiple of a Function</a:t>
            </a:r>
          </a:p>
        </p:txBody>
      </p:sp>
      <p:sp>
        <p:nvSpPr>
          <p:cNvPr id="3" name="Content Placeholder 2">
            <a:extLst>
              <a:ext uri="{FF2B5EF4-FFF2-40B4-BE49-F238E27FC236}">
                <a16:creationId xmlns:a16="http://schemas.microsoft.com/office/drawing/2014/main" id="{CE6D7273-A6A6-FCA5-1099-AF450FFC04C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980A5B1-5FAD-FD94-BF3F-48FB3AE18CA8}"/>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13</a:t>
            </a:fld>
            <a:endParaRPr lang="en-US" altLang="en-US" dirty="0"/>
          </a:p>
        </p:txBody>
      </p:sp>
      <p:sp>
        <p:nvSpPr>
          <p:cNvPr id="5" name="Footer Placeholder 4">
            <a:extLst>
              <a:ext uri="{FF2B5EF4-FFF2-40B4-BE49-F238E27FC236}">
                <a16:creationId xmlns:a16="http://schemas.microsoft.com/office/drawing/2014/main" id="{CD63426C-59AD-1E6D-8A22-BC2F082D79DF}"/>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129B1725-A747-802E-6669-AE855744311F}"/>
              </a:ext>
            </a:extLst>
          </p:cNvPr>
          <p:cNvPicPr>
            <a:picLocks noChangeAspect="1"/>
          </p:cNvPicPr>
          <p:nvPr/>
        </p:nvPicPr>
        <p:blipFill>
          <a:blip r:embed="rId2"/>
          <a:stretch>
            <a:fillRect/>
          </a:stretch>
        </p:blipFill>
        <p:spPr>
          <a:xfrm>
            <a:off x="976312" y="2590800"/>
            <a:ext cx="10239375" cy="2247900"/>
          </a:xfrm>
          <a:prstGeom prst="rect">
            <a:avLst/>
          </a:prstGeom>
        </p:spPr>
      </p:pic>
    </p:spTree>
    <p:extLst>
      <p:ext uri="{BB962C8B-B14F-4D97-AF65-F5344CB8AC3E}">
        <p14:creationId xmlns:p14="http://schemas.microsoft.com/office/powerpoint/2010/main" val="3978957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094ADB-716F-2146-B990-8276C3E9988B}"/>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14</a:t>
            </a:fld>
            <a:endParaRPr lang="en-US" dirty="0"/>
          </a:p>
        </p:txBody>
      </p:sp>
      <p:sp>
        <p:nvSpPr>
          <p:cNvPr id="3" name="Footer Placeholder 2">
            <a:extLst>
              <a:ext uri="{FF2B5EF4-FFF2-40B4-BE49-F238E27FC236}">
                <a16:creationId xmlns:a16="http://schemas.microsoft.com/office/drawing/2014/main" id="{95804A6A-53EC-CB2A-FF4E-9EC2BB66F6FD}"/>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B7DE39A0-10C3-228B-7DDF-FADC0E738AB5}"/>
              </a:ext>
            </a:extLst>
          </p:cNvPr>
          <p:cNvPicPr>
            <a:picLocks noChangeAspect="1"/>
          </p:cNvPicPr>
          <p:nvPr/>
        </p:nvPicPr>
        <p:blipFill>
          <a:blip r:embed="rId2"/>
          <a:stretch>
            <a:fillRect/>
          </a:stretch>
        </p:blipFill>
        <p:spPr>
          <a:xfrm>
            <a:off x="1552575" y="1319212"/>
            <a:ext cx="9086850" cy="4219575"/>
          </a:xfrm>
          <a:prstGeom prst="rect">
            <a:avLst/>
          </a:prstGeom>
        </p:spPr>
      </p:pic>
    </p:spTree>
    <p:extLst>
      <p:ext uri="{BB962C8B-B14F-4D97-AF65-F5344CB8AC3E}">
        <p14:creationId xmlns:p14="http://schemas.microsoft.com/office/powerpoint/2010/main" val="2553047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9052CD-6877-9EC7-E1AC-AE3620142E2C}"/>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15</a:t>
            </a:fld>
            <a:endParaRPr lang="en-US" dirty="0"/>
          </a:p>
        </p:txBody>
      </p:sp>
      <p:sp>
        <p:nvSpPr>
          <p:cNvPr id="3" name="Footer Placeholder 2">
            <a:extLst>
              <a:ext uri="{FF2B5EF4-FFF2-40B4-BE49-F238E27FC236}">
                <a16:creationId xmlns:a16="http://schemas.microsoft.com/office/drawing/2014/main" id="{DC3B7119-9789-09ED-D8EE-9A54252E6B2A}"/>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C7DD92E7-F057-87A2-443D-9131103753EA}"/>
              </a:ext>
            </a:extLst>
          </p:cNvPr>
          <p:cNvPicPr>
            <a:picLocks noChangeAspect="1"/>
          </p:cNvPicPr>
          <p:nvPr/>
        </p:nvPicPr>
        <p:blipFill>
          <a:blip r:embed="rId2"/>
          <a:stretch>
            <a:fillRect/>
          </a:stretch>
        </p:blipFill>
        <p:spPr>
          <a:xfrm>
            <a:off x="929078" y="0"/>
            <a:ext cx="10333844" cy="6858000"/>
          </a:xfrm>
          <a:prstGeom prst="rect">
            <a:avLst/>
          </a:prstGeom>
        </p:spPr>
      </p:pic>
    </p:spTree>
    <p:extLst>
      <p:ext uri="{BB962C8B-B14F-4D97-AF65-F5344CB8AC3E}">
        <p14:creationId xmlns:p14="http://schemas.microsoft.com/office/powerpoint/2010/main" val="1759136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7F9EB-BB9A-4BC4-9948-7AF8FB9F0DFF}"/>
              </a:ext>
            </a:extLst>
          </p:cNvPr>
          <p:cNvSpPr>
            <a:spLocks noGrp="1"/>
          </p:cNvSpPr>
          <p:nvPr>
            <p:ph type="title"/>
          </p:nvPr>
        </p:nvSpPr>
        <p:spPr/>
        <p:txBody>
          <a:bodyPr/>
          <a:lstStyle/>
          <a:p>
            <a:r>
              <a:rPr lang="en-US" dirty="0"/>
              <a:t>Increasing and Decreasing Functions</a:t>
            </a:r>
          </a:p>
        </p:txBody>
      </p:sp>
      <p:sp>
        <p:nvSpPr>
          <p:cNvPr id="3" name="Content Placeholder 2">
            <a:extLst>
              <a:ext uri="{FF2B5EF4-FFF2-40B4-BE49-F238E27FC236}">
                <a16:creationId xmlns:a16="http://schemas.microsoft.com/office/drawing/2014/main" id="{4BAA0821-749D-3CE5-4991-D332F6DCFE13}"/>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C7526F8-AFA9-297E-3806-2652D7FB94D2}"/>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16</a:t>
            </a:fld>
            <a:endParaRPr lang="en-US" altLang="en-US" dirty="0"/>
          </a:p>
        </p:txBody>
      </p:sp>
      <p:sp>
        <p:nvSpPr>
          <p:cNvPr id="5" name="Footer Placeholder 4">
            <a:extLst>
              <a:ext uri="{FF2B5EF4-FFF2-40B4-BE49-F238E27FC236}">
                <a16:creationId xmlns:a16="http://schemas.microsoft.com/office/drawing/2014/main" id="{66A9CD98-7868-7E7E-3161-5CD45BC1452F}"/>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6744EE2E-D5D1-D2BB-FE2E-1B0774B32F55}"/>
              </a:ext>
            </a:extLst>
          </p:cNvPr>
          <p:cNvPicPr>
            <a:picLocks noChangeAspect="1"/>
          </p:cNvPicPr>
          <p:nvPr/>
        </p:nvPicPr>
        <p:blipFill>
          <a:blip r:embed="rId2"/>
          <a:stretch>
            <a:fillRect/>
          </a:stretch>
        </p:blipFill>
        <p:spPr>
          <a:xfrm>
            <a:off x="981075" y="2119468"/>
            <a:ext cx="10229850" cy="3781425"/>
          </a:xfrm>
          <a:prstGeom prst="rect">
            <a:avLst/>
          </a:prstGeom>
        </p:spPr>
      </p:pic>
    </p:spTree>
    <p:extLst>
      <p:ext uri="{BB962C8B-B14F-4D97-AF65-F5344CB8AC3E}">
        <p14:creationId xmlns:p14="http://schemas.microsoft.com/office/powerpoint/2010/main" val="2858919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4656BA-752C-43A6-B149-E08ADA40FBBD}"/>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17</a:t>
            </a:fld>
            <a:endParaRPr lang="en-US" dirty="0"/>
          </a:p>
        </p:txBody>
      </p:sp>
      <p:sp>
        <p:nvSpPr>
          <p:cNvPr id="3" name="Footer Placeholder 2">
            <a:extLst>
              <a:ext uri="{FF2B5EF4-FFF2-40B4-BE49-F238E27FC236}">
                <a16:creationId xmlns:a16="http://schemas.microsoft.com/office/drawing/2014/main" id="{2E73EA23-432F-8D14-DA2B-35E1B7AFEBAB}"/>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21AA730E-F483-1C60-5A56-A964257F7BE3}"/>
              </a:ext>
            </a:extLst>
          </p:cNvPr>
          <p:cNvPicPr>
            <a:picLocks noChangeAspect="1"/>
          </p:cNvPicPr>
          <p:nvPr/>
        </p:nvPicPr>
        <p:blipFill>
          <a:blip r:embed="rId2"/>
          <a:stretch>
            <a:fillRect/>
          </a:stretch>
        </p:blipFill>
        <p:spPr>
          <a:xfrm>
            <a:off x="0" y="573101"/>
            <a:ext cx="12192000" cy="5711798"/>
          </a:xfrm>
          <a:prstGeom prst="rect">
            <a:avLst/>
          </a:prstGeom>
        </p:spPr>
      </p:pic>
    </p:spTree>
    <p:extLst>
      <p:ext uri="{BB962C8B-B14F-4D97-AF65-F5344CB8AC3E}">
        <p14:creationId xmlns:p14="http://schemas.microsoft.com/office/powerpoint/2010/main" val="125390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8F0AF3-2C51-CFFB-06C6-47BE449DF5C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18</a:t>
            </a:fld>
            <a:endParaRPr lang="en-US" dirty="0"/>
          </a:p>
        </p:txBody>
      </p:sp>
      <p:sp>
        <p:nvSpPr>
          <p:cNvPr id="3" name="Footer Placeholder 2">
            <a:extLst>
              <a:ext uri="{FF2B5EF4-FFF2-40B4-BE49-F238E27FC236}">
                <a16:creationId xmlns:a16="http://schemas.microsoft.com/office/drawing/2014/main" id="{7791B000-08E0-96B3-EA37-7F60B5E2AFA8}"/>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59DDFCD2-6EEA-BD38-A087-2BD3C79DA6E6}"/>
              </a:ext>
            </a:extLst>
          </p:cNvPr>
          <p:cNvPicPr>
            <a:picLocks noChangeAspect="1"/>
          </p:cNvPicPr>
          <p:nvPr/>
        </p:nvPicPr>
        <p:blipFill>
          <a:blip r:embed="rId2"/>
          <a:stretch>
            <a:fillRect/>
          </a:stretch>
        </p:blipFill>
        <p:spPr>
          <a:xfrm>
            <a:off x="0" y="2770341"/>
            <a:ext cx="12192000" cy="1317317"/>
          </a:xfrm>
          <a:prstGeom prst="rect">
            <a:avLst/>
          </a:prstGeom>
        </p:spPr>
      </p:pic>
    </p:spTree>
    <p:extLst>
      <p:ext uri="{BB962C8B-B14F-4D97-AF65-F5344CB8AC3E}">
        <p14:creationId xmlns:p14="http://schemas.microsoft.com/office/powerpoint/2010/main" val="3334659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FA3245-819B-654E-B660-8DF3FF83183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19</a:t>
            </a:fld>
            <a:endParaRPr lang="en-US" dirty="0"/>
          </a:p>
        </p:txBody>
      </p:sp>
      <p:sp>
        <p:nvSpPr>
          <p:cNvPr id="3" name="Footer Placeholder 2">
            <a:extLst>
              <a:ext uri="{FF2B5EF4-FFF2-40B4-BE49-F238E27FC236}">
                <a16:creationId xmlns:a16="http://schemas.microsoft.com/office/drawing/2014/main" id="{447ECE1F-2A9D-F142-DC98-797AA5956FBD}"/>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3AE119F9-56F8-899E-DEE8-1FA40A97169E}"/>
              </a:ext>
            </a:extLst>
          </p:cNvPr>
          <p:cNvPicPr>
            <a:picLocks noChangeAspect="1"/>
          </p:cNvPicPr>
          <p:nvPr/>
        </p:nvPicPr>
        <p:blipFill>
          <a:blip r:embed="rId2"/>
          <a:stretch>
            <a:fillRect/>
          </a:stretch>
        </p:blipFill>
        <p:spPr>
          <a:xfrm>
            <a:off x="819150" y="1052512"/>
            <a:ext cx="10553700" cy="4752975"/>
          </a:xfrm>
          <a:prstGeom prst="rect">
            <a:avLst/>
          </a:prstGeom>
        </p:spPr>
      </p:pic>
    </p:spTree>
    <p:extLst>
      <p:ext uri="{BB962C8B-B14F-4D97-AF65-F5344CB8AC3E}">
        <p14:creationId xmlns:p14="http://schemas.microsoft.com/office/powerpoint/2010/main" val="791322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C65F8D-FD6F-AF48-6C79-98053B4748D7}"/>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20</a:t>
            </a:fld>
            <a:endParaRPr lang="en-US" dirty="0"/>
          </a:p>
        </p:txBody>
      </p:sp>
      <p:sp>
        <p:nvSpPr>
          <p:cNvPr id="3" name="Footer Placeholder 2">
            <a:extLst>
              <a:ext uri="{FF2B5EF4-FFF2-40B4-BE49-F238E27FC236}">
                <a16:creationId xmlns:a16="http://schemas.microsoft.com/office/drawing/2014/main" id="{EBA30AF9-FF10-DACA-B3A0-F30C843612FC}"/>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BC831BFE-04D4-9E4E-E55A-8035D7B43D1C}"/>
              </a:ext>
            </a:extLst>
          </p:cNvPr>
          <p:cNvPicPr>
            <a:picLocks noChangeAspect="1"/>
          </p:cNvPicPr>
          <p:nvPr/>
        </p:nvPicPr>
        <p:blipFill>
          <a:blip r:embed="rId2"/>
          <a:stretch>
            <a:fillRect/>
          </a:stretch>
        </p:blipFill>
        <p:spPr>
          <a:xfrm>
            <a:off x="0" y="1435993"/>
            <a:ext cx="12192000" cy="3986013"/>
          </a:xfrm>
          <a:prstGeom prst="rect">
            <a:avLst/>
          </a:prstGeom>
        </p:spPr>
      </p:pic>
    </p:spTree>
    <p:extLst>
      <p:ext uri="{BB962C8B-B14F-4D97-AF65-F5344CB8AC3E}">
        <p14:creationId xmlns:p14="http://schemas.microsoft.com/office/powerpoint/2010/main" val="2235187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33F82-0A68-4C65-4F98-998747F82D9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21</a:t>
            </a:fld>
            <a:endParaRPr lang="en-US" dirty="0"/>
          </a:p>
        </p:txBody>
      </p:sp>
      <p:sp>
        <p:nvSpPr>
          <p:cNvPr id="3" name="Footer Placeholder 2">
            <a:extLst>
              <a:ext uri="{FF2B5EF4-FFF2-40B4-BE49-F238E27FC236}">
                <a16:creationId xmlns:a16="http://schemas.microsoft.com/office/drawing/2014/main" id="{0F4BF83E-5DA6-3FBA-E07E-EA560FAD1125}"/>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94F7934F-D6D6-C44B-892E-0E5BB60F1037}"/>
              </a:ext>
            </a:extLst>
          </p:cNvPr>
          <p:cNvPicPr>
            <a:picLocks noChangeAspect="1"/>
          </p:cNvPicPr>
          <p:nvPr/>
        </p:nvPicPr>
        <p:blipFill>
          <a:blip r:embed="rId2"/>
          <a:stretch>
            <a:fillRect/>
          </a:stretch>
        </p:blipFill>
        <p:spPr>
          <a:xfrm>
            <a:off x="178368" y="0"/>
            <a:ext cx="5761375" cy="6858000"/>
          </a:xfrm>
          <a:prstGeom prst="rect">
            <a:avLst/>
          </a:prstGeom>
        </p:spPr>
      </p:pic>
      <p:pic>
        <p:nvPicPr>
          <p:cNvPr id="7" name="Picture 6">
            <a:extLst>
              <a:ext uri="{FF2B5EF4-FFF2-40B4-BE49-F238E27FC236}">
                <a16:creationId xmlns:a16="http://schemas.microsoft.com/office/drawing/2014/main" id="{B7DEC824-DA69-27E3-7054-C996C6CD9C4E}"/>
              </a:ext>
            </a:extLst>
          </p:cNvPr>
          <p:cNvPicPr>
            <a:picLocks noChangeAspect="1"/>
          </p:cNvPicPr>
          <p:nvPr/>
        </p:nvPicPr>
        <p:blipFill>
          <a:blip r:embed="rId3"/>
          <a:stretch>
            <a:fillRect/>
          </a:stretch>
        </p:blipFill>
        <p:spPr>
          <a:xfrm>
            <a:off x="6096000" y="17463"/>
            <a:ext cx="5631036" cy="6858000"/>
          </a:xfrm>
          <a:prstGeom prst="rect">
            <a:avLst/>
          </a:prstGeom>
        </p:spPr>
      </p:pic>
    </p:spTree>
    <p:extLst>
      <p:ext uri="{BB962C8B-B14F-4D97-AF65-F5344CB8AC3E}">
        <p14:creationId xmlns:p14="http://schemas.microsoft.com/office/powerpoint/2010/main" val="1049073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72DBD6-1144-8697-70A8-1EAA1EBD736F}"/>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22</a:t>
            </a:fld>
            <a:endParaRPr lang="en-US" dirty="0"/>
          </a:p>
        </p:txBody>
      </p:sp>
      <p:sp>
        <p:nvSpPr>
          <p:cNvPr id="3" name="Footer Placeholder 2">
            <a:extLst>
              <a:ext uri="{FF2B5EF4-FFF2-40B4-BE49-F238E27FC236}">
                <a16:creationId xmlns:a16="http://schemas.microsoft.com/office/drawing/2014/main" id="{845E627C-A492-9996-B9B5-FE61A658CDFB}"/>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E86AB63F-1791-E6D3-6051-C049BC6711EE}"/>
              </a:ext>
            </a:extLst>
          </p:cNvPr>
          <p:cNvPicPr>
            <a:picLocks noChangeAspect="1"/>
          </p:cNvPicPr>
          <p:nvPr/>
        </p:nvPicPr>
        <p:blipFill>
          <a:blip r:embed="rId2"/>
          <a:stretch>
            <a:fillRect/>
          </a:stretch>
        </p:blipFill>
        <p:spPr>
          <a:xfrm>
            <a:off x="2757487" y="1357312"/>
            <a:ext cx="6677025" cy="4143375"/>
          </a:xfrm>
          <a:prstGeom prst="rect">
            <a:avLst/>
          </a:prstGeom>
        </p:spPr>
      </p:pic>
    </p:spTree>
    <p:extLst>
      <p:ext uri="{BB962C8B-B14F-4D97-AF65-F5344CB8AC3E}">
        <p14:creationId xmlns:p14="http://schemas.microsoft.com/office/powerpoint/2010/main" val="3128065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459693-0FC3-4FD6-D8B7-F49B638E706D}"/>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23</a:t>
            </a:fld>
            <a:endParaRPr lang="en-US" dirty="0"/>
          </a:p>
        </p:txBody>
      </p:sp>
      <p:sp>
        <p:nvSpPr>
          <p:cNvPr id="3" name="Footer Placeholder 2">
            <a:extLst>
              <a:ext uri="{FF2B5EF4-FFF2-40B4-BE49-F238E27FC236}">
                <a16:creationId xmlns:a16="http://schemas.microsoft.com/office/drawing/2014/main" id="{679F93F7-CC33-CEDD-C4CB-E394A355DAE7}"/>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CB24D0F2-FFCA-7651-6BFE-5E90C745E34B}"/>
              </a:ext>
            </a:extLst>
          </p:cNvPr>
          <p:cNvPicPr>
            <a:picLocks noChangeAspect="1"/>
          </p:cNvPicPr>
          <p:nvPr/>
        </p:nvPicPr>
        <p:blipFill>
          <a:blip r:embed="rId2"/>
          <a:stretch>
            <a:fillRect/>
          </a:stretch>
        </p:blipFill>
        <p:spPr>
          <a:xfrm>
            <a:off x="2628900" y="1533525"/>
            <a:ext cx="6934200" cy="3790950"/>
          </a:xfrm>
          <a:prstGeom prst="rect">
            <a:avLst/>
          </a:prstGeom>
        </p:spPr>
      </p:pic>
    </p:spTree>
    <p:extLst>
      <p:ext uri="{BB962C8B-B14F-4D97-AF65-F5344CB8AC3E}">
        <p14:creationId xmlns:p14="http://schemas.microsoft.com/office/powerpoint/2010/main" val="668526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0E86FC-87AD-8D75-5551-8DB64BA2D84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24</a:t>
            </a:fld>
            <a:endParaRPr lang="en-US" dirty="0"/>
          </a:p>
        </p:txBody>
      </p:sp>
      <p:sp>
        <p:nvSpPr>
          <p:cNvPr id="3" name="Footer Placeholder 2">
            <a:extLst>
              <a:ext uri="{FF2B5EF4-FFF2-40B4-BE49-F238E27FC236}">
                <a16:creationId xmlns:a16="http://schemas.microsoft.com/office/drawing/2014/main" id="{D9E73298-5380-A400-3D9F-591898AC49C5}"/>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0B1181F0-DB96-2EC8-29DB-594A29F49DF7}"/>
              </a:ext>
            </a:extLst>
          </p:cNvPr>
          <p:cNvPicPr>
            <a:picLocks noChangeAspect="1"/>
          </p:cNvPicPr>
          <p:nvPr/>
        </p:nvPicPr>
        <p:blipFill>
          <a:blip r:embed="rId2"/>
          <a:stretch>
            <a:fillRect/>
          </a:stretch>
        </p:blipFill>
        <p:spPr>
          <a:xfrm>
            <a:off x="3078307" y="0"/>
            <a:ext cx="6035386" cy="6858000"/>
          </a:xfrm>
          <a:prstGeom prst="rect">
            <a:avLst/>
          </a:prstGeom>
        </p:spPr>
      </p:pic>
    </p:spTree>
    <p:extLst>
      <p:ext uri="{BB962C8B-B14F-4D97-AF65-F5344CB8AC3E}">
        <p14:creationId xmlns:p14="http://schemas.microsoft.com/office/powerpoint/2010/main" val="2859863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50CC2A-21BB-6DBE-E72A-D9CB184DBDC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25</a:t>
            </a:fld>
            <a:endParaRPr lang="en-US" dirty="0"/>
          </a:p>
        </p:txBody>
      </p:sp>
      <p:sp>
        <p:nvSpPr>
          <p:cNvPr id="3" name="Footer Placeholder 2">
            <a:extLst>
              <a:ext uri="{FF2B5EF4-FFF2-40B4-BE49-F238E27FC236}">
                <a16:creationId xmlns:a16="http://schemas.microsoft.com/office/drawing/2014/main" id="{28211C8B-3DD3-7693-3433-B77EC4486C5F}"/>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918ED12C-92F5-5310-1CD4-0D18292786BA}"/>
              </a:ext>
            </a:extLst>
          </p:cNvPr>
          <p:cNvPicPr>
            <a:picLocks noChangeAspect="1"/>
          </p:cNvPicPr>
          <p:nvPr/>
        </p:nvPicPr>
        <p:blipFill>
          <a:blip r:embed="rId2"/>
          <a:stretch>
            <a:fillRect/>
          </a:stretch>
        </p:blipFill>
        <p:spPr>
          <a:xfrm>
            <a:off x="3065827" y="0"/>
            <a:ext cx="6060345" cy="6858000"/>
          </a:xfrm>
          <a:prstGeom prst="rect">
            <a:avLst/>
          </a:prstGeom>
        </p:spPr>
      </p:pic>
    </p:spTree>
    <p:extLst>
      <p:ext uri="{BB962C8B-B14F-4D97-AF65-F5344CB8AC3E}">
        <p14:creationId xmlns:p14="http://schemas.microsoft.com/office/powerpoint/2010/main" val="3957500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A5F8BF-C4CE-7C0C-E750-4CDA6B520239}"/>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26</a:t>
            </a:fld>
            <a:endParaRPr lang="en-US" dirty="0"/>
          </a:p>
        </p:txBody>
      </p:sp>
      <p:sp>
        <p:nvSpPr>
          <p:cNvPr id="3" name="Footer Placeholder 2">
            <a:extLst>
              <a:ext uri="{FF2B5EF4-FFF2-40B4-BE49-F238E27FC236}">
                <a16:creationId xmlns:a16="http://schemas.microsoft.com/office/drawing/2014/main" id="{340CF7D6-886A-3530-07A4-FBD6DA532388}"/>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31514F70-D6F4-9328-804E-43D6321598C6}"/>
              </a:ext>
            </a:extLst>
          </p:cNvPr>
          <p:cNvPicPr>
            <a:picLocks noChangeAspect="1"/>
          </p:cNvPicPr>
          <p:nvPr/>
        </p:nvPicPr>
        <p:blipFill>
          <a:blip r:embed="rId2"/>
          <a:stretch>
            <a:fillRect/>
          </a:stretch>
        </p:blipFill>
        <p:spPr>
          <a:xfrm>
            <a:off x="3041153" y="0"/>
            <a:ext cx="6109694" cy="6858000"/>
          </a:xfrm>
          <a:prstGeom prst="rect">
            <a:avLst/>
          </a:prstGeom>
        </p:spPr>
      </p:pic>
    </p:spTree>
    <p:extLst>
      <p:ext uri="{BB962C8B-B14F-4D97-AF65-F5344CB8AC3E}">
        <p14:creationId xmlns:p14="http://schemas.microsoft.com/office/powerpoint/2010/main" val="30278678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7314AA-B3C8-2E18-9693-60519B75663F}"/>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27</a:t>
            </a:fld>
            <a:endParaRPr lang="en-US" dirty="0"/>
          </a:p>
        </p:txBody>
      </p:sp>
      <p:sp>
        <p:nvSpPr>
          <p:cNvPr id="3" name="Footer Placeholder 2">
            <a:extLst>
              <a:ext uri="{FF2B5EF4-FFF2-40B4-BE49-F238E27FC236}">
                <a16:creationId xmlns:a16="http://schemas.microsoft.com/office/drawing/2014/main" id="{FE01C652-5F37-958D-E43E-296CCD0FEC3E}"/>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69E3D2C1-5384-6E0B-01B2-2260E6D382F6}"/>
              </a:ext>
            </a:extLst>
          </p:cNvPr>
          <p:cNvPicPr>
            <a:picLocks noChangeAspect="1"/>
          </p:cNvPicPr>
          <p:nvPr/>
        </p:nvPicPr>
        <p:blipFill>
          <a:blip r:embed="rId2"/>
          <a:stretch>
            <a:fillRect/>
          </a:stretch>
        </p:blipFill>
        <p:spPr>
          <a:xfrm>
            <a:off x="3074137" y="0"/>
            <a:ext cx="6043726" cy="6858000"/>
          </a:xfrm>
          <a:prstGeom prst="rect">
            <a:avLst/>
          </a:prstGeom>
        </p:spPr>
      </p:pic>
    </p:spTree>
    <p:extLst>
      <p:ext uri="{BB962C8B-B14F-4D97-AF65-F5344CB8AC3E}">
        <p14:creationId xmlns:p14="http://schemas.microsoft.com/office/powerpoint/2010/main" val="1881388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6EAE9C-3705-1617-CCA3-F15BB0B3F22C}"/>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28</a:t>
            </a:fld>
            <a:endParaRPr lang="en-US" dirty="0"/>
          </a:p>
        </p:txBody>
      </p:sp>
      <p:sp>
        <p:nvSpPr>
          <p:cNvPr id="3" name="Footer Placeholder 2">
            <a:extLst>
              <a:ext uri="{FF2B5EF4-FFF2-40B4-BE49-F238E27FC236}">
                <a16:creationId xmlns:a16="http://schemas.microsoft.com/office/drawing/2014/main" id="{F59E9031-DF41-683F-29E7-B77CD689AA20}"/>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C2F79A78-85E4-219D-7AE0-8CA5B525F86F}"/>
              </a:ext>
            </a:extLst>
          </p:cNvPr>
          <p:cNvPicPr>
            <a:picLocks noChangeAspect="1"/>
          </p:cNvPicPr>
          <p:nvPr/>
        </p:nvPicPr>
        <p:blipFill>
          <a:blip r:embed="rId2"/>
          <a:stretch>
            <a:fillRect/>
          </a:stretch>
        </p:blipFill>
        <p:spPr>
          <a:xfrm>
            <a:off x="2833687" y="1357312"/>
            <a:ext cx="6524625" cy="4143375"/>
          </a:xfrm>
          <a:prstGeom prst="rect">
            <a:avLst/>
          </a:prstGeom>
        </p:spPr>
      </p:pic>
    </p:spTree>
    <p:extLst>
      <p:ext uri="{BB962C8B-B14F-4D97-AF65-F5344CB8AC3E}">
        <p14:creationId xmlns:p14="http://schemas.microsoft.com/office/powerpoint/2010/main" val="7169365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A612AD-E52B-4626-DC24-F8734486462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29</a:t>
            </a:fld>
            <a:endParaRPr lang="en-US" dirty="0"/>
          </a:p>
        </p:txBody>
      </p:sp>
      <p:sp>
        <p:nvSpPr>
          <p:cNvPr id="3" name="Footer Placeholder 2">
            <a:extLst>
              <a:ext uri="{FF2B5EF4-FFF2-40B4-BE49-F238E27FC236}">
                <a16:creationId xmlns:a16="http://schemas.microsoft.com/office/drawing/2014/main" id="{A716BE7A-1AE5-9207-20DC-3DDC15A03810}"/>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6288882F-C296-8307-8BF6-1DAA40D3823C}"/>
              </a:ext>
            </a:extLst>
          </p:cNvPr>
          <p:cNvPicPr>
            <a:picLocks noChangeAspect="1"/>
          </p:cNvPicPr>
          <p:nvPr/>
        </p:nvPicPr>
        <p:blipFill>
          <a:blip r:embed="rId2"/>
          <a:stretch>
            <a:fillRect/>
          </a:stretch>
        </p:blipFill>
        <p:spPr>
          <a:xfrm>
            <a:off x="2671762" y="1509712"/>
            <a:ext cx="6848475" cy="3838575"/>
          </a:xfrm>
          <a:prstGeom prst="rect">
            <a:avLst/>
          </a:prstGeom>
        </p:spPr>
      </p:pic>
    </p:spTree>
    <p:extLst>
      <p:ext uri="{BB962C8B-B14F-4D97-AF65-F5344CB8AC3E}">
        <p14:creationId xmlns:p14="http://schemas.microsoft.com/office/powerpoint/2010/main" val="17724476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12837-2EE2-4984-FBC1-4F246BB4FF02}"/>
              </a:ext>
            </a:extLst>
          </p:cNvPr>
          <p:cNvSpPr>
            <a:spLocks noGrp="1"/>
          </p:cNvSpPr>
          <p:nvPr>
            <p:ph type="title"/>
          </p:nvPr>
        </p:nvSpPr>
        <p:spPr/>
        <p:txBody>
          <a:bodyPr/>
          <a:lstStyle/>
          <a:p>
            <a:r>
              <a:rPr lang="en-US" dirty="0"/>
              <a:t>Big-O, Big-Omega, and Big-Theta Notations</a:t>
            </a:r>
          </a:p>
        </p:txBody>
      </p:sp>
      <p:sp>
        <p:nvSpPr>
          <p:cNvPr id="3" name="Slide Number Placeholder 2">
            <a:extLst>
              <a:ext uri="{FF2B5EF4-FFF2-40B4-BE49-F238E27FC236}">
                <a16:creationId xmlns:a16="http://schemas.microsoft.com/office/drawing/2014/main" id="{AC529C92-85C1-2C13-595E-7F9D67BAED1B}"/>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30</a:t>
            </a:fld>
            <a:endParaRPr lang="en-US" dirty="0"/>
          </a:p>
        </p:txBody>
      </p:sp>
      <p:sp>
        <p:nvSpPr>
          <p:cNvPr id="4" name="Footer Placeholder 3">
            <a:extLst>
              <a:ext uri="{FF2B5EF4-FFF2-40B4-BE49-F238E27FC236}">
                <a16:creationId xmlns:a16="http://schemas.microsoft.com/office/drawing/2014/main" id="{F4C01EBE-D639-723D-D717-D9A46AB981C2}"/>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19862569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BC2C0-6807-2F2E-69CE-CF865925D723}"/>
              </a:ext>
            </a:extLst>
          </p:cNvPr>
          <p:cNvSpPr>
            <a:spLocks noGrp="1"/>
          </p:cNvSpPr>
          <p:nvPr>
            <p:ph type="title"/>
          </p:nvPr>
        </p:nvSpPr>
        <p:spPr/>
        <p:txBody>
          <a:bodyPr/>
          <a:lstStyle/>
          <a:p>
            <a:r>
              <a:rPr lang="en-US" dirty="0"/>
              <a:t>Big-O, Big-Omega, and Big-Theta Notations</a:t>
            </a:r>
          </a:p>
        </p:txBody>
      </p:sp>
      <p:sp>
        <p:nvSpPr>
          <p:cNvPr id="3" name="Content Placeholder 2">
            <a:extLst>
              <a:ext uri="{FF2B5EF4-FFF2-40B4-BE49-F238E27FC236}">
                <a16:creationId xmlns:a16="http://schemas.microsoft.com/office/drawing/2014/main" id="{A8D742C8-FCEA-7531-8649-2BAF10A5D727}"/>
              </a:ext>
            </a:extLst>
          </p:cNvPr>
          <p:cNvSpPr>
            <a:spLocks noGrp="1"/>
          </p:cNvSpPr>
          <p:nvPr>
            <p:ph idx="1"/>
          </p:nvPr>
        </p:nvSpPr>
        <p:spPr/>
        <p:txBody>
          <a:bodyPr/>
          <a:lstStyle/>
          <a:p>
            <a:r>
              <a:rPr lang="en-US" dirty="0"/>
              <a:t>The cost and feasibility of implementing a computer algorithm are most affected by the length of computer time and the amount of computer memory the algorithm requires.</a:t>
            </a:r>
          </a:p>
          <a:p>
            <a:r>
              <a:rPr lang="en-US" dirty="0"/>
              <a:t>This chapter concentrates on basic techniques for calculating time efficiency, which is usually the more significant of the two.</a:t>
            </a:r>
          </a:p>
          <a:p>
            <a:r>
              <a:rPr lang="en-US" dirty="0"/>
              <a:t>Best and worst case for an algorithm: e.g. searching an element</a:t>
            </a:r>
          </a:p>
          <a:p>
            <a:r>
              <a:rPr lang="en-US" dirty="0"/>
              <a:t>Focus on the worst case</a:t>
            </a:r>
          </a:p>
        </p:txBody>
      </p:sp>
      <p:sp>
        <p:nvSpPr>
          <p:cNvPr id="4" name="Slide Number Placeholder 3">
            <a:extLst>
              <a:ext uri="{FF2B5EF4-FFF2-40B4-BE49-F238E27FC236}">
                <a16:creationId xmlns:a16="http://schemas.microsoft.com/office/drawing/2014/main" id="{EE5F5AC0-25C8-A391-6628-4C6EB266A9C8}"/>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31</a:t>
            </a:fld>
            <a:endParaRPr lang="en-US" altLang="en-US" dirty="0"/>
          </a:p>
        </p:txBody>
      </p:sp>
      <p:sp>
        <p:nvSpPr>
          <p:cNvPr id="5" name="Footer Placeholder 4">
            <a:extLst>
              <a:ext uri="{FF2B5EF4-FFF2-40B4-BE49-F238E27FC236}">
                <a16:creationId xmlns:a16="http://schemas.microsoft.com/office/drawing/2014/main" id="{C1BCCADB-BC6F-B146-9251-0883C86597A9}"/>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7715004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F8BBBF-61F9-AF2D-047A-FFCEEE605E3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32</a:t>
            </a:fld>
            <a:endParaRPr lang="en-US" dirty="0"/>
          </a:p>
        </p:txBody>
      </p:sp>
      <p:sp>
        <p:nvSpPr>
          <p:cNvPr id="3" name="Footer Placeholder 2">
            <a:extLst>
              <a:ext uri="{FF2B5EF4-FFF2-40B4-BE49-F238E27FC236}">
                <a16:creationId xmlns:a16="http://schemas.microsoft.com/office/drawing/2014/main" id="{9D14E4C4-21E4-F097-29D8-6D788268D28B}"/>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62D405D8-154F-DE64-BD32-17ADEEB576B4}"/>
              </a:ext>
            </a:extLst>
          </p:cNvPr>
          <p:cNvPicPr>
            <a:picLocks noChangeAspect="1"/>
          </p:cNvPicPr>
          <p:nvPr/>
        </p:nvPicPr>
        <p:blipFill>
          <a:blip r:embed="rId2"/>
          <a:stretch>
            <a:fillRect/>
          </a:stretch>
        </p:blipFill>
        <p:spPr>
          <a:xfrm>
            <a:off x="304800" y="681037"/>
            <a:ext cx="8763000" cy="5495925"/>
          </a:xfrm>
          <a:prstGeom prst="rect">
            <a:avLst/>
          </a:prstGeom>
        </p:spPr>
      </p:pic>
      <p:sp>
        <p:nvSpPr>
          <p:cNvPr id="7" name="TextBox 6">
            <a:extLst>
              <a:ext uri="{FF2B5EF4-FFF2-40B4-BE49-F238E27FC236}">
                <a16:creationId xmlns:a16="http://schemas.microsoft.com/office/drawing/2014/main" id="{BDC162E3-9FC5-18B4-013E-C2A850BE0388}"/>
              </a:ext>
            </a:extLst>
          </p:cNvPr>
          <p:cNvSpPr txBox="1"/>
          <p:nvPr/>
        </p:nvSpPr>
        <p:spPr>
          <a:xfrm>
            <a:off x="8799873" y="1447800"/>
            <a:ext cx="3276599" cy="4401205"/>
          </a:xfrm>
          <a:prstGeom prst="rect">
            <a:avLst/>
          </a:prstGeom>
          <a:noFill/>
        </p:spPr>
        <p:txBody>
          <a:bodyPr wrap="square">
            <a:spAutoFit/>
          </a:bodyPr>
          <a:lstStyle/>
          <a:p>
            <a:r>
              <a:rPr lang="en-US" sz="2800" b="0" i="0" dirty="0">
                <a:solidFill>
                  <a:srgbClr val="242021"/>
                </a:solidFill>
                <a:effectLst/>
                <a:latin typeface="TimesLTStd-Roman"/>
              </a:rPr>
              <a:t>For example, sorting a data set with 10 </a:t>
            </a:r>
            <a:r>
              <a:rPr lang="en-US" b="0" i="0" dirty="0">
                <a:solidFill>
                  <a:srgbClr val="242021"/>
                </a:solidFill>
                <a:effectLst/>
                <a:latin typeface="TimesLTStd-Roman"/>
              </a:rPr>
              <a:t>million items could take just a fraction of a second with merge </a:t>
            </a:r>
            <a:r>
              <a:rPr lang="en-US" sz="2800" b="0" i="0" dirty="0">
                <a:solidFill>
                  <a:srgbClr val="242021"/>
                </a:solidFill>
                <a:effectLst/>
                <a:latin typeface="TimesLTStd-Roman"/>
              </a:rPr>
              <a:t>sort but approximately 30</a:t>
            </a:r>
            <a:br>
              <a:rPr lang="en-US" sz="2800" b="0" i="0" dirty="0">
                <a:solidFill>
                  <a:srgbClr val="242021"/>
                </a:solidFill>
                <a:effectLst/>
                <a:latin typeface="TimesLTStd-Roman"/>
              </a:rPr>
            </a:br>
            <a:r>
              <a:rPr lang="en-US" sz="2800" b="0" i="0" dirty="0">
                <a:solidFill>
                  <a:srgbClr val="242021"/>
                </a:solidFill>
                <a:effectLst/>
                <a:latin typeface="TimesLTStd-Roman"/>
              </a:rPr>
              <a:t>minutes with insertion sort</a:t>
            </a:r>
            <a:r>
              <a:rPr lang="en-US" dirty="0"/>
              <a:t> </a:t>
            </a:r>
            <a:br>
              <a:rPr lang="en-US" dirty="0"/>
            </a:br>
            <a:endParaRPr lang="en-US" dirty="0"/>
          </a:p>
        </p:txBody>
      </p:sp>
    </p:spTree>
    <p:extLst>
      <p:ext uri="{BB962C8B-B14F-4D97-AF65-F5344CB8AC3E}">
        <p14:creationId xmlns:p14="http://schemas.microsoft.com/office/powerpoint/2010/main" val="21626914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506C5-AB64-5EA9-3CF0-6BBBE84E6C96}"/>
              </a:ext>
            </a:extLst>
          </p:cNvPr>
          <p:cNvSpPr>
            <a:spLocks noGrp="1"/>
          </p:cNvSpPr>
          <p:nvPr>
            <p:ph type="title"/>
          </p:nvPr>
        </p:nvSpPr>
        <p:spPr/>
        <p:txBody>
          <a:bodyPr/>
          <a:lstStyle/>
          <a:p>
            <a:r>
              <a:rPr lang="en-US" dirty="0"/>
              <a:t>Big-O, Big-Omega, and Big-Theta Notations</a:t>
            </a:r>
          </a:p>
        </p:txBody>
      </p:sp>
      <p:sp>
        <p:nvSpPr>
          <p:cNvPr id="3" name="Content Placeholder 2">
            <a:extLst>
              <a:ext uri="{FF2B5EF4-FFF2-40B4-BE49-F238E27FC236}">
                <a16:creationId xmlns:a16="http://schemas.microsoft.com/office/drawing/2014/main" id="{6B92FCE2-F435-6D08-B4CE-7B83B7652E40}"/>
              </a:ext>
            </a:extLst>
          </p:cNvPr>
          <p:cNvSpPr>
            <a:spLocks noGrp="1"/>
          </p:cNvSpPr>
          <p:nvPr>
            <p:ph idx="1"/>
          </p:nvPr>
        </p:nvSpPr>
        <p:spPr/>
        <p:txBody>
          <a:bodyPr/>
          <a:lstStyle/>
          <a:p>
            <a:r>
              <a:rPr lang="en-US" dirty="0"/>
              <a:t>O-notation (read “big-O notation”), was introduced by the German mathematician Paul Bachmann in 1894 in a book on analytic number theory, and it was the first to be used to compare efficiencies of algorithms</a:t>
            </a:r>
          </a:p>
          <a:p>
            <a:r>
              <a:rPr lang="en-US" dirty="0"/>
              <a:t>In 1976 Donald Knuth, a pioneer in the analysis of algorithms, introduced the </a:t>
            </a:r>
            <a:r>
              <a:rPr lang="el-GR" dirty="0"/>
              <a:t>Ω</a:t>
            </a:r>
            <a:r>
              <a:rPr lang="en-US" dirty="0"/>
              <a:t> and </a:t>
            </a:r>
            <a:r>
              <a:rPr lang="el-GR" dirty="0"/>
              <a:t>ϴ</a:t>
            </a:r>
            <a:r>
              <a:rPr lang="en-US" dirty="0"/>
              <a:t>-notations so that the growth of functions could be compared with greater precision.</a:t>
            </a:r>
          </a:p>
        </p:txBody>
      </p:sp>
      <p:sp>
        <p:nvSpPr>
          <p:cNvPr id="4" name="Slide Number Placeholder 3">
            <a:extLst>
              <a:ext uri="{FF2B5EF4-FFF2-40B4-BE49-F238E27FC236}">
                <a16:creationId xmlns:a16="http://schemas.microsoft.com/office/drawing/2014/main" id="{78BB0EB1-C4EE-1207-FBD2-D11E31C7520B}"/>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33</a:t>
            </a:fld>
            <a:endParaRPr lang="en-US" altLang="en-US" dirty="0"/>
          </a:p>
        </p:txBody>
      </p:sp>
      <p:sp>
        <p:nvSpPr>
          <p:cNvPr id="5" name="Footer Placeholder 4">
            <a:extLst>
              <a:ext uri="{FF2B5EF4-FFF2-40B4-BE49-F238E27FC236}">
                <a16:creationId xmlns:a16="http://schemas.microsoft.com/office/drawing/2014/main" id="{E271C856-EDBC-CD99-5B5D-7E0BEE293EA5}"/>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32035609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95E3A3-432E-257A-1A1C-3290A37FFED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34</a:t>
            </a:fld>
            <a:endParaRPr lang="en-US" dirty="0"/>
          </a:p>
        </p:txBody>
      </p:sp>
      <p:sp>
        <p:nvSpPr>
          <p:cNvPr id="3" name="Footer Placeholder 2">
            <a:extLst>
              <a:ext uri="{FF2B5EF4-FFF2-40B4-BE49-F238E27FC236}">
                <a16:creationId xmlns:a16="http://schemas.microsoft.com/office/drawing/2014/main" id="{A94EA512-C71A-B51A-BDC6-5D93EC791DE1}"/>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A0C27988-8B82-6680-72A5-6DAFA0ABF596}"/>
              </a:ext>
            </a:extLst>
          </p:cNvPr>
          <p:cNvPicPr>
            <a:picLocks noChangeAspect="1"/>
          </p:cNvPicPr>
          <p:nvPr/>
        </p:nvPicPr>
        <p:blipFill>
          <a:blip r:embed="rId2"/>
          <a:stretch>
            <a:fillRect/>
          </a:stretch>
        </p:blipFill>
        <p:spPr>
          <a:xfrm>
            <a:off x="862012" y="1828800"/>
            <a:ext cx="10467975" cy="3200400"/>
          </a:xfrm>
          <a:prstGeom prst="rect">
            <a:avLst/>
          </a:prstGeom>
        </p:spPr>
      </p:pic>
    </p:spTree>
    <p:extLst>
      <p:ext uri="{BB962C8B-B14F-4D97-AF65-F5344CB8AC3E}">
        <p14:creationId xmlns:p14="http://schemas.microsoft.com/office/powerpoint/2010/main" val="27562871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B0F804-50D2-A756-A985-E39E41A7192D}"/>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35</a:t>
            </a:fld>
            <a:endParaRPr lang="en-US" dirty="0"/>
          </a:p>
        </p:txBody>
      </p:sp>
      <p:sp>
        <p:nvSpPr>
          <p:cNvPr id="3" name="Footer Placeholder 2">
            <a:extLst>
              <a:ext uri="{FF2B5EF4-FFF2-40B4-BE49-F238E27FC236}">
                <a16:creationId xmlns:a16="http://schemas.microsoft.com/office/drawing/2014/main" id="{CD9D1949-2482-FB4B-1788-0A902B14DDA2}"/>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DD227373-502E-2F60-D53A-5ADF7F114B5C}"/>
              </a:ext>
            </a:extLst>
          </p:cNvPr>
          <p:cNvPicPr>
            <a:picLocks noChangeAspect="1"/>
          </p:cNvPicPr>
          <p:nvPr/>
        </p:nvPicPr>
        <p:blipFill>
          <a:blip r:embed="rId2"/>
          <a:stretch>
            <a:fillRect/>
          </a:stretch>
        </p:blipFill>
        <p:spPr>
          <a:xfrm>
            <a:off x="1645522" y="0"/>
            <a:ext cx="8900955" cy="6858000"/>
          </a:xfrm>
          <a:prstGeom prst="rect">
            <a:avLst/>
          </a:prstGeom>
        </p:spPr>
      </p:pic>
    </p:spTree>
    <p:extLst>
      <p:ext uri="{BB962C8B-B14F-4D97-AF65-F5344CB8AC3E}">
        <p14:creationId xmlns:p14="http://schemas.microsoft.com/office/powerpoint/2010/main" val="14840420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8FBBF1-B136-939A-26B5-FDAC237F7F69}"/>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36</a:t>
            </a:fld>
            <a:endParaRPr lang="en-US" dirty="0"/>
          </a:p>
        </p:txBody>
      </p:sp>
      <p:sp>
        <p:nvSpPr>
          <p:cNvPr id="3" name="Footer Placeholder 2">
            <a:extLst>
              <a:ext uri="{FF2B5EF4-FFF2-40B4-BE49-F238E27FC236}">
                <a16:creationId xmlns:a16="http://schemas.microsoft.com/office/drawing/2014/main" id="{BADDA143-3F1D-B527-4595-2BDCF83D220C}"/>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472D388B-2824-18D6-3123-84238625F44A}"/>
              </a:ext>
            </a:extLst>
          </p:cNvPr>
          <p:cNvPicPr>
            <a:picLocks noChangeAspect="1"/>
          </p:cNvPicPr>
          <p:nvPr/>
        </p:nvPicPr>
        <p:blipFill>
          <a:blip r:embed="rId2"/>
          <a:stretch>
            <a:fillRect/>
          </a:stretch>
        </p:blipFill>
        <p:spPr>
          <a:xfrm>
            <a:off x="966787" y="704850"/>
            <a:ext cx="10258425" cy="5448300"/>
          </a:xfrm>
          <a:prstGeom prst="rect">
            <a:avLst/>
          </a:prstGeom>
        </p:spPr>
      </p:pic>
    </p:spTree>
    <p:extLst>
      <p:ext uri="{BB962C8B-B14F-4D97-AF65-F5344CB8AC3E}">
        <p14:creationId xmlns:p14="http://schemas.microsoft.com/office/powerpoint/2010/main" val="1664508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89F166-CD26-208F-36BF-AB6B8D744D9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37</a:t>
            </a:fld>
            <a:endParaRPr lang="en-US" dirty="0"/>
          </a:p>
        </p:txBody>
      </p:sp>
      <p:sp>
        <p:nvSpPr>
          <p:cNvPr id="3" name="Footer Placeholder 2">
            <a:extLst>
              <a:ext uri="{FF2B5EF4-FFF2-40B4-BE49-F238E27FC236}">
                <a16:creationId xmlns:a16="http://schemas.microsoft.com/office/drawing/2014/main" id="{689E0D05-8DEE-E8A0-A10A-05F964A160A5}"/>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D50384B7-520A-77F4-3FBA-A84644DE8245}"/>
              </a:ext>
            </a:extLst>
          </p:cNvPr>
          <p:cNvPicPr>
            <a:picLocks noChangeAspect="1"/>
          </p:cNvPicPr>
          <p:nvPr/>
        </p:nvPicPr>
        <p:blipFill>
          <a:blip r:embed="rId2"/>
          <a:stretch>
            <a:fillRect/>
          </a:stretch>
        </p:blipFill>
        <p:spPr>
          <a:xfrm>
            <a:off x="381000" y="914400"/>
            <a:ext cx="11172825" cy="3133725"/>
          </a:xfrm>
          <a:prstGeom prst="rect">
            <a:avLst/>
          </a:prstGeom>
        </p:spPr>
      </p:pic>
      <p:pic>
        <p:nvPicPr>
          <p:cNvPr id="7" name="Picture 6">
            <a:extLst>
              <a:ext uri="{FF2B5EF4-FFF2-40B4-BE49-F238E27FC236}">
                <a16:creationId xmlns:a16="http://schemas.microsoft.com/office/drawing/2014/main" id="{1E00EC7C-6061-1FB6-4282-735652DC9F52}"/>
              </a:ext>
            </a:extLst>
          </p:cNvPr>
          <p:cNvPicPr>
            <a:picLocks noChangeAspect="1"/>
          </p:cNvPicPr>
          <p:nvPr/>
        </p:nvPicPr>
        <p:blipFill>
          <a:blip r:embed="rId3"/>
          <a:stretch>
            <a:fillRect/>
          </a:stretch>
        </p:blipFill>
        <p:spPr>
          <a:xfrm>
            <a:off x="885825" y="4055499"/>
            <a:ext cx="10420350" cy="1028700"/>
          </a:xfrm>
          <a:prstGeom prst="rect">
            <a:avLst/>
          </a:prstGeom>
        </p:spPr>
      </p:pic>
    </p:spTree>
    <p:extLst>
      <p:ext uri="{BB962C8B-B14F-4D97-AF65-F5344CB8AC3E}">
        <p14:creationId xmlns:p14="http://schemas.microsoft.com/office/powerpoint/2010/main" val="2805101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214C5A-912E-3AF0-F4EE-EED3D98B8A1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38</a:t>
            </a:fld>
            <a:endParaRPr lang="en-US" dirty="0"/>
          </a:p>
        </p:txBody>
      </p:sp>
      <p:sp>
        <p:nvSpPr>
          <p:cNvPr id="3" name="Footer Placeholder 2">
            <a:extLst>
              <a:ext uri="{FF2B5EF4-FFF2-40B4-BE49-F238E27FC236}">
                <a16:creationId xmlns:a16="http://schemas.microsoft.com/office/drawing/2014/main" id="{29287DE4-771F-4862-ADC2-B3477E3B0FCF}"/>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0B7D87F8-1378-082F-3361-3C2EDAF660AF}"/>
              </a:ext>
            </a:extLst>
          </p:cNvPr>
          <p:cNvPicPr>
            <a:picLocks noChangeAspect="1"/>
          </p:cNvPicPr>
          <p:nvPr/>
        </p:nvPicPr>
        <p:blipFill>
          <a:blip r:embed="rId2"/>
          <a:stretch>
            <a:fillRect/>
          </a:stretch>
        </p:blipFill>
        <p:spPr>
          <a:xfrm>
            <a:off x="695325" y="1066800"/>
            <a:ext cx="10801350" cy="4724400"/>
          </a:xfrm>
          <a:prstGeom prst="rect">
            <a:avLst/>
          </a:prstGeom>
        </p:spPr>
      </p:pic>
    </p:spTree>
    <p:extLst>
      <p:ext uri="{BB962C8B-B14F-4D97-AF65-F5344CB8AC3E}">
        <p14:creationId xmlns:p14="http://schemas.microsoft.com/office/powerpoint/2010/main" val="18539815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1342CD-6BCF-1E7C-C9A0-3F3CA8F99FB9}"/>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39</a:t>
            </a:fld>
            <a:endParaRPr lang="en-US" dirty="0"/>
          </a:p>
        </p:txBody>
      </p:sp>
      <p:sp>
        <p:nvSpPr>
          <p:cNvPr id="3" name="Footer Placeholder 2">
            <a:extLst>
              <a:ext uri="{FF2B5EF4-FFF2-40B4-BE49-F238E27FC236}">
                <a16:creationId xmlns:a16="http://schemas.microsoft.com/office/drawing/2014/main" id="{39ECBBA7-0589-22CE-76BA-7DD7721655B5}"/>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85D58AFF-F36F-6C25-2275-60DE2B3C1422}"/>
              </a:ext>
            </a:extLst>
          </p:cNvPr>
          <p:cNvPicPr>
            <a:picLocks noChangeAspect="1"/>
          </p:cNvPicPr>
          <p:nvPr/>
        </p:nvPicPr>
        <p:blipFill>
          <a:blip r:embed="rId2"/>
          <a:stretch>
            <a:fillRect/>
          </a:stretch>
        </p:blipFill>
        <p:spPr>
          <a:xfrm>
            <a:off x="1756978" y="0"/>
            <a:ext cx="8678044" cy="6858000"/>
          </a:xfrm>
          <a:prstGeom prst="rect">
            <a:avLst/>
          </a:prstGeom>
        </p:spPr>
      </p:pic>
    </p:spTree>
    <p:extLst>
      <p:ext uri="{BB962C8B-B14F-4D97-AF65-F5344CB8AC3E}">
        <p14:creationId xmlns:p14="http://schemas.microsoft.com/office/powerpoint/2010/main" val="23289891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A3217C-BF84-45A7-B77C-1454BF80D3CB}"/>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40</a:t>
            </a:fld>
            <a:endParaRPr lang="en-US" dirty="0"/>
          </a:p>
        </p:txBody>
      </p:sp>
      <p:sp>
        <p:nvSpPr>
          <p:cNvPr id="3" name="Footer Placeholder 2">
            <a:extLst>
              <a:ext uri="{FF2B5EF4-FFF2-40B4-BE49-F238E27FC236}">
                <a16:creationId xmlns:a16="http://schemas.microsoft.com/office/drawing/2014/main" id="{BA92CCEC-02F5-87A8-86F7-1F801C7D5C4C}"/>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40EF4B51-D6BD-ACF5-6008-A76463B781CF}"/>
              </a:ext>
            </a:extLst>
          </p:cNvPr>
          <p:cNvPicPr>
            <a:picLocks noChangeAspect="1"/>
          </p:cNvPicPr>
          <p:nvPr/>
        </p:nvPicPr>
        <p:blipFill>
          <a:blip r:embed="rId2"/>
          <a:stretch>
            <a:fillRect/>
          </a:stretch>
        </p:blipFill>
        <p:spPr>
          <a:xfrm>
            <a:off x="890587" y="1676400"/>
            <a:ext cx="10410825" cy="3505200"/>
          </a:xfrm>
          <a:prstGeom prst="rect">
            <a:avLst/>
          </a:prstGeom>
        </p:spPr>
      </p:pic>
    </p:spTree>
    <p:extLst>
      <p:ext uri="{BB962C8B-B14F-4D97-AF65-F5344CB8AC3E}">
        <p14:creationId xmlns:p14="http://schemas.microsoft.com/office/powerpoint/2010/main" val="2808241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FB7D83-9032-3D5B-2B5F-69A14867C4C5}"/>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41</a:t>
            </a:fld>
            <a:endParaRPr lang="en-US" dirty="0"/>
          </a:p>
        </p:txBody>
      </p:sp>
      <p:sp>
        <p:nvSpPr>
          <p:cNvPr id="3" name="Footer Placeholder 2">
            <a:extLst>
              <a:ext uri="{FF2B5EF4-FFF2-40B4-BE49-F238E27FC236}">
                <a16:creationId xmlns:a16="http://schemas.microsoft.com/office/drawing/2014/main" id="{60514C6B-A886-5271-BF5D-FA5FC7015BF4}"/>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3688A5B3-919D-75CC-5FAB-1415785163D6}"/>
              </a:ext>
            </a:extLst>
          </p:cNvPr>
          <p:cNvPicPr>
            <a:picLocks noChangeAspect="1"/>
          </p:cNvPicPr>
          <p:nvPr/>
        </p:nvPicPr>
        <p:blipFill>
          <a:blip r:embed="rId2"/>
          <a:stretch>
            <a:fillRect/>
          </a:stretch>
        </p:blipFill>
        <p:spPr>
          <a:xfrm>
            <a:off x="947737" y="2266950"/>
            <a:ext cx="10296525" cy="2324100"/>
          </a:xfrm>
          <a:prstGeom prst="rect">
            <a:avLst/>
          </a:prstGeom>
        </p:spPr>
      </p:pic>
    </p:spTree>
    <p:extLst>
      <p:ext uri="{BB962C8B-B14F-4D97-AF65-F5344CB8AC3E}">
        <p14:creationId xmlns:p14="http://schemas.microsoft.com/office/powerpoint/2010/main" val="20654274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8786D-251C-D170-DA49-73B53B1AED77}"/>
              </a:ext>
            </a:extLst>
          </p:cNvPr>
          <p:cNvSpPr>
            <a:spLocks noGrp="1"/>
          </p:cNvSpPr>
          <p:nvPr>
            <p:ph type="title"/>
          </p:nvPr>
        </p:nvSpPr>
        <p:spPr/>
        <p:txBody>
          <a:bodyPr/>
          <a:lstStyle/>
          <a:p>
            <a:r>
              <a:rPr lang="en-US" dirty="0"/>
              <a:t>Orders of Power Functions</a:t>
            </a:r>
          </a:p>
        </p:txBody>
      </p:sp>
      <p:sp>
        <p:nvSpPr>
          <p:cNvPr id="3" name="Content Placeholder 2">
            <a:extLst>
              <a:ext uri="{FF2B5EF4-FFF2-40B4-BE49-F238E27FC236}">
                <a16:creationId xmlns:a16="http://schemas.microsoft.com/office/drawing/2014/main" id="{5D6C274C-8CD9-E96E-1E68-1BF727AE7D7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8627205-6431-DD7A-D8D2-9DB9A41244AC}"/>
              </a:ext>
            </a:extLst>
          </p:cNvPr>
          <p:cNvSpPr>
            <a:spLocks noGrp="1"/>
          </p:cNvSpPr>
          <p:nvPr>
            <p:ph type="sldNum" sz="quarter" idx="10"/>
          </p:nvPr>
        </p:nvSpPr>
        <p:spPr/>
        <p:txBody>
          <a:bodyPr/>
          <a:lstStyle/>
          <a:p>
            <a:pPr>
              <a:buFont typeface="Monotype Sorts" charset="2"/>
              <a:buNone/>
              <a:defRPr/>
            </a:pPr>
            <a:fld id="{34A84676-C444-4AC5-8B4E-405A7C81C0FB}" type="slidenum">
              <a:rPr lang="en-US" altLang="en-US" smtClean="0"/>
              <a:pPr>
                <a:buFont typeface="Monotype Sorts" charset="2"/>
                <a:buNone/>
                <a:defRPr/>
              </a:pPr>
              <a:t>42</a:t>
            </a:fld>
            <a:endParaRPr lang="en-US" altLang="en-US" dirty="0"/>
          </a:p>
        </p:txBody>
      </p:sp>
      <p:sp>
        <p:nvSpPr>
          <p:cNvPr id="5" name="Footer Placeholder 4">
            <a:extLst>
              <a:ext uri="{FF2B5EF4-FFF2-40B4-BE49-F238E27FC236}">
                <a16:creationId xmlns:a16="http://schemas.microsoft.com/office/drawing/2014/main" id="{B9AF2BED-8F2C-57EC-ED91-1C03A5B2ACE7}"/>
              </a:ext>
            </a:extLst>
          </p:cNvPr>
          <p:cNvSpPr>
            <a:spLocks noGrp="1"/>
          </p:cNvSpPr>
          <p:nvPr>
            <p:ph type="ftr" sz="quarter" idx="11"/>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BB71AFF9-EB80-CFA4-0424-7621ED59D3FA}"/>
              </a:ext>
            </a:extLst>
          </p:cNvPr>
          <p:cNvPicPr>
            <a:picLocks noChangeAspect="1"/>
          </p:cNvPicPr>
          <p:nvPr/>
        </p:nvPicPr>
        <p:blipFill>
          <a:blip r:embed="rId2"/>
          <a:stretch>
            <a:fillRect/>
          </a:stretch>
        </p:blipFill>
        <p:spPr>
          <a:xfrm>
            <a:off x="947737" y="2528887"/>
            <a:ext cx="10296525" cy="1800225"/>
          </a:xfrm>
          <a:prstGeom prst="rect">
            <a:avLst/>
          </a:prstGeom>
        </p:spPr>
      </p:pic>
    </p:spTree>
    <p:extLst>
      <p:ext uri="{BB962C8B-B14F-4D97-AF65-F5344CB8AC3E}">
        <p14:creationId xmlns:p14="http://schemas.microsoft.com/office/powerpoint/2010/main" val="17143831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E2D2FF-1216-BA62-CA53-4EEC0B706169}"/>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43</a:t>
            </a:fld>
            <a:endParaRPr lang="en-US" dirty="0"/>
          </a:p>
        </p:txBody>
      </p:sp>
      <p:sp>
        <p:nvSpPr>
          <p:cNvPr id="3" name="Footer Placeholder 2">
            <a:extLst>
              <a:ext uri="{FF2B5EF4-FFF2-40B4-BE49-F238E27FC236}">
                <a16:creationId xmlns:a16="http://schemas.microsoft.com/office/drawing/2014/main" id="{DEB2D3F0-2861-2B38-4792-6F2EA75E599E}"/>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D1181478-FCAA-06E4-72EA-95119D52ABED}"/>
              </a:ext>
            </a:extLst>
          </p:cNvPr>
          <p:cNvPicPr>
            <a:picLocks noChangeAspect="1"/>
          </p:cNvPicPr>
          <p:nvPr/>
        </p:nvPicPr>
        <p:blipFill>
          <a:blip r:embed="rId2"/>
          <a:stretch>
            <a:fillRect/>
          </a:stretch>
        </p:blipFill>
        <p:spPr>
          <a:xfrm>
            <a:off x="2147887" y="404812"/>
            <a:ext cx="7896225" cy="6048375"/>
          </a:xfrm>
          <a:prstGeom prst="rect">
            <a:avLst/>
          </a:prstGeom>
        </p:spPr>
      </p:pic>
    </p:spTree>
    <p:extLst>
      <p:ext uri="{BB962C8B-B14F-4D97-AF65-F5344CB8AC3E}">
        <p14:creationId xmlns:p14="http://schemas.microsoft.com/office/powerpoint/2010/main" val="14587342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B832E9-73BF-5EB1-A5D8-DC365F74BC6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44</a:t>
            </a:fld>
            <a:endParaRPr lang="en-US" dirty="0"/>
          </a:p>
        </p:txBody>
      </p:sp>
      <p:sp>
        <p:nvSpPr>
          <p:cNvPr id="3" name="Footer Placeholder 2">
            <a:extLst>
              <a:ext uri="{FF2B5EF4-FFF2-40B4-BE49-F238E27FC236}">
                <a16:creationId xmlns:a16="http://schemas.microsoft.com/office/drawing/2014/main" id="{750EEB15-FA0E-1A15-C0B3-565E0C9A5339}"/>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DF23A369-2F40-197E-B92B-3569FF34D024}"/>
              </a:ext>
            </a:extLst>
          </p:cNvPr>
          <p:cNvPicPr>
            <a:picLocks noChangeAspect="1"/>
          </p:cNvPicPr>
          <p:nvPr/>
        </p:nvPicPr>
        <p:blipFill>
          <a:blip r:embed="rId2"/>
          <a:stretch>
            <a:fillRect/>
          </a:stretch>
        </p:blipFill>
        <p:spPr>
          <a:xfrm>
            <a:off x="0" y="2444156"/>
            <a:ext cx="12192000" cy="1969687"/>
          </a:xfrm>
          <a:prstGeom prst="rect">
            <a:avLst/>
          </a:prstGeom>
        </p:spPr>
      </p:pic>
    </p:spTree>
    <p:extLst>
      <p:ext uri="{BB962C8B-B14F-4D97-AF65-F5344CB8AC3E}">
        <p14:creationId xmlns:p14="http://schemas.microsoft.com/office/powerpoint/2010/main" val="9434761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1A7AE3-E546-9F91-0813-EA4B579AD19F}"/>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45</a:t>
            </a:fld>
            <a:endParaRPr lang="en-US" dirty="0"/>
          </a:p>
        </p:txBody>
      </p:sp>
      <p:sp>
        <p:nvSpPr>
          <p:cNvPr id="3" name="Footer Placeholder 2">
            <a:extLst>
              <a:ext uri="{FF2B5EF4-FFF2-40B4-BE49-F238E27FC236}">
                <a16:creationId xmlns:a16="http://schemas.microsoft.com/office/drawing/2014/main" id="{2A98D500-9625-64F5-47CD-7ADA326000ED}"/>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ED2236D3-FB97-AEC8-46FC-A6F7B1555737}"/>
              </a:ext>
            </a:extLst>
          </p:cNvPr>
          <p:cNvPicPr>
            <a:picLocks noChangeAspect="1"/>
          </p:cNvPicPr>
          <p:nvPr/>
        </p:nvPicPr>
        <p:blipFill>
          <a:blip r:embed="rId2"/>
          <a:stretch>
            <a:fillRect/>
          </a:stretch>
        </p:blipFill>
        <p:spPr>
          <a:xfrm>
            <a:off x="895350" y="1881187"/>
            <a:ext cx="10401300" cy="3095625"/>
          </a:xfrm>
          <a:prstGeom prst="rect">
            <a:avLst/>
          </a:prstGeom>
        </p:spPr>
      </p:pic>
    </p:spTree>
    <p:extLst>
      <p:ext uri="{BB962C8B-B14F-4D97-AF65-F5344CB8AC3E}">
        <p14:creationId xmlns:p14="http://schemas.microsoft.com/office/powerpoint/2010/main" val="38680713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5F1A83-B380-5E5B-9C21-8C06CB0CF922}"/>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46</a:t>
            </a:fld>
            <a:endParaRPr lang="en-US" dirty="0"/>
          </a:p>
        </p:txBody>
      </p:sp>
      <p:sp>
        <p:nvSpPr>
          <p:cNvPr id="3" name="Footer Placeholder 2">
            <a:extLst>
              <a:ext uri="{FF2B5EF4-FFF2-40B4-BE49-F238E27FC236}">
                <a16:creationId xmlns:a16="http://schemas.microsoft.com/office/drawing/2014/main" id="{BC7CCE82-AC22-11F8-BDE1-33A1B16DAA22}"/>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E5B3F57C-B218-77FB-8724-60D7B78B9346}"/>
              </a:ext>
            </a:extLst>
          </p:cNvPr>
          <p:cNvPicPr>
            <a:picLocks noChangeAspect="1"/>
          </p:cNvPicPr>
          <p:nvPr/>
        </p:nvPicPr>
        <p:blipFill>
          <a:blip r:embed="rId2"/>
          <a:stretch>
            <a:fillRect/>
          </a:stretch>
        </p:blipFill>
        <p:spPr>
          <a:xfrm>
            <a:off x="685800" y="0"/>
            <a:ext cx="10591800" cy="5791200"/>
          </a:xfrm>
          <a:prstGeom prst="rect">
            <a:avLst/>
          </a:prstGeom>
        </p:spPr>
      </p:pic>
      <p:pic>
        <p:nvPicPr>
          <p:cNvPr id="7" name="Picture 6">
            <a:extLst>
              <a:ext uri="{FF2B5EF4-FFF2-40B4-BE49-F238E27FC236}">
                <a16:creationId xmlns:a16="http://schemas.microsoft.com/office/drawing/2014/main" id="{70C04656-F6B5-180F-3909-72CEF78F7E63}"/>
              </a:ext>
            </a:extLst>
          </p:cNvPr>
          <p:cNvPicPr>
            <a:picLocks noChangeAspect="1"/>
          </p:cNvPicPr>
          <p:nvPr/>
        </p:nvPicPr>
        <p:blipFill>
          <a:blip r:embed="rId3"/>
          <a:stretch>
            <a:fillRect/>
          </a:stretch>
        </p:blipFill>
        <p:spPr>
          <a:xfrm>
            <a:off x="695325" y="5711825"/>
            <a:ext cx="10582275" cy="1019175"/>
          </a:xfrm>
          <a:prstGeom prst="rect">
            <a:avLst/>
          </a:prstGeom>
        </p:spPr>
      </p:pic>
    </p:spTree>
    <p:extLst>
      <p:ext uri="{BB962C8B-B14F-4D97-AF65-F5344CB8AC3E}">
        <p14:creationId xmlns:p14="http://schemas.microsoft.com/office/powerpoint/2010/main" val="11332975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81F0D2-FB85-92FC-FFFE-2C519C532B57}"/>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47</a:t>
            </a:fld>
            <a:endParaRPr lang="en-US" dirty="0"/>
          </a:p>
        </p:txBody>
      </p:sp>
      <p:sp>
        <p:nvSpPr>
          <p:cNvPr id="3" name="Footer Placeholder 2">
            <a:extLst>
              <a:ext uri="{FF2B5EF4-FFF2-40B4-BE49-F238E27FC236}">
                <a16:creationId xmlns:a16="http://schemas.microsoft.com/office/drawing/2014/main" id="{969958EF-38C5-284D-3132-D8E2C9337927}"/>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7" name="Picture 6">
            <a:extLst>
              <a:ext uri="{FF2B5EF4-FFF2-40B4-BE49-F238E27FC236}">
                <a16:creationId xmlns:a16="http://schemas.microsoft.com/office/drawing/2014/main" id="{FF785D01-A5BE-2B36-8513-A767AAF4AFF6}"/>
              </a:ext>
            </a:extLst>
          </p:cNvPr>
          <p:cNvPicPr>
            <a:picLocks noChangeAspect="1"/>
          </p:cNvPicPr>
          <p:nvPr/>
        </p:nvPicPr>
        <p:blipFill>
          <a:blip r:embed="rId2"/>
          <a:stretch>
            <a:fillRect/>
          </a:stretch>
        </p:blipFill>
        <p:spPr>
          <a:xfrm>
            <a:off x="0" y="2454389"/>
            <a:ext cx="12192000" cy="1949221"/>
          </a:xfrm>
          <a:prstGeom prst="rect">
            <a:avLst/>
          </a:prstGeom>
        </p:spPr>
      </p:pic>
    </p:spTree>
    <p:extLst>
      <p:ext uri="{BB962C8B-B14F-4D97-AF65-F5344CB8AC3E}">
        <p14:creationId xmlns:p14="http://schemas.microsoft.com/office/powerpoint/2010/main" val="3966482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D0E5B5-5594-68CB-E478-D4472D342E8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48</a:t>
            </a:fld>
            <a:endParaRPr lang="en-US" dirty="0"/>
          </a:p>
        </p:txBody>
      </p:sp>
      <p:sp>
        <p:nvSpPr>
          <p:cNvPr id="3" name="Footer Placeholder 2">
            <a:extLst>
              <a:ext uri="{FF2B5EF4-FFF2-40B4-BE49-F238E27FC236}">
                <a16:creationId xmlns:a16="http://schemas.microsoft.com/office/drawing/2014/main" id="{4BC110F7-470C-1F88-BA73-903517147776}"/>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3BA01019-D550-5013-0DDF-EF41D8E1D36F}"/>
              </a:ext>
            </a:extLst>
          </p:cNvPr>
          <p:cNvPicPr>
            <a:picLocks noChangeAspect="1"/>
          </p:cNvPicPr>
          <p:nvPr/>
        </p:nvPicPr>
        <p:blipFill>
          <a:blip r:embed="rId2"/>
          <a:stretch>
            <a:fillRect/>
          </a:stretch>
        </p:blipFill>
        <p:spPr>
          <a:xfrm>
            <a:off x="233362" y="2552700"/>
            <a:ext cx="11725275" cy="1752600"/>
          </a:xfrm>
          <a:prstGeom prst="rect">
            <a:avLst/>
          </a:prstGeom>
        </p:spPr>
      </p:pic>
    </p:spTree>
    <p:extLst>
      <p:ext uri="{BB962C8B-B14F-4D97-AF65-F5344CB8AC3E}">
        <p14:creationId xmlns:p14="http://schemas.microsoft.com/office/powerpoint/2010/main" val="19995254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744400-DA70-1F99-4160-9CFAC7A4FED9}"/>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49</a:t>
            </a:fld>
            <a:endParaRPr lang="en-US" dirty="0"/>
          </a:p>
        </p:txBody>
      </p:sp>
      <p:sp>
        <p:nvSpPr>
          <p:cNvPr id="3" name="Footer Placeholder 2">
            <a:extLst>
              <a:ext uri="{FF2B5EF4-FFF2-40B4-BE49-F238E27FC236}">
                <a16:creationId xmlns:a16="http://schemas.microsoft.com/office/drawing/2014/main" id="{81DC02B1-7C19-B400-EF83-89BCBA2A22DE}"/>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7F54E6F9-7AFC-AEDF-1518-CB63AD3F5CCE}"/>
              </a:ext>
            </a:extLst>
          </p:cNvPr>
          <p:cNvPicPr>
            <a:picLocks noChangeAspect="1"/>
          </p:cNvPicPr>
          <p:nvPr/>
        </p:nvPicPr>
        <p:blipFill>
          <a:blip r:embed="rId2"/>
          <a:stretch>
            <a:fillRect/>
          </a:stretch>
        </p:blipFill>
        <p:spPr>
          <a:xfrm>
            <a:off x="914400" y="24581"/>
            <a:ext cx="10258425" cy="3609975"/>
          </a:xfrm>
          <a:prstGeom prst="rect">
            <a:avLst/>
          </a:prstGeom>
        </p:spPr>
      </p:pic>
      <p:pic>
        <p:nvPicPr>
          <p:cNvPr id="7" name="Picture 6">
            <a:extLst>
              <a:ext uri="{FF2B5EF4-FFF2-40B4-BE49-F238E27FC236}">
                <a16:creationId xmlns:a16="http://schemas.microsoft.com/office/drawing/2014/main" id="{9C0F27E1-66B4-1C21-3185-09E6835B0171}"/>
              </a:ext>
            </a:extLst>
          </p:cNvPr>
          <p:cNvPicPr>
            <a:picLocks noChangeAspect="1"/>
          </p:cNvPicPr>
          <p:nvPr/>
        </p:nvPicPr>
        <p:blipFill>
          <a:blip r:embed="rId3"/>
          <a:stretch>
            <a:fillRect/>
          </a:stretch>
        </p:blipFill>
        <p:spPr>
          <a:xfrm>
            <a:off x="895350" y="3581400"/>
            <a:ext cx="10229850" cy="2914650"/>
          </a:xfrm>
          <a:prstGeom prst="rect">
            <a:avLst/>
          </a:prstGeom>
        </p:spPr>
      </p:pic>
    </p:spTree>
    <p:extLst>
      <p:ext uri="{BB962C8B-B14F-4D97-AF65-F5344CB8AC3E}">
        <p14:creationId xmlns:p14="http://schemas.microsoft.com/office/powerpoint/2010/main" val="37616785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168A68-463D-C296-6CEE-B729956A82B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50</a:t>
            </a:fld>
            <a:endParaRPr lang="en-US" dirty="0"/>
          </a:p>
        </p:txBody>
      </p:sp>
      <p:sp>
        <p:nvSpPr>
          <p:cNvPr id="3" name="Footer Placeholder 2">
            <a:extLst>
              <a:ext uri="{FF2B5EF4-FFF2-40B4-BE49-F238E27FC236}">
                <a16:creationId xmlns:a16="http://schemas.microsoft.com/office/drawing/2014/main" id="{2BE2F4E1-8A46-188B-204E-848E436998CB}"/>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D20BFE2D-43E0-3353-D57C-E55225FBEB1E}"/>
              </a:ext>
            </a:extLst>
          </p:cNvPr>
          <p:cNvPicPr>
            <a:picLocks noChangeAspect="1"/>
          </p:cNvPicPr>
          <p:nvPr/>
        </p:nvPicPr>
        <p:blipFill>
          <a:blip r:embed="rId2"/>
          <a:stretch>
            <a:fillRect/>
          </a:stretch>
        </p:blipFill>
        <p:spPr>
          <a:xfrm>
            <a:off x="0" y="2782797"/>
            <a:ext cx="12192000" cy="1292406"/>
          </a:xfrm>
          <a:prstGeom prst="rect">
            <a:avLst/>
          </a:prstGeom>
        </p:spPr>
      </p:pic>
    </p:spTree>
    <p:extLst>
      <p:ext uri="{BB962C8B-B14F-4D97-AF65-F5344CB8AC3E}">
        <p14:creationId xmlns:p14="http://schemas.microsoft.com/office/powerpoint/2010/main" val="26140925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8CFD18-5874-6A4A-26C7-8E78F6FCA1EB}"/>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51</a:t>
            </a:fld>
            <a:endParaRPr lang="en-US" dirty="0"/>
          </a:p>
        </p:txBody>
      </p:sp>
      <p:sp>
        <p:nvSpPr>
          <p:cNvPr id="3" name="Footer Placeholder 2">
            <a:extLst>
              <a:ext uri="{FF2B5EF4-FFF2-40B4-BE49-F238E27FC236}">
                <a16:creationId xmlns:a16="http://schemas.microsoft.com/office/drawing/2014/main" id="{FFA50777-BB0C-E3CA-D9BD-E71A4A95CFC5}"/>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75099953-46EB-9670-F141-02AF697FB7AD}"/>
              </a:ext>
            </a:extLst>
          </p:cNvPr>
          <p:cNvPicPr>
            <a:picLocks noChangeAspect="1"/>
          </p:cNvPicPr>
          <p:nvPr/>
        </p:nvPicPr>
        <p:blipFill>
          <a:blip r:embed="rId2"/>
          <a:stretch>
            <a:fillRect/>
          </a:stretch>
        </p:blipFill>
        <p:spPr>
          <a:xfrm>
            <a:off x="938212" y="1533525"/>
            <a:ext cx="10315575" cy="3790950"/>
          </a:xfrm>
          <a:prstGeom prst="rect">
            <a:avLst/>
          </a:prstGeom>
        </p:spPr>
      </p:pic>
    </p:spTree>
    <p:extLst>
      <p:ext uri="{BB962C8B-B14F-4D97-AF65-F5344CB8AC3E}">
        <p14:creationId xmlns:p14="http://schemas.microsoft.com/office/powerpoint/2010/main" val="29230426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71B2EF-8954-EF7E-A0C7-C689A8A79F84}"/>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52</a:t>
            </a:fld>
            <a:endParaRPr lang="en-US" dirty="0"/>
          </a:p>
        </p:txBody>
      </p:sp>
      <p:sp>
        <p:nvSpPr>
          <p:cNvPr id="3" name="Footer Placeholder 2">
            <a:extLst>
              <a:ext uri="{FF2B5EF4-FFF2-40B4-BE49-F238E27FC236}">
                <a16:creationId xmlns:a16="http://schemas.microsoft.com/office/drawing/2014/main" id="{5E8B4B79-653D-332D-A7EE-635920769181}"/>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AAF1E620-0835-AD54-685F-CEFC862B1E27}"/>
              </a:ext>
            </a:extLst>
          </p:cNvPr>
          <p:cNvPicPr>
            <a:picLocks noChangeAspect="1"/>
          </p:cNvPicPr>
          <p:nvPr/>
        </p:nvPicPr>
        <p:blipFill>
          <a:blip r:embed="rId2"/>
          <a:stretch>
            <a:fillRect/>
          </a:stretch>
        </p:blipFill>
        <p:spPr>
          <a:xfrm>
            <a:off x="852487" y="709612"/>
            <a:ext cx="10487025" cy="5438775"/>
          </a:xfrm>
          <a:prstGeom prst="rect">
            <a:avLst/>
          </a:prstGeom>
        </p:spPr>
      </p:pic>
    </p:spTree>
    <p:extLst>
      <p:ext uri="{BB962C8B-B14F-4D97-AF65-F5344CB8AC3E}">
        <p14:creationId xmlns:p14="http://schemas.microsoft.com/office/powerpoint/2010/main" val="8068919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E5967E-637A-3EF2-1B0B-4185278DA21D}"/>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53</a:t>
            </a:fld>
            <a:endParaRPr lang="en-US" dirty="0"/>
          </a:p>
        </p:txBody>
      </p:sp>
      <p:sp>
        <p:nvSpPr>
          <p:cNvPr id="3" name="Footer Placeholder 2">
            <a:extLst>
              <a:ext uri="{FF2B5EF4-FFF2-40B4-BE49-F238E27FC236}">
                <a16:creationId xmlns:a16="http://schemas.microsoft.com/office/drawing/2014/main" id="{09051823-B9DC-6D2E-4421-4140DB4A1224}"/>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904F794D-915E-4CD8-CD7F-B316E83A9F0B}"/>
              </a:ext>
            </a:extLst>
          </p:cNvPr>
          <p:cNvPicPr>
            <a:picLocks noChangeAspect="1"/>
          </p:cNvPicPr>
          <p:nvPr/>
        </p:nvPicPr>
        <p:blipFill>
          <a:blip r:embed="rId2"/>
          <a:stretch>
            <a:fillRect/>
          </a:stretch>
        </p:blipFill>
        <p:spPr>
          <a:xfrm>
            <a:off x="985837" y="2381250"/>
            <a:ext cx="10220325" cy="2095500"/>
          </a:xfrm>
          <a:prstGeom prst="rect">
            <a:avLst/>
          </a:prstGeom>
        </p:spPr>
      </p:pic>
    </p:spTree>
    <p:extLst>
      <p:ext uri="{BB962C8B-B14F-4D97-AF65-F5344CB8AC3E}">
        <p14:creationId xmlns:p14="http://schemas.microsoft.com/office/powerpoint/2010/main" val="2132696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CFAC21-C28C-3062-FF7B-BBF243B9C909}"/>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54</a:t>
            </a:fld>
            <a:endParaRPr lang="en-US" dirty="0"/>
          </a:p>
        </p:txBody>
      </p:sp>
      <p:sp>
        <p:nvSpPr>
          <p:cNvPr id="3" name="Footer Placeholder 2">
            <a:extLst>
              <a:ext uri="{FF2B5EF4-FFF2-40B4-BE49-F238E27FC236}">
                <a16:creationId xmlns:a16="http://schemas.microsoft.com/office/drawing/2014/main" id="{DA6682CD-965F-47AD-F817-636A10FA583C}"/>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1E1DC171-8776-4620-5DF1-5D1447B28CCD}"/>
              </a:ext>
            </a:extLst>
          </p:cNvPr>
          <p:cNvPicPr>
            <a:picLocks noChangeAspect="1"/>
          </p:cNvPicPr>
          <p:nvPr/>
        </p:nvPicPr>
        <p:blipFill>
          <a:blip r:embed="rId2"/>
          <a:stretch>
            <a:fillRect/>
          </a:stretch>
        </p:blipFill>
        <p:spPr>
          <a:xfrm>
            <a:off x="962025" y="2533650"/>
            <a:ext cx="10267950" cy="1790700"/>
          </a:xfrm>
          <a:prstGeom prst="rect">
            <a:avLst/>
          </a:prstGeom>
        </p:spPr>
      </p:pic>
    </p:spTree>
    <p:extLst>
      <p:ext uri="{BB962C8B-B14F-4D97-AF65-F5344CB8AC3E}">
        <p14:creationId xmlns:p14="http://schemas.microsoft.com/office/powerpoint/2010/main" val="27091330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EE5292-090A-AAD2-092C-38711D33FF44}"/>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55</a:t>
            </a:fld>
            <a:endParaRPr lang="en-US" dirty="0"/>
          </a:p>
        </p:txBody>
      </p:sp>
      <p:sp>
        <p:nvSpPr>
          <p:cNvPr id="3" name="Footer Placeholder 2">
            <a:extLst>
              <a:ext uri="{FF2B5EF4-FFF2-40B4-BE49-F238E27FC236}">
                <a16:creationId xmlns:a16="http://schemas.microsoft.com/office/drawing/2014/main" id="{65E096ED-B3D4-DB70-C466-DC6ED2BE613C}"/>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F06C43F3-5517-ACFD-EA64-E9C521D6B256}"/>
              </a:ext>
            </a:extLst>
          </p:cNvPr>
          <p:cNvPicPr>
            <a:picLocks noChangeAspect="1"/>
          </p:cNvPicPr>
          <p:nvPr/>
        </p:nvPicPr>
        <p:blipFill>
          <a:blip r:embed="rId2"/>
          <a:stretch>
            <a:fillRect/>
          </a:stretch>
        </p:blipFill>
        <p:spPr>
          <a:xfrm>
            <a:off x="2673350" y="0"/>
            <a:ext cx="6845300" cy="6858000"/>
          </a:xfrm>
          <a:prstGeom prst="rect">
            <a:avLst/>
          </a:prstGeom>
        </p:spPr>
      </p:pic>
    </p:spTree>
    <p:extLst>
      <p:ext uri="{BB962C8B-B14F-4D97-AF65-F5344CB8AC3E}">
        <p14:creationId xmlns:p14="http://schemas.microsoft.com/office/powerpoint/2010/main" val="24826216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79923B-CD7E-8AC9-D92E-498BCB968B0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56</a:t>
            </a:fld>
            <a:endParaRPr lang="en-US" dirty="0"/>
          </a:p>
        </p:txBody>
      </p:sp>
      <p:sp>
        <p:nvSpPr>
          <p:cNvPr id="3" name="Footer Placeholder 2">
            <a:extLst>
              <a:ext uri="{FF2B5EF4-FFF2-40B4-BE49-F238E27FC236}">
                <a16:creationId xmlns:a16="http://schemas.microsoft.com/office/drawing/2014/main" id="{49D40A9A-7C90-D90B-F827-8A172FAC56BA}"/>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989E6B40-7B6A-A3C0-D0B2-537866BAA6EF}"/>
              </a:ext>
            </a:extLst>
          </p:cNvPr>
          <p:cNvPicPr>
            <a:picLocks noChangeAspect="1"/>
          </p:cNvPicPr>
          <p:nvPr/>
        </p:nvPicPr>
        <p:blipFill>
          <a:blip r:embed="rId2"/>
          <a:stretch>
            <a:fillRect/>
          </a:stretch>
        </p:blipFill>
        <p:spPr>
          <a:xfrm>
            <a:off x="0" y="2021871"/>
            <a:ext cx="12192000" cy="2814258"/>
          </a:xfrm>
          <a:prstGeom prst="rect">
            <a:avLst/>
          </a:prstGeom>
        </p:spPr>
      </p:pic>
    </p:spTree>
    <p:extLst>
      <p:ext uri="{BB962C8B-B14F-4D97-AF65-F5344CB8AC3E}">
        <p14:creationId xmlns:p14="http://schemas.microsoft.com/office/powerpoint/2010/main" val="12280410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508AD7-0B42-4133-5B19-CC3B4C9D267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57</a:t>
            </a:fld>
            <a:endParaRPr lang="en-US" dirty="0"/>
          </a:p>
        </p:txBody>
      </p:sp>
      <p:sp>
        <p:nvSpPr>
          <p:cNvPr id="3" name="Footer Placeholder 2">
            <a:extLst>
              <a:ext uri="{FF2B5EF4-FFF2-40B4-BE49-F238E27FC236}">
                <a16:creationId xmlns:a16="http://schemas.microsoft.com/office/drawing/2014/main" id="{4DEFC50C-7DA0-9E55-2BE3-83B340D32CCD}"/>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782CB2F3-8FA8-A9B3-E3D2-766C38240C96}"/>
              </a:ext>
            </a:extLst>
          </p:cNvPr>
          <p:cNvPicPr>
            <a:picLocks noChangeAspect="1"/>
          </p:cNvPicPr>
          <p:nvPr/>
        </p:nvPicPr>
        <p:blipFill>
          <a:blip r:embed="rId2"/>
          <a:stretch>
            <a:fillRect/>
          </a:stretch>
        </p:blipFill>
        <p:spPr>
          <a:xfrm>
            <a:off x="0" y="1481988"/>
            <a:ext cx="12192000" cy="3894023"/>
          </a:xfrm>
          <a:prstGeom prst="rect">
            <a:avLst/>
          </a:prstGeom>
        </p:spPr>
      </p:pic>
    </p:spTree>
    <p:extLst>
      <p:ext uri="{BB962C8B-B14F-4D97-AF65-F5344CB8AC3E}">
        <p14:creationId xmlns:p14="http://schemas.microsoft.com/office/powerpoint/2010/main" val="30353265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F6A18C-F54D-3544-82E2-0C06289640ED}"/>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58</a:t>
            </a:fld>
            <a:endParaRPr lang="en-US" dirty="0"/>
          </a:p>
        </p:txBody>
      </p:sp>
      <p:sp>
        <p:nvSpPr>
          <p:cNvPr id="3" name="Footer Placeholder 2">
            <a:extLst>
              <a:ext uri="{FF2B5EF4-FFF2-40B4-BE49-F238E27FC236}">
                <a16:creationId xmlns:a16="http://schemas.microsoft.com/office/drawing/2014/main" id="{2A4CABF7-869F-8EB2-9C82-32D8843C24C6}"/>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17C12071-11CD-FA92-DE7C-A550C46D8A83}"/>
              </a:ext>
            </a:extLst>
          </p:cNvPr>
          <p:cNvPicPr>
            <a:picLocks noChangeAspect="1"/>
          </p:cNvPicPr>
          <p:nvPr/>
        </p:nvPicPr>
        <p:blipFill>
          <a:blip r:embed="rId2"/>
          <a:stretch>
            <a:fillRect/>
          </a:stretch>
        </p:blipFill>
        <p:spPr>
          <a:xfrm>
            <a:off x="0" y="2517577"/>
            <a:ext cx="12192000" cy="1822846"/>
          </a:xfrm>
          <a:prstGeom prst="rect">
            <a:avLst/>
          </a:prstGeom>
        </p:spPr>
      </p:pic>
    </p:spTree>
    <p:extLst>
      <p:ext uri="{BB962C8B-B14F-4D97-AF65-F5344CB8AC3E}">
        <p14:creationId xmlns:p14="http://schemas.microsoft.com/office/powerpoint/2010/main" val="30883778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6E3BF2-D44D-8CFB-F0CC-1E054969ED8B}"/>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59</a:t>
            </a:fld>
            <a:endParaRPr lang="en-US" dirty="0"/>
          </a:p>
        </p:txBody>
      </p:sp>
      <p:sp>
        <p:nvSpPr>
          <p:cNvPr id="3" name="Footer Placeholder 2">
            <a:extLst>
              <a:ext uri="{FF2B5EF4-FFF2-40B4-BE49-F238E27FC236}">
                <a16:creationId xmlns:a16="http://schemas.microsoft.com/office/drawing/2014/main" id="{78A7F129-1A4C-4585-7967-07E2A796433B}"/>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5DBC659A-3E1D-C5C5-EEAB-2A51D9465B85}"/>
              </a:ext>
            </a:extLst>
          </p:cNvPr>
          <p:cNvPicPr>
            <a:picLocks noChangeAspect="1"/>
          </p:cNvPicPr>
          <p:nvPr/>
        </p:nvPicPr>
        <p:blipFill>
          <a:blip r:embed="rId2"/>
          <a:stretch>
            <a:fillRect/>
          </a:stretch>
        </p:blipFill>
        <p:spPr>
          <a:xfrm>
            <a:off x="966787" y="385762"/>
            <a:ext cx="10258425" cy="6086475"/>
          </a:xfrm>
          <a:prstGeom prst="rect">
            <a:avLst/>
          </a:prstGeom>
        </p:spPr>
      </p:pic>
    </p:spTree>
    <p:extLst>
      <p:ext uri="{BB962C8B-B14F-4D97-AF65-F5344CB8AC3E}">
        <p14:creationId xmlns:p14="http://schemas.microsoft.com/office/powerpoint/2010/main" val="39366784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9C2B7C-63C5-1540-3580-50A81607A04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60</a:t>
            </a:fld>
            <a:endParaRPr lang="en-US" dirty="0"/>
          </a:p>
        </p:txBody>
      </p:sp>
      <p:sp>
        <p:nvSpPr>
          <p:cNvPr id="3" name="Footer Placeholder 2">
            <a:extLst>
              <a:ext uri="{FF2B5EF4-FFF2-40B4-BE49-F238E27FC236}">
                <a16:creationId xmlns:a16="http://schemas.microsoft.com/office/drawing/2014/main" id="{2B528E99-DFCD-E2BE-57AF-8D88081199BB}"/>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EC9BB080-77CA-498D-B06D-66D9AF26831E}"/>
              </a:ext>
            </a:extLst>
          </p:cNvPr>
          <p:cNvPicPr>
            <a:picLocks noChangeAspect="1"/>
          </p:cNvPicPr>
          <p:nvPr/>
        </p:nvPicPr>
        <p:blipFill>
          <a:blip r:embed="rId2"/>
          <a:stretch>
            <a:fillRect/>
          </a:stretch>
        </p:blipFill>
        <p:spPr>
          <a:xfrm>
            <a:off x="962025" y="1976437"/>
            <a:ext cx="10267950" cy="2905125"/>
          </a:xfrm>
          <a:prstGeom prst="rect">
            <a:avLst/>
          </a:prstGeom>
        </p:spPr>
      </p:pic>
    </p:spTree>
    <p:extLst>
      <p:ext uri="{BB962C8B-B14F-4D97-AF65-F5344CB8AC3E}">
        <p14:creationId xmlns:p14="http://schemas.microsoft.com/office/powerpoint/2010/main" val="2505265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16278E-E9E7-20DF-0F9F-C640F2BF0D63}"/>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61</a:t>
            </a:fld>
            <a:endParaRPr lang="en-US" dirty="0"/>
          </a:p>
        </p:txBody>
      </p:sp>
      <p:sp>
        <p:nvSpPr>
          <p:cNvPr id="3" name="Footer Placeholder 2">
            <a:extLst>
              <a:ext uri="{FF2B5EF4-FFF2-40B4-BE49-F238E27FC236}">
                <a16:creationId xmlns:a16="http://schemas.microsoft.com/office/drawing/2014/main" id="{48E6A62C-D3B3-ADDA-EEA3-258A874579BC}"/>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596F0F62-83E9-EFAC-FA10-1AD53268DF48}"/>
              </a:ext>
            </a:extLst>
          </p:cNvPr>
          <p:cNvPicPr>
            <a:picLocks noChangeAspect="1"/>
          </p:cNvPicPr>
          <p:nvPr/>
        </p:nvPicPr>
        <p:blipFill>
          <a:blip r:embed="rId2"/>
          <a:stretch>
            <a:fillRect/>
          </a:stretch>
        </p:blipFill>
        <p:spPr>
          <a:xfrm>
            <a:off x="971550" y="1676400"/>
            <a:ext cx="10248900" cy="3505200"/>
          </a:xfrm>
          <a:prstGeom prst="rect">
            <a:avLst/>
          </a:prstGeom>
        </p:spPr>
      </p:pic>
    </p:spTree>
    <p:extLst>
      <p:ext uri="{BB962C8B-B14F-4D97-AF65-F5344CB8AC3E}">
        <p14:creationId xmlns:p14="http://schemas.microsoft.com/office/powerpoint/2010/main" val="39197864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DB91C5-4E64-C05D-CCCE-41E6F874217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62</a:t>
            </a:fld>
            <a:endParaRPr lang="en-US" dirty="0"/>
          </a:p>
        </p:txBody>
      </p:sp>
      <p:sp>
        <p:nvSpPr>
          <p:cNvPr id="3" name="Footer Placeholder 2">
            <a:extLst>
              <a:ext uri="{FF2B5EF4-FFF2-40B4-BE49-F238E27FC236}">
                <a16:creationId xmlns:a16="http://schemas.microsoft.com/office/drawing/2014/main" id="{B96C5E2B-89E8-9E14-0B01-D09B3363348E}"/>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1AAE683E-2B4E-DD41-DA3C-825792A4604D}"/>
              </a:ext>
            </a:extLst>
          </p:cNvPr>
          <p:cNvPicPr>
            <a:picLocks noChangeAspect="1"/>
          </p:cNvPicPr>
          <p:nvPr/>
        </p:nvPicPr>
        <p:blipFill>
          <a:blip r:embed="rId2"/>
          <a:stretch>
            <a:fillRect/>
          </a:stretch>
        </p:blipFill>
        <p:spPr>
          <a:xfrm>
            <a:off x="985837" y="1647825"/>
            <a:ext cx="10220325" cy="3562350"/>
          </a:xfrm>
          <a:prstGeom prst="rect">
            <a:avLst/>
          </a:prstGeom>
        </p:spPr>
      </p:pic>
    </p:spTree>
    <p:extLst>
      <p:ext uri="{BB962C8B-B14F-4D97-AF65-F5344CB8AC3E}">
        <p14:creationId xmlns:p14="http://schemas.microsoft.com/office/powerpoint/2010/main" val="37925225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05B532-B8E3-4B87-BCD2-16775BCE259B}"/>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63</a:t>
            </a:fld>
            <a:endParaRPr lang="en-US" dirty="0"/>
          </a:p>
        </p:txBody>
      </p:sp>
      <p:sp>
        <p:nvSpPr>
          <p:cNvPr id="3" name="Footer Placeholder 2">
            <a:extLst>
              <a:ext uri="{FF2B5EF4-FFF2-40B4-BE49-F238E27FC236}">
                <a16:creationId xmlns:a16="http://schemas.microsoft.com/office/drawing/2014/main" id="{7E9F91BA-FF59-36C2-4FA6-5014FC0E155A}"/>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FCD16B25-F142-C0E6-49F9-6703C7CF4163}"/>
              </a:ext>
            </a:extLst>
          </p:cNvPr>
          <p:cNvPicPr>
            <a:picLocks noChangeAspect="1"/>
          </p:cNvPicPr>
          <p:nvPr/>
        </p:nvPicPr>
        <p:blipFill>
          <a:blip r:embed="rId2"/>
          <a:stretch>
            <a:fillRect/>
          </a:stretch>
        </p:blipFill>
        <p:spPr>
          <a:xfrm>
            <a:off x="1000125" y="1628775"/>
            <a:ext cx="10191750" cy="3600450"/>
          </a:xfrm>
          <a:prstGeom prst="rect">
            <a:avLst/>
          </a:prstGeom>
        </p:spPr>
      </p:pic>
    </p:spTree>
    <p:extLst>
      <p:ext uri="{BB962C8B-B14F-4D97-AF65-F5344CB8AC3E}">
        <p14:creationId xmlns:p14="http://schemas.microsoft.com/office/powerpoint/2010/main" val="26577617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76BF29-036A-6424-4874-CAFED36D4357}"/>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64</a:t>
            </a:fld>
            <a:endParaRPr lang="en-US" dirty="0"/>
          </a:p>
        </p:txBody>
      </p:sp>
      <p:sp>
        <p:nvSpPr>
          <p:cNvPr id="3" name="Footer Placeholder 2">
            <a:extLst>
              <a:ext uri="{FF2B5EF4-FFF2-40B4-BE49-F238E27FC236}">
                <a16:creationId xmlns:a16="http://schemas.microsoft.com/office/drawing/2014/main" id="{8AE1786C-E1FC-F840-3961-A1F675A86CDC}"/>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068AB463-21D1-4157-4B01-103FF8204DE8}"/>
              </a:ext>
            </a:extLst>
          </p:cNvPr>
          <p:cNvPicPr>
            <a:picLocks noChangeAspect="1"/>
          </p:cNvPicPr>
          <p:nvPr/>
        </p:nvPicPr>
        <p:blipFill>
          <a:blip r:embed="rId2"/>
          <a:stretch>
            <a:fillRect/>
          </a:stretch>
        </p:blipFill>
        <p:spPr>
          <a:xfrm>
            <a:off x="0" y="1902880"/>
            <a:ext cx="12192000" cy="3052239"/>
          </a:xfrm>
          <a:prstGeom prst="rect">
            <a:avLst/>
          </a:prstGeom>
        </p:spPr>
      </p:pic>
    </p:spTree>
    <p:extLst>
      <p:ext uri="{BB962C8B-B14F-4D97-AF65-F5344CB8AC3E}">
        <p14:creationId xmlns:p14="http://schemas.microsoft.com/office/powerpoint/2010/main" val="33777732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244FC1-CACB-553A-B6CE-0AD9D482E3FE}"/>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65</a:t>
            </a:fld>
            <a:endParaRPr lang="en-US" dirty="0"/>
          </a:p>
        </p:txBody>
      </p:sp>
      <p:sp>
        <p:nvSpPr>
          <p:cNvPr id="3" name="Footer Placeholder 2">
            <a:extLst>
              <a:ext uri="{FF2B5EF4-FFF2-40B4-BE49-F238E27FC236}">
                <a16:creationId xmlns:a16="http://schemas.microsoft.com/office/drawing/2014/main" id="{F488792B-C985-6C96-703E-9C4B255879A1}"/>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D9A2F0C9-541D-4196-47C7-DFC79106FFBD}"/>
              </a:ext>
            </a:extLst>
          </p:cNvPr>
          <p:cNvPicPr>
            <a:picLocks noChangeAspect="1"/>
          </p:cNvPicPr>
          <p:nvPr/>
        </p:nvPicPr>
        <p:blipFill>
          <a:blip r:embed="rId2"/>
          <a:stretch>
            <a:fillRect/>
          </a:stretch>
        </p:blipFill>
        <p:spPr>
          <a:xfrm>
            <a:off x="124154" y="-107566"/>
            <a:ext cx="5062209" cy="6858000"/>
          </a:xfrm>
          <a:prstGeom prst="rect">
            <a:avLst/>
          </a:prstGeom>
        </p:spPr>
      </p:pic>
      <p:pic>
        <p:nvPicPr>
          <p:cNvPr id="7" name="Picture 6">
            <a:extLst>
              <a:ext uri="{FF2B5EF4-FFF2-40B4-BE49-F238E27FC236}">
                <a16:creationId xmlns:a16="http://schemas.microsoft.com/office/drawing/2014/main" id="{9CCF1118-BB71-9459-25CA-D36BD624AAF9}"/>
              </a:ext>
            </a:extLst>
          </p:cNvPr>
          <p:cNvPicPr>
            <a:picLocks noChangeAspect="1"/>
          </p:cNvPicPr>
          <p:nvPr/>
        </p:nvPicPr>
        <p:blipFill>
          <a:blip r:embed="rId3"/>
          <a:stretch>
            <a:fillRect/>
          </a:stretch>
        </p:blipFill>
        <p:spPr>
          <a:xfrm>
            <a:off x="5491163" y="2011224"/>
            <a:ext cx="5634037" cy="3494225"/>
          </a:xfrm>
          <a:prstGeom prst="rect">
            <a:avLst/>
          </a:prstGeom>
        </p:spPr>
      </p:pic>
    </p:spTree>
    <p:extLst>
      <p:ext uri="{BB962C8B-B14F-4D97-AF65-F5344CB8AC3E}">
        <p14:creationId xmlns:p14="http://schemas.microsoft.com/office/powerpoint/2010/main" val="23502698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0CA901-5169-C3AD-63CD-2D53486ABA1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66</a:t>
            </a:fld>
            <a:endParaRPr lang="en-US" dirty="0"/>
          </a:p>
        </p:txBody>
      </p:sp>
      <p:sp>
        <p:nvSpPr>
          <p:cNvPr id="3" name="Footer Placeholder 2">
            <a:extLst>
              <a:ext uri="{FF2B5EF4-FFF2-40B4-BE49-F238E27FC236}">
                <a16:creationId xmlns:a16="http://schemas.microsoft.com/office/drawing/2014/main" id="{C8FC0544-2591-E1F0-4129-9C3F8A945ED4}"/>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FEFE11B1-95F5-ED6F-8BE8-98C4C5FA8036}"/>
              </a:ext>
            </a:extLst>
          </p:cNvPr>
          <p:cNvPicPr>
            <a:picLocks noChangeAspect="1"/>
          </p:cNvPicPr>
          <p:nvPr/>
        </p:nvPicPr>
        <p:blipFill>
          <a:blip r:embed="rId2"/>
          <a:stretch>
            <a:fillRect/>
          </a:stretch>
        </p:blipFill>
        <p:spPr>
          <a:xfrm>
            <a:off x="2886075" y="1395412"/>
            <a:ext cx="6419850" cy="4067175"/>
          </a:xfrm>
          <a:prstGeom prst="rect">
            <a:avLst/>
          </a:prstGeom>
        </p:spPr>
      </p:pic>
    </p:spTree>
    <p:extLst>
      <p:ext uri="{BB962C8B-B14F-4D97-AF65-F5344CB8AC3E}">
        <p14:creationId xmlns:p14="http://schemas.microsoft.com/office/powerpoint/2010/main" val="22051866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06EDBA-AB34-1E03-3DDE-3061B15C193A}"/>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67</a:t>
            </a:fld>
            <a:endParaRPr lang="en-US" dirty="0"/>
          </a:p>
        </p:txBody>
      </p:sp>
      <p:sp>
        <p:nvSpPr>
          <p:cNvPr id="3" name="Footer Placeholder 2">
            <a:extLst>
              <a:ext uri="{FF2B5EF4-FFF2-40B4-BE49-F238E27FC236}">
                <a16:creationId xmlns:a16="http://schemas.microsoft.com/office/drawing/2014/main" id="{B52A1F54-0BD0-F504-2BB0-5216845C5B9D}"/>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99D9909E-7303-9BE2-582D-0B515F571A1E}"/>
              </a:ext>
            </a:extLst>
          </p:cNvPr>
          <p:cNvPicPr>
            <a:picLocks noChangeAspect="1"/>
          </p:cNvPicPr>
          <p:nvPr/>
        </p:nvPicPr>
        <p:blipFill>
          <a:blip r:embed="rId2"/>
          <a:stretch>
            <a:fillRect/>
          </a:stretch>
        </p:blipFill>
        <p:spPr>
          <a:xfrm>
            <a:off x="2924175" y="1662112"/>
            <a:ext cx="6343650" cy="3533775"/>
          </a:xfrm>
          <a:prstGeom prst="rect">
            <a:avLst/>
          </a:prstGeom>
        </p:spPr>
      </p:pic>
    </p:spTree>
    <p:extLst>
      <p:ext uri="{BB962C8B-B14F-4D97-AF65-F5344CB8AC3E}">
        <p14:creationId xmlns:p14="http://schemas.microsoft.com/office/powerpoint/2010/main" val="5943711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616235-4B80-9BCF-DB6B-743BC5E11497}"/>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68</a:t>
            </a:fld>
            <a:endParaRPr lang="en-US" dirty="0"/>
          </a:p>
        </p:txBody>
      </p:sp>
      <p:sp>
        <p:nvSpPr>
          <p:cNvPr id="3" name="Footer Placeholder 2">
            <a:extLst>
              <a:ext uri="{FF2B5EF4-FFF2-40B4-BE49-F238E27FC236}">
                <a16:creationId xmlns:a16="http://schemas.microsoft.com/office/drawing/2014/main" id="{376B5BAA-DB57-C453-609A-D321581C7A76}"/>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BAD45D16-AD0B-ED60-4B73-278FB04D3E93}"/>
              </a:ext>
            </a:extLst>
          </p:cNvPr>
          <p:cNvPicPr>
            <a:picLocks noChangeAspect="1"/>
          </p:cNvPicPr>
          <p:nvPr/>
        </p:nvPicPr>
        <p:blipFill>
          <a:blip r:embed="rId2"/>
          <a:stretch>
            <a:fillRect/>
          </a:stretch>
        </p:blipFill>
        <p:spPr>
          <a:xfrm>
            <a:off x="2938462" y="1624012"/>
            <a:ext cx="6315075" cy="3609975"/>
          </a:xfrm>
          <a:prstGeom prst="rect">
            <a:avLst/>
          </a:prstGeom>
        </p:spPr>
      </p:pic>
    </p:spTree>
    <p:extLst>
      <p:ext uri="{BB962C8B-B14F-4D97-AF65-F5344CB8AC3E}">
        <p14:creationId xmlns:p14="http://schemas.microsoft.com/office/powerpoint/2010/main" val="3863734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C3F65-1103-DB61-CF9A-1A5F1BCD0B8C}"/>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69</a:t>
            </a:fld>
            <a:endParaRPr lang="en-US" dirty="0"/>
          </a:p>
        </p:txBody>
      </p:sp>
      <p:sp>
        <p:nvSpPr>
          <p:cNvPr id="3" name="Footer Placeholder 2">
            <a:extLst>
              <a:ext uri="{FF2B5EF4-FFF2-40B4-BE49-F238E27FC236}">
                <a16:creationId xmlns:a16="http://schemas.microsoft.com/office/drawing/2014/main" id="{965536B9-86DE-03F9-611F-60D6B6AA2865}"/>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64A0FB6B-0992-F01E-1F46-EA1ADC44D25E}"/>
              </a:ext>
            </a:extLst>
          </p:cNvPr>
          <p:cNvPicPr>
            <a:picLocks noChangeAspect="1"/>
          </p:cNvPicPr>
          <p:nvPr/>
        </p:nvPicPr>
        <p:blipFill>
          <a:blip r:embed="rId2"/>
          <a:stretch>
            <a:fillRect/>
          </a:stretch>
        </p:blipFill>
        <p:spPr>
          <a:xfrm>
            <a:off x="2852737" y="1657350"/>
            <a:ext cx="6486525" cy="3543300"/>
          </a:xfrm>
          <a:prstGeom prst="rect">
            <a:avLst/>
          </a:prstGeom>
        </p:spPr>
      </p:pic>
    </p:spTree>
    <p:extLst>
      <p:ext uri="{BB962C8B-B14F-4D97-AF65-F5344CB8AC3E}">
        <p14:creationId xmlns:p14="http://schemas.microsoft.com/office/powerpoint/2010/main" val="22762648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C8C03C-2748-AA7C-0B16-060EF12F6864}"/>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70</a:t>
            </a:fld>
            <a:endParaRPr lang="en-US" dirty="0"/>
          </a:p>
        </p:txBody>
      </p:sp>
      <p:sp>
        <p:nvSpPr>
          <p:cNvPr id="3" name="Footer Placeholder 2">
            <a:extLst>
              <a:ext uri="{FF2B5EF4-FFF2-40B4-BE49-F238E27FC236}">
                <a16:creationId xmlns:a16="http://schemas.microsoft.com/office/drawing/2014/main" id="{9C5D72BC-DB3F-A35D-C7D7-B9F6C8F045E5}"/>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3A727321-9BF6-BAD2-64C7-CC859CFA8786}"/>
              </a:ext>
            </a:extLst>
          </p:cNvPr>
          <p:cNvPicPr>
            <a:picLocks noChangeAspect="1"/>
          </p:cNvPicPr>
          <p:nvPr/>
        </p:nvPicPr>
        <p:blipFill>
          <a:blip r:embed="rId2"/>
          <a:stretch>
            <a:fillRect/>
          </a:stretch>
        </p:blipFill>
        <p:spPr>
          <a:xfrm>
            <a:off x="2781300" y="1638300"/>
            <a:ext cx="6629400" cy="3581400"/>
          </a:xfrm>
          <a:prstGeom prst="rect">
            <a:avLst/>
          </a:prstGeom>
        </p:spPr>
      </p:pic>
    </p:spTree>
    <p:extLst>
      <p:ext uri="{BB962C8B-B14F-4D97-AF65-F5344CB8AC3E}">
        <p14:creationId xmlns:p14="http://schemas.microsoft.com/office/powerpoint/2010/main" val="8841127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D8D39D-C19A-77E9-2897-FB6CBF231D18}"/>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71</a:t>
            </a:fld>
            <a:endParaRPr lang="en-US" dirty="0"/>
          </a:p>
        </p:txBody>
      </p:sp>
      <p:sp>
        <p:nvSpPr>
          <p:cNvPr id="3" name="Footer Placeholder 2">
            <a:extLst>
              <a:ext uri="{FF2B5EF4-FFF2-40B4-BE49-F238E27FC236}">
                <a16:creationId xmlns:a16="http://schemas.microsoft.com/office/drawing/2014/main" id="{4C28D01B-5790-AD24-CE48-3E6729A0B5C5}"/>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86CA37C7-6155-AEE8-1054-ECE5E88E0331}"/>
              </a:ext>
            </a:extLst>
          </p:cNvPr>
          <p:cNvPicPr>
            <a:picLocks noChangeAspect="1"/>
          </p:cNvPicPr>
          <p:nvPr/>
        </p:nvPicPr>
        <p:blipFill>
          <a:blip r:embed="rId2"/>
          <a:stretch>
            <a:fillRect/>
          </a:stretch>
        </p:blipFill>
        <p:spPr>
          <a:xfrm>
            <a:off x="2438400" y="152400"/>
            <a:ext cx="6343650" cy="1704975"/>
          </a:xfrm>
          <a:prstGeom prst="rect">
            <a:avLst/>
          </a:prstGeom>
        </p:spPr>
      </p:pic>
      <p:pic>
        <p:nvPicPr>
          <p:cNvPr id="7" name="Picture 6">
            <a:extLst>
              <a:ext uri="{FF2B5EF4-FFF2-40B4-BE49-F238E27FC236}">
                <a16:creationId xmlns:a16="http://schemas.microsoft.com/office/drawing/2014/main" id="{ECB34514-AD1D-A66E-17DB-6097ED11C3B9}"/>
              </a:ext>
            </a:extLst>
          </p:cNvPr>
          <p:cNvPicPr>
            <a:picLocks noChangeAspect="1"/>
          </p:cNvPicPr>
          <p:nvPr/>
        </p:nvPicPr>
        <p:blipFill>
          <a:blip r:embed="rId3"/>
          <a:stretch>
            <a:fillRect/>
          </a:stretch>
        </p:blipFill>
        <p:spPr>
          <a:xfrm>
            <a:off x="2633662" y="1752600"/>
            <a:ext cx="5953125" cy="4581525"/>
          </a:xfrm>
          <a:prstGeom prst="rect">
            <a:avLst/>
          </a:prstGeom>
        </p:spPr>
      </p:pic>
    </p:spTree>
    <p:extLst>
      <p:ext uri="{BB962C8B-B14F-4D97-AF65-F5344CB8AC3E}">
        <p14:creationId xmlns:p14="http://schemas.microsoft.com/office/powerpoint/2010/main" val="3017092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2B8EFF-1E06-A54D-0B1D-A83A812C64E6}"/>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72</a:t>
            </a:fld>
            <a:endParaRPr lang="en-US" dirty="0"/>
          </a:p>
        </p:txBody>
      </p:sp>
      <p:sp>
        <p:nvSpPr>
          <p:cNvPr id="3" name="Footer Placeholder 2">
            <a:extLst>
              <a:ext uri="{FF2B5EF4-FFF2-40B4-BE49-F238E27FC236}">
                <a16:creationId xmlns:a16="http://schemas.microsoft.com/office/drawing/2014/main" id="{928E87F4-4E96-4C6A-B309-9362E90DCB02}"/>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02C981EF-C5C6-19CC-9175-148A99CD4D6E}"/>
              </a:ext>
            </a:extLst>
          </p:cNvPr>
          <p:cNvPicPr>
            <a:picLocks noChangeAspect="1"/>
          </p:cNvPicPr>
          <p:nvPr/>
        </p:nvPicPr>
        <p:blipFill>
          <a:blip r:embed="rId2"/>
          <a:stretch>
            <a:fillRect/>
          </a:stretch>
        </p:blipFill>
        <p:spPr>
          <a:xfrm>
            <a:off x="2881312" y="42862"/>
            <a:ext cx="6429375" cy="6772275"/>
          </a:xfrm>
          <a:prstGeom prst="rect">
            <a:avLst/>
          </a:prstGeom>
        </p:spPr>
      </p:pic>
    </p:spTree>
    <p:extLst>
      <p:ext uri="{BB962C8B-B14F-4D97-AF65-F5344CB8AC3E}">
        <p14:creationId xmlns:p14="http://schemas.microsoft.com/office/powerpoint/2010/main" val="41420581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D9143D-B9F1-A54E-E060-CE6B66203A2E}"/>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73</a:t>
            </a:fld>
            <a:endParaRPr lang="en-US" dirty="0"/>
          </a:p>
        </p:txBody>
      </p:sp>
      <p:sp>
        <p:nvSpPr>
          <p:cNvPr id="3" name="Footer Placeholder 2">
            <a:extLst>
              <a:ext uri="{FF2B5EF4-FFF2-40B4-BE49-F238E27FC236}">
                <a16:creationId xmlns:a16="http://schemas.microsoft.com/office/drawing/2014/main" id="{BEAB6E2A-9EFA-D218-0E5A-95A2E03A56D9}"/>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731B1D73-F80D-A285-1C85-62AF2C3A95E8}"/>
              </a:ext>
            </a:extLst>
          </p:cNvPr>
          <p:cNvPicPr>
            <a:picLocks noChangeAspect="1"/>
          </p:cNvPicPr>
          <p:nvPr/>
        </p:nvPicPr>
        <p:blipFill>
          <a:blip r:embed="rId2"/>
          <a:stretch>
            <a:fillRect/>
          </a:stretch>
        </p:blipFill>
        <p:spPr>
          <a:xfrm>
            <a:off x="2800350" y="490537"/>
            <a:ext cx="6591300" cy="5876925"/>
          </a:xfrm>
          <a:prstGeom prst="rect">
            <a:avLst/>
          </a:prstGeom>
        </p:spPr>
      </p:pic>
    </p:spTree>
    <p:extLst>
      <p:ext uri="{BB962C8B-B14F-4D97-AF65-F5344CB8AC3E}">
        <p14:creationId xmlns:p14="http://schemas.microsoft.com/office/powerpoint/2010/main" val="29642680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33DAE0-9DAA-B9EA-4B54-7244FA16DE7F}"/>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74</a:t>
            </a:fld>
            <a:endParaRPr lang="en-US" dirty="0"/>
          </a:p>
        </p:txBody>
      </p:sp>
      <p:sp>
        <p:nvSpPr>
          <p:cNvPr id="3" name="Footer Placeholder 2">
            <a:extLst>
              <a:ext uri="{FF2B5EF4-FFF2-40B4-BE49-F238E27FC236}">
                <a16:creationId xmlns:a16="http://schemas.microsoft.com/office/drawing/2014/main" id="{2F1C21E2-AA97-8265-3684-A9939065C12B}"/>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C5176C8B-DB4E-D91D-CF02-8AFA635769B5}"/>
              </a:ext>
            </a:extLst>
          </p:cNvPr>
          <p:cNvPicPr>
            <a:picLocks noChangeAspect="1"/>
          </p:cNvPicPr>
          <p:nvPr/>
        </p:nvPicPr>
        <p:blipFill>
          <a:blip r:embed="rId2"/>
          <a:stretch>
            <a:fillRect/>
          </a:stretch>
        </p:blipFill>
        <p:spPr>
          <a:xfrm>
            <a:off x="3000375" y="533400"/>
            <a:ext cx="6191250" cy="5791200"/>
          </a:xfrm>
          <a:prstGeom prst="rect">
            <a:avLst/>
          </a:prstGeom>
        </p:spPr>
      </p:pic>
    </p:spTree>
    <p:extLst>
      <p:ext uri="{BB962C8B-B14F-4D97-AF65-F5344CB8AC3E}">
        <p14:creationId xmlns:p14="http://schemas.microsoft.com/office/powerpoint/2010/main" val="18970387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75F97F-E3F7-9871-397A-DD9EA9731D1D}"/>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75</a:t>
            </a:fld>
            <a:endParaRPr lang="en-US" dirty="0"/>
          </a:p>
        </p:txBody>
      </p:sp>
      <p:sp>
        <p:nvSpPr>
          <p:cNvPr id="3" name="Footer Placeholder 2">
            <a:extLst>
              <a:ext uri="{FF2B5EF4-FFF2-40B4-BE49-F238E27FC236}">
                <a16:creationId xmlns:a16="http://schemas.microsoft.com/office/drawing/2014/main" id="{9CAFF5F5-DD68-380D-B5D0-6C352BB09C0E}"/>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A895B121-366B-3169-7B22-A6A4292E25AC}"/>
              </a:ext>
            </a:extLst>
          </p:cNvPr>
          <p:cNvPicPr>
            <a:picLocks noChangeAspect="1"/>
          </p:cNvPicPr>
          <p:nvPr/>
        </p:nvPicPr>
        <p:blipFill>
          <a:blip r:embed="rId2"/>
          <a:stretch>
            <a:fillRect/>
          </a:stretch>
        </p:blipFill>
        <p:spPr>
          <a:xfrm>
            <a:off x="2814637" y="214312"/>
            <a:ext cx="6562725" cy="6429375"/>
          </a:xfrm>
          <a:prstGeom prst="rect">
            <a:avLst/>
          </a:prstGeom>
        </p:spPr>
      </p:pic>
    </p:spTree>
    <p:extLst>
      <p:ext uri="{BB962C8B-B14F-4D97-AF65-F5344CB8AC3E}">
        <p14:creationId xmlns:p14="http://schemas.microsoft.com/office/powerpoint/2010/main" val="354112514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670D7F-03D6-8C18-B923-704FC9150BA1}"/>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76</a:t>
            </a:fld>
            <a:endParaRPr lang="en-US" dirty="0"/>
          </a:p>
        </p:txBody>
      </p:sp>
      <p:sp>
        <p:nvSpPr>
          <p:cNvPr id="3" name="Footer Placeholder 2">
            <a:extLst>
              <a:ext uri="{FF2B5EF4-FFF2-40B4-BE49-F238E27FC236}">
                <a16:creationId xmlns:a16="http://schemas.microsoft.com/office/drawing/2014/main" id="{749F1271-E2AD-ABD5-48FA-AA17F4ED4912}"/>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470E51E8-89DD-F400-DC3D-20C1B84D6A4F}"/>
              </a:ext>
            </a:extLst>
          </p:cNvPr>
          <p:cNvPicPr>
            <a:picLocks noChangeAspect="1"/>
          </p:cNvPicPr>
          <p:nvPr/>
        </p:nvPicPr>
        <p:blipFill>
          <a:blip r:embed="rId2"/>
          <a:stretch>
            <a:fillRect/>
          </a:stretch>
        </p:blipFill>
        <p:spPr>
          <a:xfrm>
            <a:off x="2528888" y="819150"/>
            <a:ext cx="6457950" cy="2228850"/>
          </a:xfrm>
          <a:prstGeom prst="rect">
            <a:avLst/>
          </a:prstGeom>
        </p:spPr>
      </p:pic>
      <p:pic>
        <p:nvPicPr>
          <p:cNvPr id="7" name="Picture 6">
            <a:extLst>
              <a:ext uri="{FF2B5EF4-FFF2-40B4-BE49-F238E27FC236}">
                <a16:creationId xmlns:a16="http://schemas.microsoft.com/office/drawing/2014/main" id="{3AA5FFE3-63FA-D943-92BB-4A143D64C1A7}"/>
              </a:ext>
            </a:extLst>
          </p:cNvPr>
          <p:cNvPicPr>
            <a:picLocks noChangeAspect="1"/>
          </p:cNvPicPr>
          <p:nvPr/>
        </p:nvPicPr>
        <p:blipFill>
          <a:blip r:embed="rId3"/>
          <a:stretch>
            <a:fillRect/>
          </a:stretch>
        </p:blipFill>
        <p:spPr>
          <a:xfrm>
            <a:off x="2447925" y="3181350"/>
            <a:ext cx="6619875" cy="1695450"/>
          </a:xfrm>
          <a:prstGeom prst="rect">
            <a:avLst/>
          </a:prstGeom>
        </p:spPr>
      </p:pic>
    </p:spTree>
    <p:extLst>
      <p:ext uri="{BB962C8B-B14F-4D97-AF65-F5344CB8AC3E}">
        <p14:creationId xmlns:p14="http://schemas.microsoft.com/office/powerpoint/2010/main" val="31930096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E037CD-5081-79D6-FAD4-8B1B8F4E0970}"/>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77</a:t>
            </a:fld>
            <a:endParaRPr lang="en-US" dirty="0"/>
          </a:p>
        </p:txBody>
      </p:sp>
      <p:sp>
        <p:nvSpPr>
          <p:cNvPr id="3" name="Footer Placeholder 2">
            <a:extLst>
              <a:ext uri="{FF2B5EF4-FFF2-40B4-BE49-F238E27FC236}">
                <a16:creationId xmlns:a16="http://schemas.microsoft.com/office/drawing/2014/main" id="{DCB86F39-33BF-08D4-09DF-E84A5C80341C}"/>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D2026D44-F7A6-C378-8FDD-195F62BA8022}"/>
              </a:ext>
            </a:extLst>
          </p:cNvPr>
          <p:cNvPicPr>
            <a:picLocks noChangeAspect="1"/>
          </p:cNvPicPr>
          <p:nvPr/>
        </p:nvPicPr>
        <p:blipFill>
          <a:blip r:embed="rId2"/>
          <a:stretch>
            <a:fillRect/>
          </a:stretch>
        </p:blipFill>
        <p:spPr>
          <a:xfrm>
            <a:off x="2857500" y="514350"/>
            <a:ext cx="6477000" cy="5829300"/>
          </a:xfrm>
          <a:prstGeom prst="rect">
            <a:avLst/>
          </a:prstGeom>
        </p:spPr>
      </p:pic>
    </p:spTree>
    <p:extLst>
      <p:ext uri="{BB962C8B-B14F-4D97-AF65-F5344CB8AC3E}">
        <p14:creationId xmlns:p14="http://schemas.microsoft.com/office/powerpoint/2010/main" val="19636087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3EFE17-331F-D4AF-CEC2-90B323638BE9}"/>
              </a:ext>
            </a:extLst>
          </p:cNvPr>
          <p:cNvSpPr>
            <a:spLocks noGrp="1"/>
          </p:cNvSpPr>
          <p:nvPr>
            <p:ph type="sldNum" sz="quarter" idx="11"/>
          </p:nvPr>
        </p:nvSpPr>
        <p:spPr/>
        <p:txBody>
          <a:bodyPr/>
          <a:lstStyle/>
          <a:p>
            <a:pPr>
              <a:buFont typeface="Monotype Sorts" charset="2"/>
              <a:buNone/>
              <a:defRPr/>
            </a:pPr>
            <a:fld id="{D1AD3536-327C-4937-83AF-A64971CFA6D9}" type="slidenum">
              <a:rPr lang="en-US" smtClean="0"/>
              <a:pPr>
                <a:buFont typeface="Monotype Sorts" charset="2"/>
                <a:buNone/>
                <a:defRPr/>
              </a:pPr>
              <a:t>78</a:t>
            </a:fld>
            <a:endParaRPr lang="en-US" dirty="0"/>
          </a:p>
        </p:txBody>
      </p:sp>
      <p:sp>
        <p:nvSpPr>
          <p:cNvPr id="3" name="Footer Placeholder 2">
            <a:extLst>
              <a:ext uri="{FF2B5EF4-FFF2-40B4-BE49-F238E27FC236}">
                <a16:creationId xmlns:a16="http://schemas.microsoft.com/office/drawing/2014/main" id="{D69861B0-93E0-3936-1618-98A35F8DFF68}"/>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pic>
        <p:nvPicPr>
          <p:cNvPr id="5" name="Picture 4">
            <a:extLst>
              <a:ext uri="{FF2B5EF4-FFF2-40B4-BE49-F238E27FC236}">
                <a16:creationId xmlns:a16="http://schemas.microsoft.com/office/drawing/2014/main" id="{0AB6F62C-A9A6-54CE-7584-714BEFF428CE}"/>
              </a:ext>
            </a:extLst>
          </p:cNvPr>
          <p:cNvPicPr>
            <a:picLocks noChangeAspect="1"/>
          </p:cNvPicPr>
          <p:nvPr/>
        </p:nvPicPr>
        <p:blipFill>
          <a:blip r:embed="rId2"/>
          <a:stretch>
            <a:fillRect/>
          </a:stretch>
        </p:blipFill>
        <p:spPr>
          <a:xfrm>
            <a:off x="2890837" y="1000125"/>
            <a:ext cx="6410325" cy="4857750"/>
          </a:xfrm>
          <a:prstGeom prst="rect">
            <a:avLst/>
          </a:prstGeom>
        </p:spPr>
      </p:pic>
    </p:spTree>
    <p:extLst>
      <p:ext uri="{BB962C8B-B14F-4D97-AF65-F5344CB8AC3E}">
        <p14:creationId xmlns:p14="http://schemas.microsoft.com/office/powerpoint/2010/main" val="17523046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0FF9A-EE89-B43C-F16E-45F5B4C99C3C}"/>
              </a:ext>
            </a:extLst>
          </p:cNvPr>
          <p:cNvSpPr>
            <a:spLocks noGrp="1"/>
          </p:cNvSpPr>
          <p:nvPr>
            <p:ph type="title"/>
          </p:nvPr>
        </p:nvSpPr>
        <p:spPr/>
        <p:txBody>
          <a:bodyPr/>
          <a:lstStyle/>
          <a:p>
            <a:r>
              <a:rPr lang="en-US" dirty="0"/>
              <a:t>Questions?</a:t>
            </a:r>
          </a:p>
        </p:txBody>
      </p:sp>
      <p:sp>
        <p:nvSpPr>
          <p:cNvPr id="3" name="Slide Number Placeholder 2">
            <a:extLst>
              <a:ext uri="{FF2B5EF4-FFF2-40B4-BE49-F238E27FC236}">
                <a16:creationId xmlns:a16="http://schemas.microsoft.com/office/drawing/2014/main" id="{9C634087-847A-3BF0-9D73-23576385DE6A}"/>
              </a:ext>
            </a:extLst>
          </p:cNvPr>
          <p:cNvSpPr>
            <a:spLocks noGrp="1"/>
          </p:cNvSpPr>
          <p:nvPr>
            <p:ph type="sldNum" sz="quarter" idx="11"/>
          </p:nvPr>
        </p:nvSpPr>
        <p:spPr/>
        <p:txBody>
          <a:bodyPr/>
          <a:lstStyle/>
          <a:p>
            <a:pPr>
              <a:buFont typeface="Monotype Sorts" charset="2"/>
              <a:buNone/>
              <a:defRPr/>
            </a:pPr>
            <a:fld id="{F9126DDB-45DE-4D72-94FB-1E2D565E80AF}" type="slidenum">
              <a:rPr lang="en-US" smtClean="0"/>
              <a:pPr>
                <a:buFont typeface="Monotype Sorts" charset="2"/>
                <a:buNone/>
                <a:defRPr/>
              </a:pPr>
              <a:t>79</a:t>
            </a:fld>
            <a:endParaRPr lang="en-US" dirty="0"/>
          </a:p>
        </p:txBody>
      </p:sp>
      <p:sp>
        <p:nvSpPr>
          <p:cNvPr id="4" name="Footer Placeholder 3">
            <a:extLst>
              <a:ext uri="{FF2B5EF4-FFF2-40B4-BE49-F238E27FC236}">
                <a16:creationId xmlns:a16="http://schemas.microsoft.com/office/drawing/2014/main" id="{8E9606B5-CC17-E272-281D-0E34E7593079}"/>
              </a:ext>
            </a:extLst>
          </p:cNvPr>
          <p:cNvSpPr>
            <a:spLocks noGrp="1"/>
          </p:cNvSpPr>
          <p:nvPr>
            <p:ph type="ftr" sz="quarter" idx="12"/>
          </p:nvPr>
        </p:nvSpPr>
        <p:spPr/>
        <p:txBody>
          <a:bodyPr/>
          <a:lstStyle/>
          <a:p>
            <a:pPr>
              <a:buFont typeface="Monotype Sorts" charset="2"/>
              <a:buNone/>
              <a:defRPr/>
            </a:pPr>
            <a:r>
              <a:rPr lang="en-US"/>
              <a:t>UFCFFS-30-1– Foundations of Computing</a:t>
            </a:r>
            <a:endParaRPr lang="en-US" dirty="0"/>
          </a:p>
        </p:txBody>
      </p:sp>
    </p:spTree>
    <p:extLst>
      <p:ext uri="{BB962C8B-B14F-4D97-AF65-F5344CB8AC3E}">
        <p14:creationId xmlns:p14="http://schemas.microsoft.com/office/powerpoint/2010/main" val="2137339763"/>
      </p:ext>
    </p:extLst>
  </p:cSld>
  <p:clrMapOvr>
    <a:masterClrMapping/>
  </p:clrMapOvr>
</p:sld>
</file>

<file path=ppt/theme/theme1.xml><?xml version="1.0" encoding="utf-8"?>
<a:theme xmlns:a="http://schemas.openxmlformats.org/drawingml/2006/main" name="Vicoston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u thuyet trình cong ty Vicostone" id="{123813FF-2186-4307-88AB-E52DC4E764C5}" vid="{7A2E833A-1ED4-4E30-9CFE-D6481D7B3B5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21026</TotalTime>
  <Words>901</Words>
  <Application>Microsoft Office PowerPoint</Application>
  <PresentationFormat>Widescreen</PresentationFormat>
  <Paragraphs>199</Paragraphs>
  <Slides>79</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79</vt:i4>
      </vt:variant>
    </vt:vector>
  </HeadingPairs>
  <TitlesOfParts>
    <vt:vector size="89" baseType="lpstr">
      <vt:lpstr>ＭＳ Ｐゴシック</vt:lpstr>
      <vt:lpstr>Arial</vt:lpstr>
      <vt:lpstr>Calibri</vt:lpstr>
      <vt:lpstr>Courier New</vt:lpstr>
      <vt:lpstr>Monotype Sorts</vt:lpstr>
      <vt:lpstr>NewsGothicStd</vt:lpstr>
      <vt:lpstr>Times New Roman</vt:lpstr>
      <vt:lpstr>TimesLTStd-Roman</vt:lpstr>
      <vt:lpstr>Wingdings</vt:lpstr>
      <vt:lpstr>Vicostone Template</vt:lpstr>
      <vt:lpstr>PowerPoint Presentation</vt:lpstr>
      <vt:lpstr>Faculty of Computer Science</vt:lpstr>
      <vt:lpstr>Learning Objectives</vt:lpstr>
      <vt:lpstr>Reading</vt:lpstr>
      <vt:lpstr>Real-Valued Functions of a Real Variable and Their Graphs</vt:lpstr>
      <vt:lpstr>PowerPoint Presentation</vt:lpstr>
      <vt:lpstr>Power Functions</vt:lpstr>
      <vt:lpstr>Graphs of Power Functions</vt:lpstr>
      <vt:lpstr>The Floor Function</vt:lpstr>
      <vt:lpstr>Graph of the Floor Function</vt:lpstr>
      <vt:lpstr>Graphing Functions Defined on Sets of Integers</vt:lpstr>
      <vt:lpstr>Graph of a Function Defined on a Set of Integers</vt:lpstr>
      <vt:lpstr>Graph of a Multiple of a Function</vt:lpstr>
      <vt:lpstr>PowerPoint Presentation</vt:lpstr>
      <vt:lpstr>PowerPoint Presentation</vt:lpstr>
      <vt:lpstr>Increasing and Decreasing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Big-O, Big-Omega, and Big-Theta Notations</vt:lpstr>
      <vt:lpstr>Big-O, Big-Omega, and Big-Theta Notations</vt:lpstr>
      <vt:lpstr>PowerPoint Presentation</vt:lpstr>
      <vt:lpstr>Big-O, Big-Omega, and Big-Theta Notations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Orders of Power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Design, Implementation, and Management Ninth Edition</dc:title>
  <dc:creator>Duc Minh Vu</dc:creator>
  <cp:lastModifiedBy>Vu Duc Minh</cp:lastModifiedBy>
  <cp:revision>300</cp:revision>
  <cp:lastPrinted>2024-02-25T17:16:46Z</cp:lastPrinted>
  <dcterms:created xsi:type="dcterms:W3CDTF">2009-10-12T20:16:00Z</dcterms:created>
  <dcterms:modified xsi:type="dcterms:W3CDTF">2024-02-25T17:42:12Z</dcterms:modified>
</cp:coreProperties>
</file>